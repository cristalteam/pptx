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6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6" Type="http://schemas.openxmlformats.org/officeDocument/2006/relationships/theme" Target="theme/theme1.xml"/><Relationship Id="rId7" Type="http://schemas.openxmlformats.org/officeDocument/2006/relationships/viewProps" Target="viewProps.xml"/><Relationship Id="rId8" Type="http://schemas.openxmlformats.org/officeDocument/2006/relationships/presProps" Target="presProp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