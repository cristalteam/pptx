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2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73" d="100"/>
          <a:sy n="73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3" Type="http://schemas.openxmlformats.org/officeDocument/2006/relationships/slide" Target="slides/slide2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6" Type="http://schemas.openxmlformats.org/officeDocument/2006/relationships/theme" Target="theme/theme1.xml"/><Relationship Id="rId7" Type="http://schemas.openxmlformats.org/officeDocument/2006/relationships/viewProps" Target="viewProps.xml"/><Relationship Id="rId8" Type="http://schemas.openxmlformats.org/officeDocument/2006/relationships/presProps" Target="presProps.xml"/>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9096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8196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495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2594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5700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5639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9443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4825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5795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2642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2603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FA097-098D-4FC8-A105-19F043BC1217}" type="datetimeFigureOut">
              <a:rPr lang="fr-FR" smtClean="0"/>
              <a:t>12/02/2019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44577-78AD-4814-ABB1-E0E3E33EE08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1686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 smtClean="0"/>
              <a:t>Tests</a:t>
            </a:r>
            <a:endParaRPr lang="fr-FR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539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 smtClean="0"/>
              <a:t>Templating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{{user.name}}</a:t>
            </a:r>
          </a:p>
          <a:p>
            <a:r>
              <a:rPr lang="fr-FR" dirty="0" smtClean="0"/>
              <a:t>{{</a:t>
            </a:r>
            <a:r>
              <a:rPr lang="fr-FR" dirty="0" err="1" smtClean="0"/>
              <a:t>user.age</a:t>
            </a:r>
            <a:r>
              <a:rPr lang="fr-FR" dirty="0" smtClean="0"/>
              <a:t>}}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79459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Image </a:t>
            </a:r>
            <a:r>
              <a:rPr lang="fr-FR" dirty="0" err="1" smtClean="0"/>
              <a:t>template</a:t>
            </a:r>
            <a:endParaRPr lang="fr-FR" dirty="0"/>
          </a:p>
        </p:txBody>
      </p:sp>
      <p:pic>
        <p:nvPicPr>
          <p:cNvPr id="1026" name="Picture 2" descr="{{image}}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75" y="2334419"/>
            <a:ext cx="4286250" cy="333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82309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10</Words>
  <Application>Microsoft Office PowerPoint</Application>
  <PresentationFormat>Grand écran</PresentationFormat>
  <Paragraphs>5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Tests</vt:lpstr>
      <vt:lpstr>Templating</vt:lpstr>
      <vt:lpstr>Image 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Tests</dc:title>
  <dc:creator>Thibault GRANADA</dc:creator>
  <cp:lastModifiedBy>Thibault GRANADA</cp:lastModifiedBy>
  <cp:revision>4</cp:revision>
  <dcterms:created xsi:type="dcterms:W3CDTF">2019-02-12T13:16:44Z</dcterms:created>
  <dcterms:modified xsi:type="dcterms:W3CDTF">2019-02-12T15:02:02Z</dcterms:modified>
</cp:coreProperties>
</file>