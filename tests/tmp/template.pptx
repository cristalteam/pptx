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viewProps" Target="viewProps.xml"/><Relationship Id="rId8" Type="http://schemas.openxmlformats.org/officeDocument/2006/relationships/presProps" Target="presProps.xml"/>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09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19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95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59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700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63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44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82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795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64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60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68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Tests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39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Templating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{{user.name}}</a:t>
            </a:r>
          </a:p>
          <a:p>
            <a:r>
              <a:rPr lang="fr-FR" dirty="0" smtClean="0"/>
              <a:t>{{</a:t>
            </a:r>
            <a:r>
              <a:rPr lang="fr-FR" dirty="0" err="1" smtClean="0"/>
              <a:t>user.age</a:t>
            </a:r>
            <a:r>
              <a:rPr lang="fr-FR" dirty="0" smtClean="0"/>
              <a:t>}}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945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Image </a:t>
            </a:r>
            <a:r>
              <a:rPr lang="fr-FR" dirty="0" err="1" smtClean="0"/>
              <a:t>template</a:t>
            </a:r>
            <a:endParaRPr lang="fr-FR" dirty="0"/>
          </a:p>
        </p:txBody>
      </p:sp>
      <p:pic>
        <p:nvPicPr>
          <p:cNvPr id="1026" name="Picture 2" descr="{{image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2334419"/>
            <a:ext cx="42862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2309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</Words>
  <Application>Microsoft Office PowerPoint</Application>
  <PresentationFormat>Grand écran</PresentationFormat>
  <Paragraphs>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Tests</vt:lpstr>
      <vt:lpstr>Templating</vt:lpstr>
      <vt:lpstr>Image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Tests</dc:title>
  <dc:creator>Thibault GRANADA</dc:creator>
  <cp:lastModifiedBy>Thibault GRANADA</cp:lastModifiedBy>
  <cp:revision>4</cp:revision>
  <dcterms:created xsi:type="dcterms:W3CDTF">2019-02-12T13:16:44Z</dcterms:created>
  <dcterms:modified xsi:type="dcterms:W3CDTF">2019-02-12T15:02:02Z</dcterms:modified>
</cp:coreProperties>
</file>