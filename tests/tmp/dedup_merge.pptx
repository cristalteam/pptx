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95" r:id="rId1"/>
  </p:sldMasterIdLst>
  <p:notesMasterIdLst>
    <p:notesMasterId r:id="rId5"/>
  </p:notesMasterIdLst>
  <p:sldIdLst>
    <p:sldId id="256" r:id="rId2"/>
    <p:sldId id="257" r:id="rId3"/>
  </p:sldIdLst>
  <p:sldSz cx="10691813" cy="7559675"/>
  <p:notesSz cx="6858000" cy="9144000"/>
  <p:defaultTextStyle>
    <a:defPPr>
      <a:defRPr lang="en-US"/>
    </a:defPPr>
    <a:lvl1pPr marL="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277" userDrawn="1">
          <p15:clr>
            <a:srgbClr val="A4A3A4"/>
          </p15:clr>
        </p15:guide>
        <p15:guide id="3" pos="981" userDrawn="1">
          <p15:clr>
            <a:srgbClr val="A4A3A4"/>
          </p15:clr>
        </p15:guide>
        <p15:guide id="4" pos="2519" userDrawn="1">
          <p15:clr>
            <a:srgbClr val="A4A3A4"/>
          </p15:clr>
        </p15:guide>
        <p15:guide id="5" pos="6285" userDrawn="1">
          <p15:clr>
            <a:srgbClr val="A4A3A4"/>
          </p15:clr>
        </p15:guide>
        <p15:guide id="6" pos="533" userDrawn="1">
          <p15:clr>
            <a:srgbClr val="A4A3A4"/>
          </p15:clr>
        </p15:guide>
        <p15:guide id="7" orient="horz" pos="3220" userDrawn="1">
          <p15:clr>
            <a:srgbClr val="A4A3A4"/>
          </p15:clr>
        </p15:guide>
      </p15:sldGuideLst>
    </p:ext>
    <p:ext uri="{521415D9-36F7-43E2-AB2F-B90AF26B5E84}">
      <p14:sectionLst xmlns:p14="http://schemas.microsoft.com/office/powerpoint/2010/main">
        <p14:section name="FIN" id="{F9BB27DB-5C58-47A1-A1B8-D46C8599990A}">
          <p14:sldIdLst>
            <p14:sldId id="256"/>
            <p14:sldId id="25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FFD618"/>
    <a:srgbClr val="2F52A0"/>
    <a:srgbClr val="EE730D"/>
    <a:srgbClr val="F29FC4"/>
    <a:srgbClr val="FBFBFB"/>
    <a:srgbClr val="946AAB"/>
    <a:srgbClr val="6D378B"/>
    <a:srgbClr val="6FCBF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34682A-0780-4E8B-8D98-0D280E4D050C}" v="154" dt="2025-03-19T10:51:42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16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1464" y="78"/>
      </p:cViewPr>
      <p:guideLst>
        <p:guide orient="horz" pos="2268"/>
        <p:guide pos="3277"/>
        <p:guide pos="981"/>
        <p:guide pos="2519"/>
        <p:guide pos="6285"/>
        <p:guide pos="533"/>
        <p:guide orient="horz" pos="32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1" Type="http://schemas.openxmlformats.org/officeDocument/2006/relationships/slideMaster" Target="slideMasters/slideMaster1.xml"/><Relationship Id="rId4" Type="http://schemas.microsoft.com/office/2015/10/relationships/revisionInfo" Target="revisionInfo.xml"/><Relationship Id="rId5" Type="http://schemas.openxmlformats.org/officeDocument/2006/relationships/notesMaster" Target="notesMasters/notesMaster1.xml"/><Relationship Id="rId6" Type="http://schemas.openxmlformats.org/officeDocument/2006/relationships/tableStyles" Target="tableStyles.xml"/><Relationship Id="rId7" Type="http://schemas.openxmlformats.org/officeDocument/2006/relationships/theme" Target="theme/theme1.xml"/><Relationship Id="rId8" Type="http://schemas.openxmlformats.org/officeDocument/2006/relationships/viewProps" Target="viewProps.xml"/><Relationship Id="rId9" Type="http://schemas.openxmlformats.org/officeDocument/2006/relationships/presProps" Target="presProps.xml"/></Relationships>
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B330D-6C84-4A98-BFF1-626FD29DE139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2FD6F-AB77-4C7E-891F-50C789B426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2172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2FD6F-AB77-4C7E-891F-50C789B4267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0819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2FD6F-AB77-4C7E-891F-50C789B4267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0819509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56612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8037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7632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4780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1521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0708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920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033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0379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610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030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9090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336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EF477E2-C40B-53F2-4E73-E528D3A2C405}"/>
              </a:ext>
            </a:extLst>
          </p:cNvPr>
          <p:cNvSpPr/>
          <p:nvPr/>
        </p:nvSpPr>
        <p:spPr>
          <a:xfrm>
            <a:off x="773907" y="6260361"/>
            <a:ext cx="9144000" cy="950379"/>
          </a:xfrm>
          <a:prstGeom prst="rect">
            <a:avLst/>
          </a:prstGeom>
          <a:solidFill>
            <a:srgbClr val="E94C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39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DD2BCCD6-264C-4806-801D-90037C7EBF61}"/>
              </a:ext>
            </a:extLst>
          </p:cNvPr>
          <p:cNvGrpSpPr/>
          <p:nvPr/>
        </p:nvGrpSpPr>
        <p:grpSpPr>
          <a:xfrm>
            <a:off x="4650338" y="3501649"/>
            <a:ext cx="5129126" cy="1008348"/>
            <a:chOff x="1309238" y="2095978"/>
            <a:chExt cx="4435954" cy="1179032"/>
          </a:xfrm>
        </p:grpSpPr>
        <p:sp>
          <p:nvSpPr>
            <p:cNvPr id="26" name="ZoneTexte 2">
              <a:extLst>
                <a:ext uri="{FF2B5EF4-FFF2-40B4-BE49-F238E27FC236}">
                  <a16:creationId xmlns:a16="http://schemas.microsoft.com/office/drawing/2014/main" id="{A86139E5-BF60-458F-9C83-52F185D91958}"/>
                </a:ext>
              </a:extLst>
            </p:cNvPr>
            <p:cNvSpPr txBox="1"/>
            <p:nvPr/>
          </p:nvSpPr>
          <p:spPr>
            <a:xfrm>
              <a:off x="1309239" y="2397817"/>
              <a:ext cx="3090948" cy="877193"/>
            </a:xfrm>
            <a:prstGeom prst="rect">
              <a:avLst/>
            </a:prstGeom>
            <a:noFill/>
          </p:spPr>
          <p:txBody>
            <a:bodyPr wrap="square" numCol="1" rtlCol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{{simulation.projet.utilisateur.agence.adresse1}}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{{simulation.projet.utilisateur.agence.adresse2}}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simulation.projet.utilisateur.agence.codePostal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simulation.projet.utilisateur.agence.ville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simulation.projet.utilisateur.agence.telephone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  <p:sp>
          <p:nvSpPr>
            <p:cNvPr id="27" name="ZoneTexte 3">
              <a:extLst>
                <a:ext uri="{FF2B5EF4-FFF2-40B4-BE49-F238E27FC236}">
                  <a16:creationId xmlns:a16="http://schemas.microsoft.com/office/drawing/2014/main" id="{B98D8036-2BAB-486D-8B68-E5D222374095}"/>
                </a:ext>
              </a:extLst>
            </p:cNvPr>
            <p:cNvSpPr txBox="1"/>
            <p:nvPr/>
          </p:nvSpPr>
          <p:spPr>
            <a:xfrm>
              <a:off x="1309238" y="2095978"/>
              <a:ext cx="4435954" cy="26180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Agence de 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simulation.projet.utilisateur.agence.nom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</p:txBody>
        </p:sp>
      </p:grpSp>
      <p:sp>
        <p:nvSpPr>
          <p:cNvPr id="21" name="ZoneTexte 4">
            <a:extLst>
              <a:ext uri="{FF2B5EF4-FFF2-40B4-BE49-F238E27FC236}">
                <a16:creationId xmlns:a16="http://schemas.microsoft.com/office/drawing/2014/main" id="{7A1E36F9-11B4-4546-8BD5-9E3F780AF026}"/>
              </a:ext>
            </a:extLst>
          </p:cNvPr>
          <p:cNvSpPr txBox="1"/>
          <p:nvPr/>
        </p:nvSpPr>
        <p:spPr>
          <a:xfrm>
            <a:off x="4650340" y="2163897"/>
            <a:ext cx="5129126" cy="2239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simulation.projet.utilisateur.prenom</a:t>
            </a:r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{{</a:t>
            </a:r>
            <a:r>
              <a:rPr lang="fr-FR" sz="855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simulation.projet.utilisateur.nom</a:t>
            </a:r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22" name="ZoneTexte 5">
            <a:extLst>
              <a:ext uri="{FF2B5EF4-FFF2-40B4-BE49-F238E27FC236}">
                <a16:creationId xmlns:a16="http://schemas.microsoft.com/office/drawing/2014/main" id="{7CE2E556-393F-47B6-8154-E2C9CBD516AD}"/>
              </a:ext>
            </a:extLst>
          </p:cNvPr>
          <p:cNvSpPr txBox="1"/>
          <p:nvPr/>
        </p:nvSpPr>
        <p:spPr>
          <a:xfrm>
            <a:off x="4650339" y="2560222"/>
            <a:ext cx="2845448" cy="487056"/>
          </a:xfrm>
          <a:prstGeom prst="rect">
            <a:avLst/>
          </a:prstGeom>
          <a:noFill/>
        </p:spPr>
        <p:txBody>
          <a:bodyPr wrap="square" numCol="1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simulation.projet.utilisateur.fonction.libelle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simulation.projet.utilisateur.telephone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simulation.projet.utilisateur.email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pic>
        <p:nvPicPr>
          <p:cNvPr id="23" name="Image 22" descr="simulation.projet.utilisateur.imageModel">
            <a:extLst>
              <a:ext uri="{FF2B5EF4-FFF2-40B4-BE49-F238E27FC236}">
                <a16:creationId xmlns:a16="http://schemas.microsoft.com/office/drawing/2014/main" id="{540CED81-BD0A-453E-9948-FA30A2C1CC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1056" y="2514167"/>
            <a:ext cx="551863" cy="554193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</p:pic>
      <p:pic>
        <p:nvPicPr>
          <p:cNvPr id="24" name="Image 23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684AE28-7531-4A2C-B937-8E66BC2244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4374" y="2801184"/>
            <a:ext cx="2083766" cy="908637"/>
          </a:xfrm>
          <a:prstGeom prst="rect">
            <a:avLst/>
          </a:prstGeom>
        </p:spPr>
      </p:pic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EC0E3490-8873-4409-8CA5-98FA58BB64E0}"/>
              </a:ext>
            </a:extLst>
          </p:cNvPr>
          <p:cNvCxnSpPr/>
          <p:nvPr/>
        </p:nvCxnSpPr>
        <p:spPr>
          <a:xfrm>
            <a:off x="4197771" y="2275851"/>
            <a:ext cx="0" cy="21090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4F944ED9-DC5E-3F49-E7CD-3129A8E1A59A}"/>
              </a:ext>
            </a:extLst>
          </p:cNvPr>
          <p:cNvSpPr txBox="1"/>
          <p:nvPr/>
        </p:nvSpPr>
        <p:spPr>
          <a:xfrm>
            <a:off x="1042730" y="6610547"/>
            <a:ext cx="6134015" cy="276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98" b="1" dirty="0">
                <a:solidFill>
                  <a:schemeClr val="bg1"/>
                </a:solidFill>
                <a:latin typeface="Century Gothic" panose="020B0502020202020204" pitchFamily="34" charset="0"/>
              </a:rPr>
              <a:t>Retrouvez toute notre actualité sur www.koesio.com et sur nos réseaux sociaux !</a:t>
            </a: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5BA8092E-CF58-00B3-09CA-1F27773E2355}"/>
              </a:ext>
            </a:extLst>
          </p:cNvPr>
          <p:cNvCxnSpPr>
            <a:cxnSpLocks/>
          </p:cNvCxnSpPr>
          <p:nvPr/>
        </p:nvCxnSpPr>
        <p:spPr>
          <a:xfrm>
            <a:off x="7409808" y="6571268"/>
            <a:ext cx="0" cy="33508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31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2F3AE8E1-CF08-2DA7-D528-0BA5BE9FF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7064" y="6610545"/>
            <a:ext cx="274666" cy="274666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FA676583-F7C5-260E-EFB8-9176933820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7706" y="6610545"/>
            <a:ext cx="274666" cy="274666"/>
          </a:xfrm>
          <a:prstGeom prst="rect">
            <a:avLst/>
          </a:prstGeom>
        </p:spPr>
      </p:pic>
      <p:pic>
        <p:nvPicPr>
          <p:cNvPr id="35" name="Image 34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046D5FB-63AC-EE00-060B-CEB255E77E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8347" y="6610545"/>
            <a:ext cx="274666" cy="27466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027FA17-FC54-F58E-CCF3-358839F736C8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</p:spTree>
    <p:extLst>
      <p:ext uri="{BB962C8B-B14F-4D97-AF65-F5344CB8AC3E}">
        <p14:creationId xmlns:p14="http://schemas.microsoft.com/office/powerpoint/2010/main" val="3183021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EF477E2-C40B-53F2-4E73-E528D3A2C405}"/>
              </a:ext>
            </a:extLst>
          </p:cNvPr>
          <p:cNvSpPr/>
          <p:nvPr/>
        </p:nvSpPr>
        <p:spPr>
          <a:xfrm>
            <a:off x="773907" y="6260361"/>
            <a:ext cx="9144000" cy="950379"/>
          </a:xfrm>
          <a:prstGeom prst="rect">
            <a:avLst/>
          </a:prstGeom>
          <a:solidFill>
            <a:srgbClr val="E94C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39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DD2BCCD6-264C-4806-801D-90037C7EBF61}"/>
              </a:ext>
            </a:extLst>
          </p:cNvPr>
          <p:cNvGrpSpPr/>
          <p:nvPr/>
        </p:nvGrpSpPr>
        <p:grpSpPr>
          <a:xfrm>
            <a:off x="4650338" y="3501649"/>
            <a:ext cx="5129126" cy="1008348"/>
            <a:chOff x="1309238" y="2095978"/>
            <a:chExt cx="4435954" cy="1179032"/>
          </a:xfrm>
        </p:grpSpPr>
        <p:sp>
          <p:nvSpPr>
            <p:cNvPr id="26" name="ZoneTexte 2">
              <a:extLst>
                <a:ext uri="{FF2B5EF4-FFF2-40B4-BE49-F238E27FC236}">
                  <a16:creationId xmlns:a16="http://schemas.microsoft.com/office/drawing/2014/main" id="{A86139E5-BF60-458F-9C83-52F185D91958}"/>
                </a:ext>
              </a:extLst>
            </p:cNvPr>
            <p:cNvSpPr txBox="1"/>
            <p:nvPr/>
          </p:nvSpPr>
          <p:spPr>
            <a:xfrm>
              <a:off x="1309239" y="2397817"/>
              <a:ext cx="3090948" cy="877193"/>
            </a:xfrm>
            <a:prstGeom prst="rect">
              <a:avLst/>
            </a:prstGeom>
            <a:noFill/>
          </p:spPr>
          <p:txBody>
            <a:bodyPr wrap="square" numCol="1" rtlCol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{{simulation.projet.utilisateur.agence.adresse1}}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{{simulation.projet.utilisateur.agence.adresse2}}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simulation.projet.utilisateur.agence.codePostal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simulation.projet.utilisateur.agence.ville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simulation.projet.utilisateur.agence.telephone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  <p:sp>
          <p:nvSpPr>
            <p:cNvPr id="27" name="ZoneTexte 3">
              <a:extLst>
                <a:ext uri="{FF2B5EF4-FFF2-40B4-BE49-F238E27FC236}">
                  <a16:creationId xmlns:a16="http://schemas.microsoft.com/office/drawing/2014/main" id="{B98D8036-2BAB-486D-8B68-E5D222374095}"/>
                </a:ext>
              </a:extLst>
            </p:cNvPr>
            <p:cNvSpPr txBox="1"/>
            <p:nvPr/>
          </p:nvSpPr>
          <p:spPr>
            <a:xfrm>
              <a:off x="1309238" y="2095978"/>
              <a:ext cx="4435954" cy="26180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Agence de 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simulation.projet.utilisateur.agence.nom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</p:txBody>
        </p:sp>
      </p:grpSp>
      <p:sp>
        <p:nvSpPr>
          <p:cNvPr id="21" name="ZoneTexte 4">
            <a:extLst>
              <a:ext uri="{FF2B5EF4-FFF2-40B4-BE49-F238E27FC236}">
                <a16:creationId xmlns:a16="http://schemas.microsoft.com/office/drawing/2014/main" id="{7A1E36F9-11B4-4546-8BD5-9E3F780AF026}"/>
              </a:ext>
            </a:extLst>
          </p:cNvPr>
          <p:cNvSpPr txBox="1"/>
          <p:nvPr/>
        </p:nvSpPr>
        <p:spPr>
          <a:xfrm>
            <a:off x="4650340" y="2163897"/>
            <a:ext cx="5129126" cy="2239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simulation.projet.utilisateur.prenom</a:t>
            </a:r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{{</a:t>
            </a:r>
            <a:r>
              <a:rPr lang="fr-FR" sz="855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simulation.projet.utilisateur.nom</a:t>
            </a:r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22" name="ZoneTexte 5">
            <a:extLst>
              <a:ext uri="{FF2B5EF4-FFF2-40B4-BE49-F238E27FC236}">
                <a16:creationId xmlns:a16="http://schemas.microsoft.com/office/drawing/2014/main" id="{7CE2E556-393F-47B6-8154-E2C9CBD516AD}"/>
              </a:ext>
            </a:extLst>
          </p:cNvPr>
          <p:cNvSpPr txBox="1"/>
          <p:nvPr/>
        </p:nvSpPr>
        <p:spPr>
          <a:xfrm>
            <a:off x="4650339" y="2560222"/>
            <a:ext cx="2845448" cy="487056"/>
          </a:xfrm>
          <a:prstGeom prst="rect">
            <a:avLst/>
          </a:prstGeom>
          <a:noFill/>
        </p:spPr>
        <p:txBody>
          <a:bodyPr wrap="square" numCol="1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simulation.projet.utilisateur.fonction.libelle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simulation.projet.utilisateur.telephone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simulation.projet.utilisateur.email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pic>
        <p:nvPicPr>
          <p:cNvPr id="23" name="Image 22" descr="simulation.projet.utilisateur.imageModel">
            <a:extLst>
              <a:ext uri="{FF2B5EF4-FFF2-40B4-BE49-F238E27FC236}">
                <a16:creationId xmlns:a16="http://schemas.microsoft.com/office/drawing/2014/main" id="{540CED81-BD0A-453E-9948-FA30A2C1CC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1056" y="2514167"/>
            <a:ext cx="551863" cy="554193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</p:pic>
      <p:pic>
        <p:nvPicPr>
          <p:cNvPr id="24" name="Image 23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684AE28-7531-4A2C-B937-8E66BC2244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4374" y="2801184"/>
            <a:ext cx="2083766" cy="908637"/>
          </a:xfrm>
          <a:prstGeom prst="rect">
            <a:avLst/>
          </a:prstGeom>
        </p:spPr>
      </p:pic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EC0E3490-8873-4409-8CA5-98FA58BB64E0}"/>
              </a:ext>
            </a:extLst>
          </p:cNvPr>
          <p:cNvCxnSpPr/>
          <p:nvPr/>
        </p:nvCxnSpPr>
        <p:spPr>
          <a:xfrm>
            <a:off x="4197771" y="2275851"/>
            <a:ext cx="0" cy="21090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4F944ED9-DC5E-3F49-E7CD-3129A8E1A59A}"/>
              </a:ext>
            </a:extLst>
          </p:cNvPr>
          <p:cNvSpPr txBox="1"/>
          <p:nvPr/>
        </p:nvSpPr>
        <p:spPr>
          <a:xfrm>
            <a:off x="1042730" y="6610547"/>
            <a:ext cx="6134015" cy="276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98" b="1" dirty="0">
                <a:solidFill>
                  <a:schemeClr val="bg1"/>
                </a:solidFill>
                <a:latin typeface="Century Gothic" panose="020B0502020202020204" pitchFamily="34" charset="0"/>
              </a:rPr>
              <a:t>Retrouvez toute notre actualité sur www.koesio.com et sur nos réseaux sociaux !</a:t>
            </a: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5BA8092E-CF58-00B3-09CA-1F27773E2355}"/>
              </a:ext>
            </a:extLst>
          </p:cNvPr>
          <p:cNvCxnSpPr>
            <a:cxnSpLocks/>
          </p:cNvCxnSpPr>
          <p:nvPr/>
        </p:nvCxnSpPr>
        <p:spPr>
          <a:xfrm>
            <a:off x="7409808" y="6571268"/>
            <a:ext cx="0" cy="33508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31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2F3AE8E1-CF08-2DA7-D528-0BA5BE9FF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7064" y="6610545"/>
            <a:ext cx="274666" cy="274666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FA676583-F7C5-260E-EFB8-9176933820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7706" y="6610545"/>
            <a:ext cx="274666" cy="274666"/>
          </a:xfrm>
          <a:prstGeom prst="rect">
            <a:avLst/>
          </a:prstGeom>
        </p:spPr>
      </p:pic>
      <p:pic>
        <p:nvPicPr>
          <p:cNvPr id="35" name="Image 34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046D5FB-63AC-EE00-060B-CEB255E77E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8347" y="6610545"/>
            <a:ext cx="274666" cy="27466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027FA17-FC54-F58E-CCF3-358839F736C8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</p:spTree>
    <p:extLst>
      <p:ext uri="{BB962C8B-B14F-4D97-AF65-F5344CB8AC3E}">
        <p14:creationId xmlns:p14="http://schemas.microsoft.com/office/powerpoint/2010/main" val="3183021329"/>
      </p:ext>
    </p:extLst>
  </p:cSld>
  <p:clrMapOvr>
    <a:masterClrMapping/>
  </p:clrMapOvr>
</p:sld>
</file>

<file path=ppt/theme/theme1.xml><?xml version="1.0" encoding="utf-8"?>
<a:theme xmlns:a="http://schemas.openxmlformats.org/drawingml/2006/main" name="2_Thème Office 2013 – 2022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946AAB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6FCBF3"/>
      </a:accent6>
      <a:hlink>
        <a:srgbClr val="6E398E"/>
      </a:hlink>
      <a:folHlink>
        <a:srgbClr val="946AAB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132</Words>
  <Application>Microsoft Office PowerPoint</Application>
  <PresentationFormat>Personnalisé</PresentationFormat>
  <Paragraphs>12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Century Gothic</vt:lpstr>
      <vt:lpstr>2_Thème Office 2013 – 2022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CORBEAUX Virginie</dc:creator>
  <cp:lastModifiedBy>virginie corbeaux</cp:lastModifiedBy>
  <cp:revision>72</cp:revision>
  <dcterms:created xsi:type="dcterms:W3CDTF">2024-10-29T15:06:39Z</dcterms:created>
  <dcterms:modified xsi:type="dcterms:W3CDTF">2025-04-01T11:16:56Z</dcterms:modified>
</cp:coreProperties>
</file>