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slides/slide5.xml" ContentType="application/vnd.openxmlformats-officedocument.presentationml.slide+xml"/>
  <Override PartName="/ppt/slideLayouts/slideLayout24.xml" ContentType="application/vnd.openxmlformats-officedocument.presentationml.slideLayout+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2.xml" ContentType="application/vnd.openxmlformats-officedocument.presentationml.notesSlide+xml"/>
  <Override PartName="/ppt/slides/slide10.xml" ContentType="application/vnd.openxmlformats-officedocument.presentationml.slide+xml"/>
  <Override PartName="/ppt/notesSlides/notesSlide3.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8" r:id="rId1"/>
    <p:sldMasterId id="2147483829" r:id="rId2"/>
    <p:sldMasterId id="2147483830" r:id="rId3"/>
    <p:sldMasterId id="2147483831"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Section par défaut" id="{D57B21AD-B6CD-49C4-8F21-F21D0058913F}">
          <p14:sldIdLst>
            <p14:sldId id="256"/>
            <p14:sldId id="257"/>
          </p14:sldIdLst>
        </p14:section>
        <p14:section name="FIN" id="{F9BB27DB-5C58-47A1-A1B8-D46C8599990A}">
          <p14:sldIdLst>
            <p14:sldId id="258"/>
          </p14:sldIdLst>
        </p14:section>
        <p14:section name="Synthèse Financière" id="{D8B3750C-8AF9-4BCC-9CA5-30A4E1A4A7E4}">
          <p14:sldIdLst>
            <p14:sldId id="259"/>
            <p14:sldId id="260"/>
            <p14:sldId id="261"/>
            <p14:sldId id="262"/>
            <p14:sldId id="263"/>
            <p14:sldId id="264"/>
            <p14:sldId id="265"/>
            <p14:sldId id="266"/>
            <p14:sldId id="267"/>
          </p14:sldIdLst>
        </p14:section>
      </p14:sectionLst>
    </p:ext>
  </p:extLst>
  <p:notesMasterIdLst>
    <p:notesMasterId r:id="rId22"/>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17" Type="http://schemas.openxmlformats.org/officeDocument/2006/relationships/theme" Target="theme/theme1.xml"/><Relationship Id="rId18" Type="http://schemas.openxmlformats.org/officeDocument/2006/relationships/viewProps" Target="viewProps.xml"/><Relationship Id="rId19" Type="http://schemas.openxmlformats.org/officeDocument/2006/relationships/presProps" Target="presProps.xml"/><Relationship Id="rId20" Type="http://schemas.microsoft.com/office/2015/10/relationships/revisionInfo" Target="revisionInfo.xml"/><Relationship Id="rId21" Type="http://schemas.openxmlformats.org/officeDocument/2006/relationships/tableStyles" Target="tableStyles.xml"/><Relationship Id="rId22" Type="http://schemas.openxmlformats.org/officeDocument/2006/relationships/notesMaster" Target="notesMasters/notesMaster1.xml"/><Relationship Id="rId23" Type="http://schemas.openxmlformats.org/officeDocument/2006/relationships/theme" Target="theme/theme4.xml"/><Relationship Id="rId24"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01/04/2025</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01/04/2025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01/04/2025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01/04/2025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01/04/2025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780" r:id="rId2"/>
    <p:sldLayoutId id="2147483781" r:id="rId3"/>
    <p:sldLayoutId id="2147483782" r:id="rId4"/>
    <p:sldLayoutId id="2147483783" r:id="rId5"/>
    <p:sldLayoutId id="2147483784" r:id="rId6"/>
    <p:sldLayoutId id="2147483785" r:id="rId7"/>
    <p:sldLayoutId id="2147483786" r:id="rId8"/>
    <p:sldLayoutId id="2147483787" r:id="rId9"/>
    <p:sldLayoutId id="2147483788" r:id="rId10"/>
    <p:sldLayoutId id="2147483789" r:id="rId11"/>
    <p:sldLayoutId id="2147483790" r:id="rId12"/>
    <p:sldLayoutId id="2147483791" r:id="rId13"/>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jpe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jpeg"/></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png"/><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28.png"/><Relationship Id="rId3" Type="http://schemas.openxmlformats.org/officeDocument/2006/relationships/image" Target="../media/image29.svg"/><Relationship Id="rId7" Type="http://schemas.openxmlformats.org/officeDocument/2006/relationships/image" Target="../media/image30.svg"/><Relationship Id="rId12" Type="http://schemas.openxmlformats.org/officeDocument/2006/relationships/image" Target="../media/image31.svg"/><Relationship Id="rId2" Type="http://schemas.openxmlformats.org/officeDocument/2006/relationships/image" Target="../media/image32.png"/><Relationship Id="rId1" Type="http://schemas.openxmlformats.org/officeDocument/2006/relationships/slideLayout" Target="../slideLayouts/slideLayout24.xml"/><Relationship Id="rId6" Type="http://schemas.openxmlformats.org/officeDocument/2006/relationships/image" Target="../media/image33.png"/><Relationship Id="rId11" Type="http://schemas.openxmlformats.org/officeDocument/2006/relationships/image" Target="../media/image34.png"/><Relationship Id="rId5" Type="http://schemas.openxmlformats.org/officeDocument/2006/relationships/image" Target="../media/image35.png"/><Relationship Id="rId10" Type="http://schemas.openxmlformats.org/officeDocument/2006/relationships/image" Target="../media/image36.svg"/><Relationship Id="rId4" Type="http://schemas.openxmlformats.org/officeDocument/2006/relationships/image" Target="../media/image27.png"/><Relationship Id="rId9" Type="http://schemas.openxmlformats.org/officeDocument/2006/relationships/image" Target="../media/image37.png"/><Relationship Id="rId14" Type="http://schemas.openxmlformats.org/officeDocument/2006/relationships/image" Target="../media/image38.svg"/></Relationships>

</file>

<file path=ppt/slides/_rels/slide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41.png"/><Relationship Id="rId1" Type="http://schemas.openxmlformats.org/officeDocument/2006/relationships/slideLayout" Target="../slideLayouts/slideLayout17.xml"/><Relationship Id="rId6" Type="http://schemas.openxmlformats.org/officeDocument/2006/relationships/image" Target="../media/image26.png"/><Relationship Id="rId5" Type="http://schemas.openxmlformats.org/officeDocument/2006/relationships/image" Target="../media/image42.jpeg"/><Relationship Id="rId4" Type="http://schemas.openxmlformats.org/officeDocument/2006/relationships/image" Target="../media/image43.png"/></Relationships>

</file>

<file path=ppt/slides/_rels/slide1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12</Slides>
  <Notes>3</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