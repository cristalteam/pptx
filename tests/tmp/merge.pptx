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3.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theme/theme4.xml" ContentType="application/vnd.openxmlformats-officedocument.theme+xml"/>
  <Override PartName="/ppt/slideLayouts/slideLayout13.xml" ContentType="application/vnd.openxmlformats-officedocument.presentationml.slideLayout+xml"/>
  <Override PartName="/ppt/slideMasters/slideMaster4.xml" ContentType="application/vnd.openxmlformats-officedocument.presentationml.slideMaster+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5.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s/slide4.xml" ContentType="application/vnd.openxmlformats-officedocument.presentationml.slide+xml"/>
  <Override PartName="/ppt/notesSlides/notesSlide2.xml" ContentType="application/vnd.openxmlformats-officedocument.presentationml.notesSlide+xml"/>
  <Override PartName="/ppt/slides/slide5.xml" ContentType="application/vnd.openxmlformats-officedocument.presentationml.slide+xml"/>
  <Override PartName="/ppt/notesSlides/notesSlide3.xml" ContentType="application/vnd.openxmlformats-officedocument.presentationml.notesSlide+xml"/>
  <Override PartName="/ppt/slides/slide6.xml" ContentType="application/vnd.openxmlformats-officedocument.presentationml.slide+xml"/>
  <Override PartName="/ppt/notesSlides/notesSlide4.xml" ContentType="application/vnd.openxmlformats-officedocument.presentationml.notesSlide+xml"/>
  <Override PartName="/ppt/slides/slide7.xml" ContentType="application/vnd.openxmlformats-officedocument.presentationml.slide+xml"/>
  <Override PartName="/ppt/notesSlides/notesSlide5.xml" ContentType="application/vnd.openxmlformats-officedocument.presentationml.notesSlide+xml"/>
  <Override PartName="/ppt/slides/slide8.xml" ContentType="application/vnd.openxmlformats-officedocument.presentationml.slide+xml"/>
  <Override PartName="/ppt/notesSlides/notesSlide6.xml" ContentType="application/vnd.openxmlformats-officedocument.presentationml.notesSlide+xml"/>
  <Override PartName="/ppt/slides/slide9.xml" ContentType="application/vnd.openxmlformats-officedocument.presentationml.slide+xml"/>
  <Override PartName="/ppt/notesSlides/notesSlide7.xml" ContentType="application/vnd.openxmlformats-officedocument.presentationml.notesSlide+xml"/>
  <Override PartName="/ppt/slides/slide10.xml" ContentType="application/vnd.openxmlformats-officedocument.presentationml.slide+xml"/>
  <Override PartName="/ppt/notesSlides/notesSlide8.xml" ContentType="application/vnd.openxmlformats-officedocument.presentationml.notesSlide+xml"/>
  <Override PartName="/ppt/slides/slide11.xml" ContentType="application/vnd.openxmlformats-officedocument.presentationml.slide+xml"/>
  <Override PartName="/ppt/notesSlides/notesSlide9.xml" ContentType="application/vnd.openxmlformats-officedocument.presentationml.notesSlide+xml"/>
  <Override PartName="/ppt/slides/slide12.xml" ContentType="application/vnd.openxmlformats-officedocument.presentationml.slide+xml"/>
  <Override PartName="/ppt/notesSlides/notesSlide10.xml" ContentType="application/vnd.openxmlformats-officedocument.presentationml.notesSlide+xml"/>
  <Override PartName="/ppt/slides/slide13.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02" r:id="rId3"/>
    <p:sldMasterId id="2147483903" r:id="rId2"/>
    <p:sldMasterId id="2147483904" r:id="rId1"/>
    <p:sldMasterId id="2147483905"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521415D9-36F7-43E2-AB2F-B90AF26B5E84}">
      <p14:sectionLst xmlns:p14="http://schemas.microsoft.com/office/powerpoint/2010/main">
        <p14:section name="K.AQUITAINE" id="{E6AB169D-2E9C-4DF1-B867-ABC565539D67}">
          <p14:sldIdLst>
            <p14:sldId id="258"/>
          </p14:sldIdLst>
        </p14:section>
        <p14:section name="AGENCE BRIVE" id="{8EE052C1-ED92-44FA-A502-3511BB674C74}">
          <p14:sldIdLst>
            <p14:sldId id="259"/>
          </p14:sldIdLst>
        </p14:section>
        <p14:section name="AGENCE LIMOGES" id="{D524B0B2-E124-443A-9E51-4774EBCC9A19}">
          <p14:sldIdLst>
            <p14:sldId id="260"/>
          </p14:sldIdLst>
        </p14:section>
        <p14:section name="AGENCE PERIGUEUX" id="{89ABD695-17A6-42BC-BEF8-35D644A44AE0}">
          <p14:sldIdLst>
            <p14:sldId id="261"/>
          </p14:sldIdLst>
        </p14:section>
        <p14:section name="AGENCE GUERET" id="{E961A568-CC64-4CC6-B59C-A3F142E52494}">
          <p14:sldIdLst>
            <p14:sldId id="262"/>
          </p14:sldIdLst>
        </p14:section>
        <p14:section name="AGENCE AGEN" id="{DAE32E95-3ABA-4F6E-805C-9C81044B430F}">
          <p14:sldIdLst>
            <p14:sldId id="263"/>
          </p14:sldIdLst>
        </p14:section>
        <p14:section name="AGENCE FLOIRAC" id="{6D393209-0679-4495-818C-7DC2D6F60ED2}">
          <p14:sldIdLst>
            <p14:sldId id="264"/>
          </p14:sldIdLst>
        </p14:section>
        <p14:section name="AGENCE COGNAC" id="{CD94A128-0592-4BA3-B8FC-0E93440F3774}">
          <p14:sldIdLst>
            <p14:sldId id="265"/>
          </p14:sldIdLst>
        </p14:section>
        <p14:section name="AGENCE ANGOULEME" id="{484F0B43-7A3C-425D-BB04-288C5FDEE56C}">
          <p14:sldIdLst>
            <p14:sldId id="266"/>
          </p14:sldIdLst>
        </p14:section>
        <p14:section name="AGENCE PERIGNY" id="{F0CDDB2C-9E29-4FA4-84F1-E119CF9735ED}">
          <p14:sldIdLst>
            <p14:sldId id="267"/>
          </p14:sldIdLst>
        </p14:section>
        <p14:section name="SERVICE TECHNIQUE" id="{758A0E32-66AF-4757-A07D-CEA970A015D5}">
          <p14:sldIdLst>
            <p14:sldId id="268"/>
          </p14:sldIdLst>
        </p14:section>
      </p14:sectionLst>
    </p:ext>
  </p:extLst>
  <p:notesMasterIdLst>
    <p:notesMasterId r:id="rId23"/>
  </p:notesMasterId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F1CB17-5677-411F-958D-9F000751BAB6}" v="4" dt="2024-02-01T13:32:13.4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13" d="100"/>
          <a:sy n="113" d="100"/>
        </p:scale>
        <p:origin x="2635"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6" Type="http://schemas.openxmlformats.org/officeDocument/2006/relationships/slide" Target="slides/slide2.xml"/><Relationship Id="rId5"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 Type="http://schemas.openxmlformats.org/officeDocument/2006/relationships/slideMaster" Target="slideMasters/slideMaster3.xml"/><Relationship Id="rId2" Type="http://schemas.openxmlformats.org/officeDocument/2006/relationships/slideMaster" Target="slideMasters/slideMaster2.xml"/><Relationship Id="rId3" Type="http://schemas.openxmlformats.org/officeDocument/2006/relationships/slideMaster" Target="slideMasters/slideMaster1.xml"/><Relationship Id="rId4" Type="http://schemas.openxmlformats.org/officeDocument/2006/relationships/slideMaster" Target="slideMasters/slideMaster4.xml"/><Relationship Id="rId18" Type="http://schemas.openxmlformats.org/officeDocument/2006/relationships/theme" Target="theme/theme1.xml"/><Relationship Id="rId19" Type="http://schemas.openxmlformats.org/officeDocument/2006/relationships/viewProps" Target="viewProps.xml"/><Relationship Id="rId20" Type="http://schemas.openxmlformats.org/officeDocument/2006/relationships/presProps" Target="presProps.xml"/><Relationship Id="rId21" Type="http://schemas.microsoft.com/office/2015/10/relationships/revisionInfo" Target="revisionInfo.xml"/><Relationship Id="rId22" Type="http://schemas.openxmlformats.org/officeDocument/2006/relationships/tableStyles" Target="tableStyles.xml"/><Relationship Id="rId23" Type="http://schemas.openxmlformats.org/officeDocument/2006/relationships/notesMaster" Target="notesMasters/notesMaster1.xml"/><Relationship Id="rId24" Type="http://schemas.openxmlformats.org/officeDocument/2006/relationships/theme" Target="theme/theme4.xml"/><Relationship Id="rId25" Type="http://schemas.openxmlformats.org/officeDocument/2006/relationships/theme" Target="theme/them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C5B23DFC-0DFA-4E17-9C81-E058AAB29F65}" type="datetimeFigureOut">
              <a:rPr lang="fr-FR" smtClean="0"/>
              <a:t>02/04/2025</a:t>
            </a:fld>
            <a:endParaRPr lang="fr-FR"/>
          </a:p>
        </p:txBody>
      </p:sp>
      <p:sp>
        <p:nvSpPr>
          <p:cNvPr id="4" name="Espace réservé de l'image des diapositives 3"/>
          <p:cNvSpPr>
            <a:spLocks noGrp="1" noRot="1" noChangeAspect="1"/>
          </p:cNvSpPr>
          <p:nvPr>
            <p:ph type="sldImg" idx="2"/>
          </p:nvPr>
        </p:nvSpPr>
        <p:spPr>
          <a:xfrm>
            <a:off x="2935288" y="857250"/>
            <a:ext cx="3273425"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E54D3FE2-D2E2-4D6B-A166-60C404FF1AD1}" type="slidenum">
              <a:rPr lang="fr-FR" smtClean="0"/>
              <a:t>‹N°›</a:t>
            </a:fld>
            <a:endParaRPr lang="fr-FR"/>
          </a:p>
        </p:txBody>
      </p:sp>
    </p:spTree>
    <p:extLst>
      <p:ext uri="{BB962C8B-B14F-4D97-AF65-F5344CB8AC3E}">
        <p14:creationId xmlns:p14="http://schemas.microsoft.com/office/powerpoint/2010/main" val="16139521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54D3FE2-D2E2-4D6B-A166-60C404FF1AD1}" type="slidenum">
              <a:rPr lang="fr-FR" smtClean="0"/>
              <a:t>1</a:t>
            </a:fld>
            <a:endParaRPr lang="fr-FR"/>
          </a:p>
        </p:txBody>
      </p:sp>
    </p:spTree>
    <p:extLst>
      <p:ext uri="{BB962C8B-B14F-4D97-AF65-F5344CB8AC3E}">
        <p14:creationId xmlns:p14="http://schemas.microsoft.com/office/powerpoint/2010/main" val="38968823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33C73-85CA-3210-4845-47AD14FDD5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BE9F56F-2666-31A5-7307-83A184AD5FA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16E18B2-14AC-BFE8-F018-7094DC51C951}"/>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3D4F9F7-5106-DB26-9EC4-1A8DF4A6A404}"/>
              </a:ext>
            </a:extLst>
          </p:cNvPr>
          <p:cNvSpPr>
            <a:spLocks noGrp="1"/>
          </p:cNvSpPr>
          <p:nvPr>
            <p:ph type="sldNum" sz="quarter" idx="5"/>
          </p:nvPr>
        </p:nvSpPr>
        <p:spPr/>
        <p:txBody>
          <a:bodyPr/>
          <a:lstStyle/>
          <a:p>
            <a:fld id="{E54D3FE2-D2E2-4D6B-A166-60C404FF1AD1}" type="slidenum">
              <a:rPr lang="fr-FR" smtClean="0"/>
              <a:t>2</a:t>
            </a:fld>
            <a:endParaRPr lang="fr-FR"/>
          </a:p>
        </p:txBody>
      </p:sp>
    </p:spTree>
    <p:extLst>
      <p:ext uri="{BB962C8B-B14F-4D97-AF65-F5344CB8AC3E}">
        <p14:creationId xmlns:p14="http://schemas.microsoft.com/office/powerpoint/2010/main" val="1779376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3865-29C3-3FCF-E13F-4FB58013CB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BDCBF3-226E-1F58-1312-84E70ADE1B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4F20F1-9951-91A3-9DB8-D8707EBEC8E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6D0F768-C24E-0459-C407-2ACB56042397}"/>
              </a:ext>
            </a:extLst>
          </p:cNvPr>
          <p:cNvSpPr>
            <a:spLocks noGrp="1"/>
          </p:cNvSpPr>
          <p:nvPr>
            <p:ph type="sldNum" sz="quarter" idx="5"/>
          </p:nvPr>
        </p:nvSpPr>
        <p:spPr/>
        <p:txBody>
          <a:bodyPr/>
          <a:lstStyle/>
          <a:p>
            <a:fld id="{E54D3FE2-D2E2-4D6B-A166-60C404FF1AD1}" type="slidenum">
              <a:rPr lang="fr-FR" smtClean="0"/>
              <a:t>3</a:t>
            </a:fld>
            <a:endParaRPr lang="fr-FR"/>
          </a:p>
        </p:txBody>
      </p:sp>
    </p:spTree>
    <p:extLst>
      <p:ext uri="{BB962C8B-B14F-4D97-AF65-F5344CB8AC3E}">
        <p14:creationId xmlns:p14="http://schemas.microsoft.com/office/powerpoint/2010/main" val="6912902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A32EC-FB5F-FABD-8607-234DA045CA8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E2F006D-997C-F1B3-F569-A2A98EAB8F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F56A871-9B9B-DC8A-9387-5E3E21FC3B2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CEA8D58-433C-0CFE-1E7E-6363316BE840}"/>
              </a:ext>
            </a:extLst>
          </p:cNvPr>
          <p:cNvSpPr>
            <a:spLocks noGrp="1"/>
          </p:cNvSpPr>
          <p:nvPr>
            <p:ph type="sldNum" sz="quarter" idx="5"/>
          </p:nvPr>
        </p:nvSpPr>
        <p:spPr/>
        <p:txBody>
          <a:bodyPr/>
          <a:lstStyle/>
          <a:p>
            <a:fld id="{E54D3FE2-D2E2-4D6B-A166-60C404FF1AD1}" type="slidenum">
              <a:rPr lang="fr-FR" smtClean="0"/>
              <a:t>4</a:t>
            </a:fld>
            <a:endParaRPr lang="fr-FR"/>
          </a:p>
        </p:txBody>
      </p:sp>
    </p:spTree>
    <p:extLst>
      <p:ext uri="{BB962C8B-B14F-4D97-AF65-F5344CB8AC3E}">
        <p14:creationId xmlns:p14="http://schemas.microsoft.com/office/powerpoint/2010/main" val="792025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3A0B8-5DDA-E9F8-210E-C4105533F21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55CCD1-5738-011A-A01F-A0B36FF8278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D62E0DF-3987-46D9-2E7E-27146278061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6EA1745-5CC8-7808-8AF2-6E60685AFA3F}"/>
              </a:ext>
            </a:extLst>
          </p:cNvPr>
          <p:cNvSpPr>
            <a:spLocks noGrp="1"/>
          </p:cNvSpPr>
          <p:nvPr>
            <p:ph type="sldNum" sz="quarter" idx="5"/>
          </p:nvPr>
        </p:nvSpPr>
        <p:spPr/>
        <p:txBody>
          <a:bodyPr/>
          <a:lstStyle/>
          <a:p>
            <a:fld id="{E54D3FE2-D2E2-4D6B-A166-60C404FF1AD1}" type="slidenum">
              <a:rPr lang="fr-FR" smtClean="0"/>
              <a:t>5</a:t>
            </a:fld>
            <a:endParaRPr lang="fr-FR"/>
          </a:p>
        </p:txBody>
      </p:sp>
    </p:spTree>
    <p:extLst>
      <p:ext uri="{BB962C8B-B14F-4D97-AF65-F5344CB8AC3E}">
        <p14:creationId xmlns:p14="http://schemas.microsoft.com/office/powerpoint/2010/main" val="271689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8A1A3-9A3D-AB23-5621-E57F169F08D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DC5DC62-0A0C-DA76-69D5-4956142A4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35B63C-00A1-4DAD-ED53-5A072CAFB21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051A3E-0D1B-8A2D-8F55-8B10966764AF}"/>
              </a:ext>
            </a:extLst>
          </p:cNvPr>
          <p:cNvSpPr>
            <a:spLocks noGrp="1"/>
          </p:cNvSpPr>
          <p:nvPr>
            <p:ph type="sldNum" sz="quarter" idx="5"/>
          </p:nvPr>
        </p:nvSpPr>
        <p:spPr/>
        <p:txBody>
          <a:bodyPr/>
          <a:lstStyle/>
          <a:p>
            <a:fld id="{E54D3FE2-D2E2-4D6B-A166-60C404FF1AD1}" type="slidenum">
              <a:rPr lang="fr-FR" smtClean="0"/>
              <a:t>6</a:t>
            </a:fld>
            <a:endParaRPr lang="fr-FR"/>
          </a:p>
        </p:txBody>
      </p:sp>
    </p:spTree>
    <p:extLst>
      <p:ext uri="{BB962C8B-B14F-4D97-AF65-F5344CB8AC3E}">
        <p14:creationId xmlns:p14="http://schemas.microsoft.com/office/powerpoint/2010/main" val="1612757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0BB4E-A416-7517-6328-7E2643E3FA8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2F200E-8D9F-8307-F33E-41251FC936F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51F47BE-A4C4-14F4-4EEE-2D4650C979F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997078D-0B11-EB9B-6512-F8A429EE0F63}"/>
              </a:ext>
            </a:extLst>
          </p:cNvPr>
          <p:cNvSpPr>
            <a:spLocks noGrp="1"/>
          </p:cNvSpPr>
          <p:nvPr>
            <p:ph type="sldNum" sz="quarter" idx="5"/>
          </p:nvPr>
        </p:nvSpPr>
        <p:spPr/>
        <p:txBody>
          <a:bodyPr/>
          <a:lstStyle/>
          <a:p>
            <a:fld id="{E54D3FE2-D2E2-4D6B-A166-60C404FF1AD1}" type="slidenum">
              <a:rPr lang="fr-FR" smtClean="0"/>
              <a:t>7</a:t>
            </a:fld>
            <a:endParaRPr lang="fr-FR"/>
          </a:p>
        </p:txBody>
      </p:sp>
    </p:spTree>
    <p:extLst>
      <p:ext uri="{BB962C8B-B14F-4D97-AF65-F5344CB8AC3E}">
        <p14:creationId xmlns:p14="http://schemas.microsoft.com/office/powerpoint/2010/main" val="4163086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D2D74-AC18-770F-E530-E6EF78F0C7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01F5BF6-B03D-8794-778A-D569E07B17C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06F9180-6E37-614D-716B-78BBBCFEB2B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7655C0E-3BF9-596D-6273-CBF1A742D720}"/>
              </a:ext>
            </a:extLst>
          </p:cNvPr>
          <p:cNvSpPr>
            <a:spLocks noGrp="1"/>
          </p:cNvSpPr>
          <p:nvPr>
            <p:ph type="sldNum" sz="quarter" idx="5"/>
          </p:nvPr>
        </p:nvSpPr>
        <p:spPr/>
        <p:txBody>
          <a:bodyPr/>
          <a:lstStyle/>
          <a:p>
            <a:fld id="{E54D3FE2-D2E2-4D6B-A166-60C404FF1AD1}" type="slidenum">
              <a:rPr lang="fr-FR" smtClean="0"/>
              <a:t>8</a:t>
            </a:fld>
            <a:endParaRPr lang="fr-FR"/>
          </a:p>
        </p:txBody>
      </p:sp>
    </p:spTree>
    <p:extLst>
      <p:ext uri="{BB962C8B-B14F-4D97-AF65-F5344CB8AC3E}">
        <p14:creationId xmlns:p14="http://schemas.microsoft.com/office/powerpoint/2010/main" val="27588757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FFE5-4886-A140-3DB4-E6668FE9F1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6BA05A4-FB9B-5CE1-5679-AC262BE0B43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FBF393C-382E-67BF-FA1B-CC1E2C4DC46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6AFBE2F-FFDF-387C-0FAD-969899A83131}"/>
              </a:ext>
            </a:extLst>
          </p:cNvPr>
          <p:cNvSpPr>
            <a:spLocks noGrp="1"/>
          </p:cNvSpPr>
          <p:nvPr>
            <p:ph type="sldNum" sz="quarter" idx="5"/>
          </p:nvPr>
        </p:nvSpPr>
        <p:spPr/>
        <p:txBody>
          <a:bodyPr/>
          <a:lstStyle/>
          <a:p>
            <a:fld id="{E54D3FE2-D2E2-4D6B-A166-60C404FF1AD1}" type="slidenum">
              <a:rPr lang="fr-FR" smtClean="0"/>
              <a:t>9</a:t>
            </a:fld>
            <a:endParaRPr lang="fr-FR"/>
          </a:p>
        </p:txBody>
      </p:sp>
    </p:spTree>
    <p:extLst>
      <p:ext uri="{BB962C8B-B14F-4D97-AF65-F5344CB8AC3E}">
        <p14:creationId xmlns:p14="http://schemas.microsoft.com/office/powerpoint/2010/main" val="39250620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F74DD-9ED2-C935-07E9-9246B85F43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87230F4-78E6-52FD-C0A1-A29399A29C7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22CEEC-CF8C-3793-1E98-4A131E298FF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1AAC1FE-CD5C-F7C9-24A6-9D2E4635B850}"/>
              </a:ext>
            </a:extLst>
          </p:cNvPr>
          <p:cNvSpPr>
            <a:spLocks noGrp="1"/>
          </p:cNvSpPr>
          <p:nvPr>
            <p:ph type="sldNum" sz="quarter" idx="5"/>
          </p:nvPr>
        </p:nvSpPr>
        <p:spPr/>
        <p:txBody>
          <a:bodyPr/>
          <a:lstStyle/>
          <a:p>
            <a:fld id="{E54D3FE2-D2E2-4D6B-A166-60C404FF1AD1}" type="slidenum">
              <a:rPr lang="fr-FR" smtClean="0"/>
              <a:t>10</a:t>
            </a:fld>
            <a:endParaRPr lang="fr-FR"/>
          </a:p>
        </p:txBody>
      </p:sp>
    </p:spTree>
    <p:extLst>
      <p:ext uri="{BB962C8B-B14F-4D97-AF65-F5344CB8AC3E}">
        <p14:creationId xmlns:p14="http://schemas.microsoft.com/office/powerpoint/2010/main" val="9283029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9E21C-9595-D3A8-592F-CA00B32405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1DB62A-493D-6C2C-D8DC-DEE38388F8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651AA97-4479-823B-A8B3-28B596BCFB1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BC762FD-13F2-9E17-D6A8-333DD66200C7}"/>
              </a:ext>
            </a:extLst>
          </p:cNvPr>
          <p:cNvSpPr>
            <a:spLocks noGrp="1"/>
          </p:cNvSpPr>
          <p:nvPr>
            <p:ph type="sldNum" sz="quarter" idx="5"/>
          </p:nvPr>
        </p:nvSpPr>
        <p:spPr/>
        <p:txBody>
          <a:bodyPr/>
          <a:lstStyle/>
          <a:p>
            <a:fld id="{E54D3FE2-D2E2-4D6B-A166-60C404FF1AD1}" type="slidenum">
              <a:rPr lang="fr-FR" smtClean="0"/>
              <a:t>11</a:t>
            </a:fld>
            <a:endParaRPr lang="fr-FR"/>
          </a:p>
        </p:txBody>
      </p:sp>
    </p:spTree>
    <p:extLst>
      <p:ext uri="{BB962C8B-B14F-4D97-AF65-F5344CB8AC3E}">
        <p14:creationId xmlns:p14="http://schemas.microsoft.com/office/powerpoint/2010/main" val="25124094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hyperlink" Target="https://www.facebook.com/koesioconnexion" TargetMode="External"/><Relationship Id="rId3" Type="http://schemas.openxmlformats.org/officeDocument/2006/relationships/image" Target="../media/image3.svg"/><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hyperlink" Target="https://www.instagram.com/koesio_officiel/?hl=en" TargetMode="Externa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hyperlink" Target="https://www.linkedin.com/company/koesio/mycompany/" TargetMode="External"/><Relationship Id="rId4" Type="http://schemas.openxmlformats.org/officeDocument/2006/relationships/hyperlink" Target="https://www.youtube.com/c/Koesio" TargetMode="External"/><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 Id="rId9" Type="http://schemas.openxmlformats.org/officeDocument/2006/relationships/image" Target="../media/image16.jp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17.jp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FIN 1">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0741D01F-080E-9DEC-23A8-A2C62753752A}"/>
              </a:ext>
            </a:extLst>
          </p:cNvPr>
          <p:cNvPicPr>
            <a:picLocks noChangeAspect="1"/>
          </p:cNvPicPr>
          <p:nvPr userDrawn="1"/>
        </p:nvPicPr>
        <p:blipFill>
          <a:blip r:embed="rId2"/>
          <a:stretch>
            <a:fillRect/>
          </a:stretch>
        </p:blipFill>
        <p:spPr>
          <a:xfrm>
            <a:off x="5037358" y="3025902"/>
            <a:ext cx="2117284" cy="806196"/>
          </a:xfrm>
          <a:prstGeom prst="rect">
            <a:avLst/>
          </a:prstGeom>
        </p:spPr>
      </p:pic>
    </p:spTree>
    <p:extLst>
      <p:ext uri="{BB962C8B-B14F-4D97-AF65-F5344CB8AC3E}">
        <p14:creationId xmlns:p14="http://schemas.microsoft.com/office/powerpoint/2010/main" val="3546400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IN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BCA8D4-C9EB-4DFC-BF1E-63A2416E4802}"/>
              </a:ext>
            </a:extLst>
          </p:cNvPr>
          <p:cNvSpPr>
            <a:spLocks noGrp="1" noRot="1" noMove="1" noResize="1" noEditPoints="1" noAdjustHandles="1" noChangeArrowheads="1" noChangeShapeType="1"/>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20" name="Groupe 19">
            <a:extLst>
              <a:ext uri="{FF2B5EF4-FFF2-40B4-BE49-F238E27FC236}">
                <a16:creationId xmlns:a16="http://schemas.microsoft.com/office/drawing/2014/main" id="{F14C13DD-A000-4B02-8C0A-B1C18765CB49}"/>
              </a:ext>
            </a:extLst>
          </p:cNvPr>
          <p:cNvGrpSpPr/>
          <p:nvPr userDrawn="1"/>
        </p:nvGrpSpPr>
        <p:grpSpPr>
          <a:xfrm>
            <a:off x="4759657" y="5320989"/>
            <a:ext cx="3086101" cy="584774"/>
            <a:chOff x="4470124" y="3041102"/>
            <a:chExt cx="4088281" cy="774673"/>
          </a:xfrm>
        </p:grpSpPr>
        <p:pic>
          <p:nvPicPr>
            <p:cNvPr id="4" name="Graphique 3">
              <a:extLst>
                <a:ext uri="{FF2B5EF4-FFF2-40B4-BE49-F238E27FC236}">
                  <a16:creationId xmlns:a16="http://schemas.microsoft.com/office/drawing/2014/main" id="{583E0B67-0EE5-4E29-B167-4286F990C1A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b="27172"/>
            <a:stretch/>
          </p:blipFill>
          <p:spPr>
            <a:xfrm>
              <a:off x="4470124" y="3041102"/>
              <a:ext cx="2349394" cy="649750"/>
            </a:xfrm>
            <a:prstGeom prst="rect">
              <a:avLst/>
            </a:prstGeom>
          </p:spPr>
        </p:pic>
        <p:sp>
          <p:nvSpPr>
            <p:cNvPr id="2" name="ZoneTexte 1">
              <a:extLst>
                <a:ext uri="{FF2B5EF4-FFF2-40B4-BE49-F238E27FC236}">
                  <a16:creationId xmlns:a16="http://schemas.microsoft.com/office/drawing/2014/main" id="{03A28ADC-FFE9-4EB0-9E9A-D5B7F9628DEE}"/>
                </a:ext>
              </a:extLst>
            </p:cNvPr>
            <p:cNvSpPr txBox="1"/>
            <p:nvPr userDrawn="1"/>
          </p:nvSpPr>
          <p:spPr>
            <a:xfrm>
              <a:off x="6757260" y="3041102"/>
              <a:ext cx="1801145" cy="774673"/>
            </a:xfrm>
            <a:prstGeom prst="rect">
              <a:avLst/>
            </a:prstGeom>
            <a:noFill/>
          </p:spPr>
          <p:txBody>
            <a:bodyPr wrap="square" rtlCol="0">
              <a:spAutoFit/>
            </a:bodyPr>
            <a:lstStyle/>
            <a:p>
              <a:pPr algn="l"/>
              <a:r>
                <a:rPr lang="fr-FR" sz="3200" dirty="0">
                  <a:solidFill>
                    <a:schemeClr val="bg1"/>
                  </a:solidFill>
                  <a:latin typeface="+mj-lt"/>
                </a:rPr>
                <a:t>.com</a:t>
              </a:r>
            </a:p>
          </p:txBody>
        </p:sp>
      </p:grpSp>
      <p:pic>
        <p:nvPicPr>
          <p:cNvPr id="10" name="Image 9">
            <a:hlinkClick r:id="rId4"/>
            <a:extLst>
              <a:ext uri="{FF2B5EF4-FFF2-40B4-BE49-F238E27FC236}">
                <a16:creationId xmlns:a16="http://schemas.microsoft.com/office/drawing/2014/main" id="{E6D8F237-B05B-498E-9020-0A7842CDF014}"/>
              </a:ext>
            </a:extLst>
          </p:cNvPr>
          <p:cNvPicPr>
            <a:picLocks noChangeAspect="1"/>
          </p:cNvPicPr>
          <p:nvPr userDrawn="1"/>
        </p:nvPicPr>
        <p:blipFill>
          <a:blip r:embed="rId5"/>
          <a:stretch>
            <a:fillRect/>
          </a:stretch>
        </p:blipFill>
        <p:spPr>
          <a:xfrm>
            <a:off x="5153344" y="6019035"/>
            <a:ext cx="289529" cy="289529"/>
          </a:xfrm>
          <a:prstGeom prst="rect">
            <a:avLst/>
          </a:prstGeom>
        </p:spPr>
      </p:pic>
      <p:pic>
        <p:nvPicPr>
          <p:cNvPr id="11" name="Image 10">
            <a:hlinkClick r:id="rId6"/>
            <a:extLst>
              <a:ext uri="{FF2B5EF4-FFF2-40B4-BE49-F238E27FC236}">
                <a16:creationId xmlns:a16="http://schemas.microsoft.com/office/drawing/2014/main" id="{7FB84005-061C-4BF7-B153-61B7AF51F02C}"/>
              </a:ext>
            </a:extLst>
          </p:cNvPr>
          <p:cNvPicPr>
            <a:picLocks noChangeAspect="1"/>
          </p:cNvPicPr>
          <p:nvPr userDrawn="1"/>
        </p:nvPicPr>
        <p:blipFill>
          <a:blip r:embed="rId7"/>
          <a:stretch>
            <a:fillRect/>
          </a:stretch>
        </p:blipFill>
        <p:spPr>
          <a:xfrm>
            <a:off x="6877390" y="6019035"/>
            <a:ext cx="289529" cy="289529"/>
          </a:xfrm>
          <a:prstGeom prst="rect">
            <a:avLst/>
          </a:prstGeom>
        </p:spPr>
      </p:pic>
      <p:pic>
        <p:nvPicPr>
          <p:cNvPr id="13" name="Image 12">
            <a:hlinkClick r:id="rId8"/>
            <a:extLst>
              <a:ext uri="{FF2B5EF4-FFF2-40B4-BE49-F238E27FC236}">
                <a16:creationId xmlns:a16="http://schemas.microsoft.com/office/drawing/2014/main" id="{BAA3743E-4D3D-4D7D-9CD5-892B381DE3E7}"/>
              </a:ext>
            </a:extLst>
          </p:cNvPr>
          <p:cNvPicPr>
            <a:picLocks noChangeAspect="1"/>
          </p:cNvPicPr>
          <p:nvPr userDrawn="1"/>
        </p:nvPicPr>
        <p:blipFill>
          <a:blip r:embed="rId9"/>
          <a:stretch>
            <a:fillRect/>
          </a:stretch>
        </p:blipFill>
        <p:spPr>
          <a:xfrm>
            <a:off x="6302708" y="6019035"/>
            <a:ext cx="289529" cy="289529"/>
          </a:xfrm>
          <a:prstGeom prst="rect">
            <a:avLst/>
          </a:prstGeom>
        </p:spPr>
      </p:pic>
      <p:pic>
        <p:nvPicPr>
          <p:cNvPr id="15" name="Image 14">
            <a:hlinkClick r:id="rId10"/>
            <a:extLst>
              <a:ext uri="{FF2B5EF4-FFF2-40B4-BE49-F238E27FC236}">
                <a16:creationId xmlns:a16="http://schemas.microsoft.com/office/drawing/2014/main" id="{B35FDEA9-07A2-40F5-ABAB-8B4AAF768132}"/>
              </a:ext>
            </a:extLst>
          </p:cNvPr>
          <p:cNvPicPr>
            <a:picLocks noChangeAspect="1"/>
          </p:cNvPicPr>
          <p:nvPr userDrawn="1"/>
        </p:nvPicPr>
        <p:blipFill>
          <a:blip r:embed="rId11"/>
          <a:stretch>
            <a:fillRect/>
          </a:stretch>
        </p:blipFill>
        <p:spPr>
          <a:xfrm>
            <a:off x="5728026" y="6019035"/>
            <a:ext cx="289529" cy="289529"/>
          </a:xfrm>
          <a:prstGeom prst="rect">
            <a:avLst/>
          </a:prstGeom>
        </p:spPr>
      </p:pic>
    </p:spTree>
    <p:extLst>
      <p:ext uri="{BB962C8B-B14F-4D97-AF65-F5344CB8AC3E}">
        <p14:creationId xmlns:p14="http://schemas.microsoft.com/office/powerpoint/2010/main" val="1937850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DE GARDE 1">
    <p:spTree>
      <p:nvGrpSpPr>
        <p:cNvPr id="1" name=""/>
        <p:cNvGrpSpPr/>
        <p:nvPr/>
      </p:nvGrpSpPr>
      <p:grpSpPr>
        <a:xfrm>
          <a:off x="0" y="0"/>
          <a:ext cx="0" cy="0"/>
          <a:chOff x="0" y="0"/>
          <a:chExt cx="0" cy="0"/>
        </a:xfrm>
      </p:grpSpPr>
      <p:sp>
        <p:nvSpPr>
          <p:cNvPr id="3" name="Espace réservé du texte 31">
            <a:extLst>
              <a:ext uri="{FF2B5EF4-FFF2-40B4-BE49-F238E27FC236}">
                <a16:creationId xmlns:a16="http://schemas.microsoft.com/office/drawing/2014/main" id="{3A1B223F-E50B-15EB-307C-62D224B36262}"/>
              </a:ext>
            </a:extLst>
          </p:cNvPr>
          <p:cNvSpPr>
            <a:spLocks noGrp="1"/>
          </p:cNvSpPr>
          <p:nvPr>
            <p:ph type="body" sz="quarter" idx="10" hasCustomPrompt="1"/>
          </p:nvPr>
        </p:nvSpPr>
        <p:spPr>
          <a:xfrm>
            <a:off x="1146049" y="2165876"/>
            <a:ext cx="5440050" cy="3110047"/>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sp>
        <p:nvSpPr>
          <p:cNvPr id="4" name="Date Placeholder 3">
            <a:extLst>
              <a:ext uri="{FF2B5EF4-FFF2-40B4-BE49-F238E27FC236}">
                <a16:creationId xmlns:a16="http://schemas.microsoft.com/office/drawing/2014/main" id="{67E4020A-659F-513F-DFCD-CFEB4BC2F07A}"/>
              </a:ext>
            </a:extLst>
          </p:cNvPr>
          <p:cNvSpPr>
            <a:spLocks noGrp="1"/>
          </p:cNvSpPr>
          <p:nvPr>
            <p:ph type="dt" sz="half" idx="11"/>
          </p:nvPr>
        </p:nvSpPr>
        <p:spPr>
          <a:xfrm>
            <a:off x="1635952" y="6478296"/>
            <a:ext cx="1048159" cy="255732"/>
          </a:xfrm>
          <a:prstGeom prst="rect">
            <a:avLst/>
          </a:prstGeom>
        </p:spPr>
        <p:txBody>
          <a:bodyPr/>
          <a:lstStyle>
            <a:lvl1pPr algn="l">
              <a:defRPr sz="1100" b="0" i="0">
                <a:solidFill>
                  <a:schemeClr val="tx1"/>
                </a:solidFill>
                <a:latin typeface="+mn-lt"/>
                <a:cs typeface="Arial" panose="020B0604020202020204" pitchFamily="34" charset="0"/>
              </a:defRPr>
            </a:lvl1pPr>
          </a:lstStyle>
          <a:p>
            <a:fld id="{26DE9782-4D0B-4C6D-B3CD-3DD9000CE490}" type="datetime1">
              <a:rPr lang="fr-FR" smtClean="0"/>
              <a:t>11/11/2025</a:t>
            </a:fld>
            <a:endParaRPr lang="fr-FR" dirty="0"/>
          </a:p>
        </p:txBody>
      </p:sp>
      <p:sp>
        <p:nvSpPr>
          <p:cNvPr id="18" name="Rectangle 17">
            <a:extLst>
              <a:ext uri="{FF2B5EF4-FFF2-40B4-BE49-F238E27FC236}">
                <a16:creationId xmlns:a16="http://schemas.microsoft.com/office/drawing/2014/main" id="{C426C5D8-21EB-AE75-2087-7BE39CC77F98}"/>
              </a:ext>
            </a:extLst>
          </p:cNvPr>
          <p:cNvSpPr/>
          <p:nvPr userDrawn="1"/>
        </p:nvSpPr>
        <p:spPr>
          <a:xfrm>
            <a:off x="5289284" y="5688771"/>
            <a:ext cx="1189648" cy="11690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E42457C-18A2-FEC5-EF99-E49879735811}"/>
              </a:ext>
            </a:extLst>
          </p:cNvPr>
          <p:cNvSpPr/>
          <p:nvPr userDrawn="1"/>
        </p:nvSpPr>
        <p:spPr>
          <a:xfrm>
            <a:off x="9842810" y="1169068"/>
            <a:ext cx="2360115" cy="116906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967B491-5642-B295-35E5-78733944325E}"/>
              </a:ext>
            </a:extLst>
          </p:cNvPr>
          <p:cNvSpPr/>
          <p:nvPr userDrawn="1"/>
        </p:nvSpPr>
        <p:spPr>
          <a:xfrm>
            <a:off x="6476320" y="1169068"/>
            <a:ext cx="1195349" cy="116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9BE47A0D-27C3-7AAA-69BD-C35EB6E41AF3}"/>
              </a:ext>
            </a:extLst>
          </p:cNvPr>
          <p:cNvSpPr/>
          <p:nvPr userDrawn="1"/>
        </p:nvSpPr>
        <p:spPr>
          <a:xfrm>
            <a:off x="8647462" y="0"/>
            <a:ext cx="1195348" cy="1148483"/>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36B2BA35-32B5-D466-26C8-7851DD313726}"/>
              </a:ext>
            </a:extLst>
          </p:cNvPr>
          <p:cNvSpPr/>
          <p:nvPr userDrawn="1"/>
        </p:nvSpPr>
        <p:spPr>
          <a:xfrm>
            <a:off x="226128" y="5667865"/>
            <a:ext cx="1195348" cy="11898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F8DF5559-7956-477A-E890-5EE35D808F74}"/>
              </a:ext>
            </a:extLst>
          </p:cNvPr>
          <p:cNvSpPr/>
          <p:nvPr userDrawn="1"/>
        </p:nvSpPr>
        <p:spPr>
          <a:xfrm>
            <a:off x="6478933" y="5688771"/>
            <a:ext cx="1195348" cy="11689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5E7E2D08-BD90-ADC1-8B9A-1EC81D8DE2C9}"/>
              </a:ext>
            </a:extLst>
          </p:cNvPr>
          <p:cNvSpPr/>
          <p:nvPr userDrawn="1"/>
        </p:nvSpPr>
        <p:spPr>
          <a:xfrm>
            <a:off x="5280971" y="1"/>
            <a:ext cx="1195349" cy="116906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space réservé pour une image  10">
            <a:extLst>
              <a:ext uri="{FF2B5EF4-FFF2-40B4-BE49-F238E27FC236}">
                <a16:creationId xmlns:a16="http://schemas.microsoft.com/office/drawing/2014/main" id="{0FF35F65-B35C-A7C9-CC94-C48002CFD42A}"/>
              </a:ext>
            </a:extLst>
          </p:cNvPr>
          <p:cNvSpPr>
            <a:spLocks noGrp="1"/>
          </p:cNvSpPr>
          <p:nvPr>
            <p:ph type="pic" sz="quarter" idx="12" hasCustomPrompt="1"/>
          </p:nvPr>
        </p:nvSpPr>
        <p:spPr>
          <a:xfrm>
            <a:off x="7671669" y="2338135"/>
            <a:ext cx="4520331" cy="4520332"/>
          </a:xfrm>
          <a:prstGeom prst="rect">
            <a:avLst/>
          </a:prstGeom>
          <a:solidFill>
            <a:schemeClr val="tx2"/>
          </a:solidFill>
        </p:spPr>
        <p:txBody>
          <a:bodyPr anchor="ctr"/>
          <a:lstStyle>
            <a:lvl1pPr marL="0" indent="0" algn="ctr">
              <a:buNone/>
              <a:defRPr>
                <a:solidFill>
                  <a:schemeClr val="bg1"/>
                </a:solidFill>
              </a:defRPr>
            </a:lvl1pPr>
          </a:lstStyle>
          <a:p>
            <a:r>
              <a:rPr lang="fr-FR" dirty="0"/>
              <a:t>Insérez une image si vous le souhaitez</a:t>
            </a:r>
          </a:p>
        </p:txBody>
      </p:sp>
    </p:spTree>
    <p:extLst>
      <p:ext uri="{BB962C8B-B14F-4D97-AF65-F5344CB8AC3E}">
        <p14:creationId xmlns:p14="http://schemas.microsoft.com/office/powerpoint/2010/main" val="40983734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DE GARDE 2">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769B97DB-C140-B9EB-B800-A620B53284B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9946"/>
            <a:ext cx="1719261" cy="1733775"/>
          </a:xfrm>
          <a:prstGeom prst="rect">
            <a:avLst/>
          </a:prstGeom>
        </p:spPr>
      </p:pic>
      <p:pic>
        <p:nvPicPr>
          <p:cNvPr id="6" name="Image 5">
            <a:extLst>
              <a:ext uri="{FF2B5EF4-FFF2-40B4-BE49-F238E27FC236}">
                <a16:creationId xmlns:a16="http://schemas.microsoft.com/office/drawing/2014/main" id="{6E2D0B89-47C9-A5FB-B99B-D982963F3D4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8" name="Image 7">
            <a:extLst>
              <a:ext uri="{FF2B5EF4-FFF2-40B4-BE49-F238E27FC236}">
                <a16:creationId xmlns:a16="http://schemas.microsoft.com/office/drawing/2014/main" id="{76271C56-F65D-0B92-67AF-26956F6F6B0B}"/>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10" name="Image 9">
            <a:extLst>
              <a:ext uri="{FF2B5EF4-FFF2-40B4-BE49-F238E27FC236}">
                <a16:creationId xmlns:a16="http://schemas.microsoft.com/office/drawing/2014/main" id="{E5203ED4-3909-8C5C-EF73-C613952D4435}"/>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12" name="Image 11">
            <a:extLst>
              <a:ext uri="{FF2B5EF4-FFF2-40B4-BE49-F238E27FC236}">
                <a16:creationId xmlns:a16="http://schemas.microsoft.com/office/drawing/2014/main" id="{F75FAE46-E0BE-4AF3-32E7-AD089466656D}"/>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4" name="Image 13">
            <a:extLst>
              <a:ext uri="{FF2B5EF4-FFF2-40B4-BE49-F238E27FC236}">
                <a16:creationId xmlns:a16="http://schemas.microsoft.com/office/drawing/2014/main" id="{FF5C4A08-71AF-3215-BB90-AD0F8DE6F513}"/>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sp>
        <p:nvSpPr>
          <p:cNvPr id="16" name="Espace réservé du texte 31">
            <a:extLst>
              <a:ext uri="{FF2B5EF4-FFF2-40B4-BE49-F238E27FC236}">
                <a16:creationId xmlns:a16="http://schemas.microsoft.com/office/drawing/2014/main" id="{2C6638B5-14C8-B1E7-8A44-A18951B0C504}"/>
              </a:ext>
            </a:extLst>
          </p:cNvPr>
          <p:cNvSpPr>
            <a:spLocks noGrp="1"/>
          </p:cNvSpPr>
          <p:nvPr>
            <p:ph type="body" sz="quarter" idx="10" hasCustomPrompt="1"/>
          </p:nvPr>
        </p:nvSpPr>
        <p:spPr>
          <a:xfrm>
            <a:off x="1361806" y="1859338"/>
            <a:ext cx="6455563" cy="2929359"/>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pic>
        <p:nvPicPr>
          <p:cNvPr id="22" name="Image 21">
            <a:extLst>
              <a:ext uri="{FF2B5EF4-FFF2-40B4-BE49-F238E27FC236}">
                <a16:creationId xmlns:a16="http://schemas.microsoft.com/office/drawing/2014/main" id="{D242288D-44D8-723E-798C-B09619AED8F9}"/>
              </a:ext>
            </a:extLst>
          </p:cNvPr>
          <p:cNvPicPr>
            <a:picLocks noChangeAspect="1"/>
          </p:cNvPicPr>
          <p:nvPr userDrawn="1"/>
        </p:nvPicPr>
        <p:blipFill>
          <a:blip r:embed="rId8" cstate="print">
            <a:extLst>
              <a:ext uri="{28A0092B-C50C-407E-A947-70E740481C1C}">
                <a14:useLocalDpi xmlns:a14="http://schemas.microsoft.com/office/drawing/2010/main"/>
              </a:ext>
            </a:extLst>
          </a:blip>
          <a:stretch>
            <a:fillRect/>
          </a:stretch>
        </p:blipFill>
        <p:spPr>
          <a:xfrm>
            <a:off x="8753476" y="3424460"/>
            <a:ext cx="1719261" cy="1719261"/>
          </a:xfrm>
          <a:prstGeom prst="rect">
            <a:avLst/>
          </a:prstGeom>
        </p:spPr>
      </p:pic>
      <p:sp>
        <p:nvSpPr>
          <p:cNvPr id="26" name="Date Placeholder 3">
            <a:extLst>
              <a:ext uri="{FF2B5EF4-FFF2-40B4-BE49-F238E27FC236}">
                <a16:creationId xmlns:a16="http://schemas.microsoft.com/office/drawing/2014/main" id="{8D8B3FFB-ED4C-0C67-070A-6B560458D447}"/>
              </a:ext>
            </a:extLst>
          </p:cNvPr>
          <p:cNvSpPr>
            <a:spLocks noGrp="1"/>
          </p:cNvSpPr>
          <p:nvPr>
            <p:ph type="dt" sz="half" idx="11"/>
          </p:nvPr>
        </p:nvSpPr>
        <p:spPr>
          <a:xfrm>
            <a:off x="10778338" y="6454193"/>
            <a:ext cx="1231451" cy="255732"/>
          </a:xfrm>
          <a:prstGeom prst="rect">
            <a:avLst/>
          </a:prstGeom>
        </p:spPr>
        <p:txBody>
          <a:bodyPr/>
          <a:lstStyle>
            <a:lvl1pPr algn="r">
              <a:defRPr sz="1100" b="0" i="0">
                <a:solidFill>
                  <a:schemeClr val="tx1"/>
                </a:solidFill>
                <a:latin typeface="+mn-lt"/>
                <a:cs typeface="Arial" panose="020B0604020202020204" pitchFamily="34" charset="0"/>
              </a:defRPr>
            </a:lvl1pPr>
          </a:lstStyle>
          <a:p>
            <a:fld id="{26DE9782-4D0B-4C6D-B3CD-3DD9000CE490}" type="datetime1">
              <a:rPr lang="fr-FR" smtClean="0"/>
              <a:pPr/>
              <a:t>11/11/2025</a:t>
            </a:fld>
            <a:endParaRPr lang="fr-FR" dirty="0"/>
          </a:p>
        </p:txBody>
      </p:sp>
      <p:pic>
        <p:nvPicPr>
          <p:cNvPr id="27" name="Image 26">
            <a:extLst>
              <a:ext uri="{FF2B5EF4-FFF2-40B4-BE49-F238E27FC236}">
                <a16:creationId xmlns:a16="http://schemas.microsoft.com/office/drawing/2014/main" id="{0E59C4DD-DD58-DB57-1F14-9B0EAAB4CCEF}"/>
              </a:ext>
            </a:extLst>
          </p:cNvPr>
          <p:cNvPicPr>
            <a:picLocks noChangeAspect="1"/>
          </p:cNvPicPr>
          <p:nvPr userDrawn="1"/>
        </p:nvPicPr>
        <p:blipFill>
          <a:blip r:embed="rId9"/>
          <a:stretch>
            <a:fillRect/>
          </a:stretch>
        </p:blipFill>
        <p:spPr>
          <a:xfrm>
            <a:off x="1920048" y="5162771"/>
            <a:ext cx="1719262" cy="1719266"/>
          </a:xfrm>
          <a:prstGeom prst="rect">
            <a:avLst/>
          </a:prstGeom>
        </p:spPr>
      </p:pic>
    </p:spTree>
    <p:extLst>
      <p:ext uri="{BB962C8B-B14F-4D97-AF65-F5344CB8AC3E}">
        <p14:creationId xmlns:p14="http://schemas.microsoft.com/office/powerpoint/2010/main" val="3069111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7" y="1700207"/>
            <a:ext cx="10239982" cy="515779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046602" y="2291703"/>
            <a:ext cx="6847245" cy="3035558"/>
          </a:xfrm>
          <a:prstGeom prst="rect">
            <a:avLst/>
          </a:prstGeom>
        </p:spPr>
        <p:txBody>
          <a:bodyPr>
            <a:normAutofit/>
          </a:bodyPr>
          <a:lstStyle>
            <a:lvl1pPr marL="0" indent="0" algn="l">
              <a:buNone/>
              <a:defRPr sz="4400" b="1">
                <a:solidFill>
                  <a:schemeClr val="bg1"/>
                </a:solidFill>
                <a:latin typeface="+mj-lt"/>
              </a:defRPr>
            </a:lvl1pPr>
          </a:lstStyle>
          <a:p>
            <a:pPr lvl="0"/>
            <a:r>
              <a:rPr lang="fr-FR" dirty="0"/>
              <a:t>Insérez le titre de votre présentation</a:t>
            </a:r>
          </a:p>
        </p:txBody>
      </p:sp>
      <p:pic>
        <p:nvPicPr>
          <p:cNvPr id="2" name="Image 1">
            <a:extLst>
              <a:ext uri="{FF2B5EF4-FFF2-40B4-BE49-F238E27FC236}">
                <a16:creationId xmlns:a16="http://schemas.microsoft.com/office/drawing/2014/main" id="{F28D623E-EF34-3B34-20FA-80F003A0163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1633"/>
            <a:ext cx="1719261" cy="1733775"/>
          </a:xfrm>
          <a:prstGeom prst="rect">
            <a:avLst/>
          </a:prstGeom>
        </p:spPr>
      </p:pic>
      <p:pic>
        <p:nvPicPr>
          <p:cNvPr id="5" name="Image 4">
            <a:extLst>
              <a:ext uri="{FF2B5EF4-FFF2-40B4-BE49-F238E27FC236}">
                <a16:creationId xmlns:a16="http://schemas.microsoft.com/office/drawing/2014/main" id="{5DEC03A8-ECFA-2A3D-3F23-53F4D04EEC1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6" name="Image 5">
            <a:extLst>
              <a:ext uri="{FF2B5EF4-FFF2-40B4-BE49-F238E27FC236}">
                <a16:creationId xmlns:a16="http://schemas.microsoft.com/office/drawing/2014/main" id="{970CFFC5-943D-40FD-BDF8-3DCE642B5DBA}"/>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8" name="Image 7">
            <a:extLst>
              <a:ext uri="{FF2B5EF4-FFF2-40B4-BE49-F238E27FC236}">
                <a16:creationId xmlns:a16="http://schemas.microsoft.com/office/drawing/2014/main" id="{1B872D38-540D-C24B-50C0-EB49639E9BAC}"/>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9" name="Image 8">
            <a:extLst>
              <a:ext uri="{FF2B5EF4-FFF2-40B4-BE49-F238E27FC236}">
                <a16:creationId xmlns:a16="http://schemas.microsoft.com/office/drawing/2014/main" id="{E72C6927-9634-E75D-C929-A481B8F2D274}"/>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0" name="Image 9">
            <a:extLst>
              <a:ext uri="{FF2B5EF4-FFF2-40B4-BE49-F238E27FC236}">
                <a16:creationId xmlns:a16="http://schemas.microsoft.com/office/drawing/2014/main" id="{8AC825FD-7A9A-CD13-4E72-73F48DA9BB62}"/>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pic>
        <p:nvPicPr>
          <p:cNvPr id="12" name="Image 11">
            <a:extLst>
              <a:ext uri="{FF2B5EF4-FFF2-40B4-BE49-F238E27FC236}">
                <a16:creationId xmlns:a16="http://schemas.microsoft.com/office/drawing/2014/main" id="{FFE9A6D5-8CFA-C4E3-3F37-29A21D3A2CCC}"/>
              </a:ext>
            </a:extLst>
          </p:cNvPr>
          <p:cNvPicPr>
            <a:picLocks noChangeAspect="1"/>
          </p:cNvPicPr>
          <p:nvPr userDrawn="1"/>
        </p:nvPicPr>
        <p:blipFill>
          <a:blip r:embed="rId8"/>
          <a:stretch>
            <a:fillRect/>
          </a:stretch>
        </p:blipFill>
        <p:spPr>
          <a:xfrm>
            <a:off x="8753476" y="3418251"/>
            <a:ext cx="1719261" cy="1719261"/>
          </a:xfrm>
          <a:prstGeom prst="rect">
            <a:avLst/>
          </a:prstGeom>
        </p:spPr>
      </p:pic>
      <p:sp>
        <p:nvSpPr>
          <p:cNvPr id="13" name="Date Placeholder 3">
            <a:extLst>
              <a:ext uri="{FF2B5EF4-FFF2-40B4-BE49-F238E27FC236}">
                <a16:creationId xmlns:a16="http://schemas.microsoft.com/office/drawing/2014/main" id="{2EC96915-BBD7-81A6-D4D8-87DB7177BD10}"/>
              </a:ext>
            </a:extLst>
          </p:cNvPr>
          <p:cNvSpPr>
            <a:spLocks noGrp="1"/>
          </p:cNvSpPr>
          <p:nvPr>
            <p:ph type="dt" sz="half" idx="11"/>
          </p:nvPr>
        </p:nvSpPr>
        <p:spPr>
          <a:xfrm>
            <a:off x="1046602" y="6225872"/>
            <a:ext cx="1231451" cy="255732"/>
          </a:xfrm>
          <a:prstGeom prst="rect">
            <a:avLst/>
          </a:prstGeom>
        </p:spPr>
        <p:txBody>
          <a:bodyPr/>
          <a:lstStyle>
            <a:lvl1pPr algn="l">
              <a:defRPr sz="1100" b="0" i="0">
                <a:solidFill>
                  <a:schemeClr val="bg1"/>
                </a:solidFill>
                <a:latin typeface="+mn-lt"/>
                <a:cs typeface="Arial" panose="020B0604020202020204" pitchFamily="34" charset="0"/>
              </a:defRPr>
            </a:lvl1pPr>
          </a:lstStyle>
          <a:p>
            <a:fld id="{26DE9782-4D0B-4C6D-B3CD-3DD9000CE490}" type="datetime1">
              <a:rPr lang="fr-FR" smtClean="0"/>
              <a:pPr/>
              <a:t>11/11/2025</a:t>
            </a:fld>
            <a:endParaRPr lang="fr-FR" dirty="0"/>
          </a:p>
        </p:txBody>
      </p:sp>
    </p:spTree>
    <p:extLst>
      <p:ext uri="{BB962C8B-B14F-4D97-AF65-F5344CB8AC3E}">
        <p14:creationId xmlns:p14="http://schemas.microsoft.com/office/powerpoint/2010/main" val="1421735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6" y="1978430"/>
            <a:ext cx="11959245" cy="48795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995055" y="3386081"/>
            <a:ext cx="8395854" cy="2064268"/>
          </a:xfrm>
          <a:prstGeom prst="rect">
            <a:avLst/>
          </a:prstGeom>
        </p:spPr>
        <p:txBody>
          <a:bodyPr>
            <a:normAutofit/>
          </a:bodyPr>
          <a:lstStyle>
            <a:lvl1pPr marL="0" indent="0" algn="ctr">
              <a:buNone/>
              <a:defRPr sz="4400" b="1">
                <a:solidFill>
                  <a:schemeClr val="bg1"/>
                </a:solidFill>
                <a:latin typeface="+mj-lt"/>
              </a:defRPr>
            </a:lvl1pPr>
          </a:lstStyle>
          <a:p>
            <a:pPr lvl="0"/>
            <a:r>
              <a:rPr lang="fr-FR" dirty="0"/>
              <a:t>Insérez le titre de votre présentation</a:t>
            </a:r>
          </a:p>
        </p:txBody>
      </p:sp>
      <p:pic>
        <p:nvPicPr>
          <p:cNvPr id="7" name="Image 6">
            <a:extLst>
              <a:ext uri="{FF2B5EF4-FFF2-40B4-BE49-F238E27FC236}">
                <a16:creationId xmlns:a16="http://schemas.microsoft.com/office/drawing/2014/main" id="{48DC0CFA-4938-150C-953D-F281F6659095}"/>
              </a:ext>
            </a:extLst>
          </p:cNvPr>
          <p:cNvPicPr>
            <a:picLocks noChangeAspect="1"/>
          </p:cNvPicPr>
          <p:nvPr userDrawn="1"/>
        </p:nvPicPr>
        <p:blipFill>
          <a:blip r:embed="rId2"/>
          <a:stretch>
            <a:fillRect/>
          </a:stretch>
        </p:blipFill>
        <p:spPr>
          <a:xfrm>
            <a:off x="8235146" y="0"/>
            <a:ext cx="1978430" cy="1978430"/>
          </a:xfrm>
          <a:prstGeom prst="rect">
            <a:avLst/>
          </a:prstGeom>
        </p:spPr>
      </p:pic>
    </p:spTree>
    <p:extLst>
      <p:ext uri="{BB962C8B-B14F-4D97-AF65-F5344CB8AC3E}">
        <p14:creationId xmlns:p14="http://schemas.microsoft.com/office/powerpoint/2010/main" val="220484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NDE PARTIE BLEU CLAIR">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5" y="1"/>
            <a:ext cx="3986558" cy="4218624"/>
          </a:xfrm>
          <a:prstGeom prst="rect">
            <a:avLst/>
          </a:prstGeom>
          <a:solidFill>
            <a:schemeClr val="accent1"/>
          </a:solidFill>
        </p:spPr>
        <p:txBody>
          <a:bodyPr anchor="ctr"/>
          <a:lstStyle>
            <a:lvl1pPr marL="0" indent="0" algn="ctr">
              <a:buNone/>
              <a:defRPr/>
            </a:lvl1pPr>
          </a:lstStyle>
          <a:p>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2888559"/>
            <a:ext cx="11959674" cy="4002778"/>
            <a:chOff x="1" y="2811450"/>
            <a:chExt cx="12192003" cy="4080537"/>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1"/>
              <a:ext cx="1354667" cy="138865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2"/>
              <a:ext cx="1354667" cy="13886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5418665" y="4167353"/>
              <a:ext cx="1354667" cy="135466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886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45" name="Espace réservé du texte 31">
            <a:extLst>
              <a:ext uri="{FF2B5EF4-FFF2-40B4-BE49-F238E27FC236}">
                <a16:creationId xmlns:a16="http://schemas.microsoft.com/office/drawing/2014/main" id="{360DC06F-875A-FD01-41CE-4B341614C52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7517509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NDE PARTIE BLEU FONCÉ">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43571" y="1356536"/>
            <a:ext cx="3991716" cy="4171304"/>
          </a:xfrm>
          <a:prstGeom prst="rect">
            <a:avLst/>
          </a:prstGeom>
          <a:solidFill>
            <a:srgbClr val="2F52A0"/>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2" name="Groupe 11">
            <a:extLst>
              <a:ext uri="{FF2B5EF4-FFF2-40B4-BE49-F238E27FC236}">
                <a16:creationId xmlns:a16="http://schemas.microsoft.com/office/drawing/2014/main" id="{62E2514C-3FD2-8A81-9C20-5475A2E8508E}"/>
              </a:ext>
            </a:extLst>
          </p:cNvPr>
          <p:cNvGrpSpPr/>
          <p:nvPr userDrawn="1"/>
        </p:nvGrpSpPr>
        <p:grpSpPr>
          <a:xfrm>
            <a:off x="229236" y="0"/>
            <a:ext cx="11963130" cy="6858000"/>
            <a:chOff x="240628" y="6740"/>
            <a:chExt cx="11951372" cy="6851260"/>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4062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5519609"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10836255" y="2871444"/>
              <a:ext cx="1355745" cy="132885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10836255" y="6740"/>
              <a:ext cx="1355120" cy="1355203"/>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3" name="Espace réservé du texte 31">
            <a:extLst>
              <a:ext uri="{FF2B5EF4-FFF2-40B4-BE49-F238E27FC236}">
                <a16:creationId xmlns:a16="http://schemas.microsoft.com/office/drawing/2014/main" id="{B36E0FF2-A6E9-7461-F4C6-B4995C05643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0055326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RANDE PARTIE ORANGE">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5519614" y="2644544"/>
            <a:ext cx="4021883" cy="4213456"/>
          </a:xfrm>
          <a:prstGeom prst="rect">
            <a:avLst/>
          </a:prstGeom>
          <a:solidFill>
            <a:schemeClr val="accent2"/>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1" name="Groupe 10">
            <a:extLst>
              <a:ext uri="{FF2B5EF4-FFF2-40B4-BE49-F238E27FC236}">
                <a16:creationId xmlns:a16="http://schemas.microsoft.com/office/drawing/2014/main" id="{68B30237-9AC1-13A9-363D-34322691C2EF}"/>
              </a:ext>
            </a:extLst>
          </p:cNvPr>
          <p:cNvGrpSpPr/>
          <p:nvPr userDrawn="1"/>
        </p:nvGrpSpPr>
        <p:grpSpPr>
          <a:xfrm>
            <a:off x="232331" y="-13157"/>
            <a:ext cx="11959670" cy="6883857"/>
            <a:chOff x="232323" y="-25862"/>
            <a:chExt cx="11959677" cy="6883862"/>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32323" y="4200296"/>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8205441" y="1302991"/>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9534294" y="1302991"/>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9541494" y="2631842"/>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93C0C659-FC80-A7A1-D887-ED8A62170BF6}"/>
                </a:ext>
              </a:extLst>
            </p:cNvPr>
            <p:cNvSpPr/>
            <p:nvPr userDrawn="1"/>
          </p:nvSpPr>
          <p:spPr>
            <a:xfrm>
              <a:off x="10863147" y="-25862"/>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2" name="Espace réservé du texte 31">
            <a:extLst>
              <a:ext uri="{FF2B5EF4-FFF2-40B4-BE49-F238E27FC236}">
                <a16:creationId xmlns:a16="http://schemas.microsoft.com/office/drawing/2014/main" id="{0E4AA9CC-C630-D5B8-17D0-3C08EE59F439}"/>
              </a:ext>
            </a:extLst>
          </p:cNvPr>
          <p:cNvSpPr>
            <a:spLocks noGrp="1"/>
          </p:cNvSpPr>
          <p:nvPr>
            <p:ph type="body" sz="quarter" idx="11" hasCustomPrompt="1"/>
          </p:nvPr>
        </p:nvSpPr>
        <p:spPr>
          <a:xfrm>
            <a:off x="896748" y="725507"/>
            <a:ext cx="5911376"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662048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ANDE PARTIE VIOLET">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3" y="1558492"/>
            <a:ext cx="3986559" cy="3970653"/>
          </a:xfrm>
          <a:prstGeom prst="rect">
            <a:avLst/>
          </a:prstGeom>
          <a:solidFill>
            <a:schemeClr val="accent6"/>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1558493"/>
            <a:ext cx="11971526" cy="5299510"/>
            <a:chOff x="1" y="1455546"/>
            <a:chExt cx="12204085" cy="5402459"/>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2"/>
              <a:ext cx="1354667" cy="135467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3"/>
              <a:ext cx="1354667" cy="135467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10837336" y="1455546"/>
              <a:ext cx="1366750" cy="135466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5467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 name="Espace réservé du texte 31">
            <a:extLst>
              <a:ext uri="{FF2B5EF4-FFF2-40B4-BE49-F238E27FC236}">
                <a16:creationId xmlns:a16="http://schemas.microsoft.com/office/drawing/2014/main" id="{37FD0DD6-75D8-1644-47CD-850CE1904269}"/>
              </a:ext>
            </a:extLst>
          </p:cNvPr>
          <p:cNvSpPr>
            <a:spLocks noGrp="1"/>
          </p:cNvSpPr>
          <p:nvPr>
            <p:ph type="body" sz="quarter" idx="11" hasCustomPrompt="1"/>
          </p:nvPr>
        </p:nvSpPr>
        <p:spPr>
          <a:xfrm>
            <a:off x="896748" y="756458"/>
            <a:ext cx="5351651" cy="3066930"/>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1102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ANDE PARTIE VERT">
    <p:spTree>
      <p:nvGrpSpPr>
        <p:cNvPr id="1" name=""/>
        <p:cNvGrpSpPr/>
        <p:nvPr/>
      </p:nvGrpSpPr>
      <p:grpSpPr>
        <a:xfrm>
          <a:off x="0" y="0"/>
          <a:ext cx="0" cy="0"/>
          <a:chOff x="0" y="0"/>
          <a:chExt cx="0" cy="0"/>
        </a:xfrm>
      </p:grpSpPr>
      <p:sp>
        <p:nvSpPr>
          <p:cNvPr id="4" name="Espace réservé du texte 31">
            <a:extLst>
              <a:ext uri="{FF2B5EF4-FFF2-40B4-BE49-F238E27FC236}">
                <a16:creationId xmlns:a16="http://schemas.microsoft.com/office/drawing/2014/main" id="{54FE68A6-3DE7-D728-8F79-6B4F74222E81}"/>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Espace réservé pour une image  4">
            <a:extLst>
              <a:ext uri="{FF2B5EF4-FFF2-40B4-BE49-F238E27FC236}">
                <a16:creationId xmlns:a16="http://schemas.microsoft.com/office/drawing/2014/main" id="{337BA1CC-076B-4EB5-8068-E12E69F88CC5}"/>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2" name="Rectangle 1">
            <a:extLst>
              <a:ext uri="{FF2B5EF4-FFF2-40B4-BE49-F238E27FC236}">
                <a16:creationId xmlns:a16="http://schemas.microsoft.com/office/drawing/2014/main" id="{132C2EBA-02F9-7D2C-AA2D-A8D87CFFC3AA}"/>
              </a:ext>
            </a:extLst>
          </p:cNvPr>
          <p:cNvSpPr/>
          <p:nvPr userDrawn="1"/>
        </p:nvSpPr>
        <p:spPr>
          <a:xfrm>
            <a:off x="1561184" y="5529145"/>
            <a:ext cx="1328853" cy="13288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AF9AA16-CFD4-5160-A428-908E7728F52C}"/>
              </a:ext>
            </a:extLst>
          </p:cNvPr>
          <p:cNvSpPr/>
          <p:nvPr userDrawn="1"/>
        </p:nvSpPr>
        <p:spPr>
          <a:xfrm>
            <a:off x="232331" y="5529146"/>
            <a:ext cx="1328853" cy="13288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14E017C4-772A-99B4-DC68-B22CE6038F7B}"/>
              </a:ext>
            </a:extLst>
          </p:cNvPr>
          <p:cNvSpPr/>
          <p:nvPr userDrawn="1"/>
        </p:nvSpPr>
        <p:spPr>
          <a:xfrm>
            <a:off x="2890036" y="4200293"/>
            <a:ext cx="1328853" cy="132885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899740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NDE PARTIE JAU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Espace réservé pour une image  4">
            <a:extLst>
              <a:ext uri="{FF2B5EF4-FFF2-40B4-BE49-F238E27FC236}">
                <a16:creationId xmlns:a16="http://schemas.microsoft.com/office/drawing/2014/main" id="{27800121-4EDF-8DF9-A915-FF6153635A7E}"/>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3" name="Rectangle 2">
            <a:extLst>
              <a:ext uri="{FF2B5EF4-FFF2-40B4-BE49-F238E27FC236}">
                <a16:creationId xmlns:a16="http://schemas.microsoft.com/office/drawing/2014/main" id="{C2D568D0-7348-42A1-4257-C53C9BC89E1F}"/>
              </a:ext>
            </a:extLst>
          </p:cNvPr>
          <p:cNvSpPr/>
          <p:nvPr userDrawn="1"/>
        </p:nvSpPr>
        <p:spPr>
          <a:xfrm>
            <a:off x="1551087" y="5527841"/>
            <a:ext cx="1330160" cy="1330159"/>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A8A37291-99D2-A063-A2A4-FE330D662E36}"/>
              </a:ext>
            </a:extLst>
          </p:cNvPr>
          <p:cNvSpPr/>
          <p:nvPr userDrawn="1"/>
        </p:nvSpPr>
        <p:spPr>
          <a:xfrm>
            <a:off x="229236" y="4197681"/>
            <a:ext cx="1330160" cy="133015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270E6AD6-E9D3-F7FD-6493-5A29A25D2FA0}"/>
              </a:ext>
            </a:extLst>
          </p:cNvPr>
          <p:cNvSpPr/>
          <p:nvPr userDrawn="1"/>
        </p:nvSpPr>
        <p:spPr>
          <a:xfrm>
            <a:off x="2867169" y="4197681"/>
            <a:ext cx="1330160" cy="13301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Espace réservé du texte 31">
            <a:extLst>
              <a:ext uri="{FF2B5EF4-FFF2-40B4-BE49-F238E27FC236}">
                <a16:creationId xmlns:a16="http://schemas.microsoft.com/office/drawing/2014/main" id="{8336ABEA-F061-23A5-6696-147D469396B0}"/>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17543225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
        <p:nvSpPr>
          <p:cNvPr id="23" name="Rectangle 22">
            <a:extLst>
              <a:ext uri="{FF2B5EF4-FFF2-40B4-BE49-F238E27FC236}">
                <a16:creationId xmlns:a16="http://schemas.microsoft.com/office/drawing/2014/main" id="{4BF462CB-BBC5-DD11-EAFB-A6CB4B0037B3}"/>
              </a:ext>
            </a:extLst>
          </p:cNvPr>
          <p:cNvSpPr/>
          <p:nvPr userDrawn="1"/>
        </p:nvSpPr>
        <p:spPr>
          <a:xfrm>
            <a:off x="-1277048" y="5312454"/>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32" name="Rectangle 31">
            <a:extLst>
              <a:ext uri="{FF2B5EF4-FFF2-40B4-BE49-F238E27FC236}">
                <a16:creationId xmlns:a16="http://schemas.microsoft.com/office/drawing/2014/main" id="{E91A5976-4D9D-B59F-3802-D84AB6AF404C}"/>
              </a:ext>
            </a:extLst>
          </p:cNvPr>
          <p:cNvSpPr/>
          <p:nvPr userDrawn="1"/>
        </p:nvSpPr>
        <p:spPr>
          <a:xfrm>
            <a:off x="-1282749" y="5242126"/>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Tree>
    <p:extLst>
      <p:ext uri="{BB962C8B-B14F-4D97-AF65-F5344CB8AC3E}">
        <p14:creationId xmlns:p14="http://schemas.microsoft.com/office/powerpoint/2010/main" val="10873517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1475733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tint val="82000"/>
                  </a:schemeClr>
                </a:solidFill>
              </a:defRPr>
            </a:lvl1pPr>
            <a:lvl2pPr marL="503972" indent="0">
              <a:buNone/>
              <a:defRPr sz="2205">
                <a:solidFill>
                  <a:schemeClr val="tx1">
                    <a:tint val="82000"/>
                  </a:schemeClr>
                </a:solidFill>
              </a:defRPr>
            </a:lvl2pPr>
            <a:lvl3pPr marL="1007943" indent="0">
              <a:buNone/>
              <a:defRPr sz="1984">
                <a:solidFill>
                  <a:schemeClr val="tx1">
                    <a:tint val="82000"/>
                  </a:schemeClr>
                </a:solidFill>
              </a:defRPr>
            </a:lvl3pPr>
            <a:lvl4pPr marL="1511915" indent="0">
              <a:buNone/>
              <a:defRPr sz="1764">
                <a:solidFill>
                  <a:schemeClr val="tx1">
                    <a:tint val="82000"/>
                  </a:schemeClr>
                </a:solidFill>
              </a:defRPr>
            </a:lvl4pPr>
            <a:lvl5pPr marL="2015886" indent="0">
              <a:buNone/>
              <a:defRPr sz="1764">
                <a:solidFill>
                  <a:schemeClr val="tx1">
                    <a:tint val="82000"/>
                  </a:schemeClr>
                </a:solidFill>
              </a:defRPr>
            </a:lvl5pPr>
            <a:lvl6pPr marL="2519858" indent="0">
              <a:buNone/>
              <a:defRPr sz="1764">
                <a:solidFill>
                  <a:schemeClr val="tx1">
                    <a:tint val="82000"/>
                  </a:schemeClr>
                </a:solidFill>
              </a:defRPr>
            </a:lvl6pPr>
            <a:lvl7pPr marL="3023829" indent="0">
              <a:buNone/>
              <a:defRPr sz="1764">
                <a:solidFill>
                  <a:schemeClr val="tx1">
                    <a:tint val="82000"/>
                  </a:schemeClr>
                </a:solidFill>
              </a:defRPr>
            </a:lvl7pPr>
            <a:lvl8pPr marL="3527801" indent="0">
              <a:buNone/>
              <a:defRPr sz="1764">
                <a:solidFill>
                  <a:schemeClr val="tx1">
                    <a:tint val="82000"/>
                  </a:schemeClr>
                </a:solidFill>
              </a:defRPr>
            </a:lvl8pPr>
            <a:lvl9pPr marL="4031772" indent="0">
              <a:buNone/>
              <a:defRPr sz="1764">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3527480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ED5BF01-E626-4A92-A119-F62A04D2CA4C}" type="datetimeFigureOut">
              <a:rPr lang="fr-FR" smtClean="0"/>
              <a:t>02/04/2025</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9353676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4623814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ED5BF01-E626-4A92-A119-F62A04D2CA4C}" type="datetimeFigureOut">
              <a:rPr lang="fr-FR" smtClean="0"/>
              <a:t>02/04/2025</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33665655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070932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ED5BF01-E626-4A92-A119-F62A04D2CA4C}" type="datetimeFigureOut">
              <a:rPr lang="fr-FR" smtClean="0"/>
              <a:t>02/04/2025</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1593009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467129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8469103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22924852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theme" Target="../theme/theme2.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0442510"/>
      </p:ext>
    </p:extLst>
  </p:cSld>
  <p:clrMap bg1="lt1" tx1="dk1" bg2="lt2" tx2="dk2" accent1="accent1" accent2="accent2" accent3="accent3" accent4="accent4" accent5="accent5" accent6="accent6" hlink="hlink" folHlink="folHlink"/>
  <p:sldLayoutIdLst>
    <p:sldLayoutId id="2147483662" r:id="rId1"/>
    <p:sldLayoutId id="2147483663" r:id="rId2"/>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4DA570-BA2D-AE1E-A728-2A975BDF56A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4" name="Image 3">
            <a:extLst>
              <a:ext uri="{FF2B5EF4-FFF2-40B4-BE49-F238E27FC236}">
                <a16:creationId xmlns:a16="http://schemas.microsoft.com/office/drawing/2014/main" id="{DFD5BBFA-785D-299E-D33E-ACC37E4A9C8F}"/>
              </a:ext>
            </a:extLst>
          </p:cNvPr>
          <p:cNvPicPr>
            <a:picLocks noChangeAspect="1"/>
          </p:cNvPicPr>
          <p:nvPr userDrawn="1"/>
        </p:nvPicPr>
        <p:blipFill>
          <a:blip r:embed="rId6"/>
          <a:stretch>
            <a:fillRect/>
          </a:stretch>
        </p:blipFill>
        <p:spPr>
          <a:xfrm>
            <a:off x="0" y="204"/>
            <a:ext cx="3826364" cy="1946708"/>
          </a:xfrm>
          <a:prstGeom prst="rect">
            <a:avLst/>
          </a:prstGeom>
        </p:spPr>
      </p:pic>
    </p:spTree>
    <p:extLst>
      <p:ext uri="{BB962C8B-B14F-4D97-AF65-F5344CB8AC3E}">
        <p14:creationId xmlns:p14="http://schemas.microsoft.com/office/powerpoint/2010/main" val="708173882"/>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Image 1" descr="Une image contenant texte, clipart, graphiques vectoriels&#10;&#10;Description générée automatiquement">
            <a:extLst>
              <a:ext uri="{FF2B5EF4-FFF2-40B4-BE49-F238E27FC236}">
                <a16:creationId xmlns:a16="http://schemas.microsoft.com/office/drawing/2014/main" id="{E2653195-FE6A-6B0C-3A7C-37F001DEC34D}"/>
              </a:ext>
            </a:extLst>
          </p:cNvPr>
          <p:cNvPicPr>
            <a:picLocks noChangeAspect="1"/>
          </p:cNvPicPr>
          <p:nvPr userDrawn="1"/>
        </p:nvPicPr>
        <p:blipFill>
          <a:blip r:embed="rId8"/>
          <a:stretch>
            <a:fillRect/>
          </a:stretch>
        </p:blipFill>
        <p:spPr>
          <a:xfrm>
            <a:off x="10121398" y="5921159"/>
            <a:ext cx="2070342" cy="933996"/>
          </a:xfrm>
          <a:prstGeom prst="rect">
            <a:avLst/>
          </a:prstGeom>
        </p:spPr>
      </p:pic>
      <p:sp>
        <p:nvSpPr>
          <p:cNvPr id="3" name="Rectangle 2">
            <a:extLst>
              <a:ext uri="{FF2B5EF4-FFF2-40B4-BE49-F238E27FC236}">
                <a16:creationId xmlns:a16="http://schemas.microsoft.com/office/drawing/2014/main" id="{CC65DB0D-C136-3820-FE40-0E1CDA4C084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13148656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82000"/>
                  </a:schemeClr>
                </a:solidFill>
              </a:defRPr>
            </a:lvl1pPr>
          </a:lstStyle>
          <a:p>
            <a:fld id="{CED5BF01-E626-4A92-A119-F62A04D2CA4C}" type="datetimeFigureOut">
              <a:rPr lang="fr-FR" smtClean="0"/>
              <a:t>02/04/2025</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82000"/>
                  </a:schemeClr>
                </a:solidFill>
              </a:defRPr>
            </a:lvl1pPr>
          </a:lstStyle>
          <a:p>
            <a:endParaRPr lang="fr-FR"/>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82000"/>
                  </a:schemeClr>
                </a:solidFill>
              </a:defRPr>
            </a:lvl1pPr>
          </a:lstStyle>
          <a:p>
            <a:fld id="{62D256A2-0345-4846-8571-E9DAFEF9F3B3}" type="slidenum">
              <a:rPr lang="fr-FR" smtClean="0"/>
              <a:t>‹N°›</a:t>
            </a:fld>
            <a:endParaRPr lang="fr-FR"/>
          </a:p>
        </p:txBody>
      </p:sp>
    </p:spTree>
    <p:extLst>
      <p:ext uri="{BB962C8B-B14F-4D97-AF65-F5344CB8AC3E}">
        <p14:creationId xmlns:p14="http://schemas.microsoft.com/office/powerpoint/2010/main" val="1193940612"/>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834" r:id="rId3"/>
    <p:sldLayoutId id="2147483835" r:id="rId4"/>
    <p:sldLayoutId id="2147483836" r:id="rId5"/>
    <p:sldLayoutId id="2147483837" r:id="rId6"/>
    <p:sldLayoutId id="2147483838" r:id="rId7"/>
    <p:sldLayoutId id="2147483839" r:id="rId8"/>
    <p:sldLayoutId id="2147483840" r:id="rId9"/>
    <p:sldLayoutId id="2147483841" r:id="rId10"/>
    <p:sldLayoutId id="2147483842" r:id="rId11"/>
    <p:sldLayoutId id="2147483843" r:id="rId2"/>
    <p:sldLayoutId id="2147483844" r:id="rId3"/>
    <p:sldLayoutId id="2147483845" r:id="rId4"/>
    <p:sldLayoutId id="2147483846" r:id="rId5"/>
    <p:sldLayoutId id="2147483847" r:id="rId6"/>
    <p:sldLayoutId id="2147483848" r:id="rId7"/>
    <p:sldLayoutId id="2147483849" r:id="rId8"/>
    <p:sldLayoutId id="2147483850" r:id="rId9"/>
    <p:sldLayoutId id="2147483851" r:id="rId10"/>
    <p:sldLayoutId id="2147483852" r:id="rId11"/>
    <p:sldLayoutId id="2147483853" r:id="rId12"/>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hyperlink" Target="https://www.kaleio.fr/users/7349317" TargetMode="External"/><Relationship Id="rId3" Type="http://schemas.openxmlformats.org/officeDocument/2006/relationships/image" Target="../media/image20.png"/><Relationship Id="rId7"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32.png"/><Relationship Id="rId5"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BA356F30-D97F-A58B-7F74-511DCA2CA181}"/>
              </a:ext>
            </a:extLst>
          </p:cNvPr>
          <p:cNvSpPr>
            <a:spLocks noGrp="1"/>
          </p:cNvSpPr>
          <p:nvPr>
            <p:ph type="dt" sz="half" idx="11"/>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6DE9782-4D0B-4C6D-B3CD-3DD9000CE490}" type="datetime1">
              <a:rPr kumimoji="0" lang="fr-FR" sz="1100" b="0" i="0" u="none" strike="noStrike" kern="1200" cap="none" spc="0" normalizeH="0" baseline="0" noProof="0" smtClean="0">
                <a:ln>
                  <a:noFill/>
                </a:ln>
                <a:solidFill>
                  <a:srgbClr val="434341"/>
                </a:solidFill>
                <a:effectLst/>
                <a:uLnTx/>
                <a:uFillTx/>
                <a:latin typeface="Arial Nova"/>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11/11/2025</a:t>
            </a:fld>
            <a:endParaRPr kumimoji="0" lang="fr-FR" sz="11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 name="Ellipse 3">
            <a:extLst>
              <a:ext uri="{FF2B5EF4-FFF2-40B4-BE49-F238E27FC236}">
                <a16:creationId xmlns:a16="http://schemas.microsoft.com/office/drawing/2014/main" id="{9DFC8859-3B05-A11D-B734-4617705C2FEA}"/>
              </a:ext>
            </a:extLst>
          </p:cNvPr>
          <p:cNvSpPr/>
          <p:nvPr/>
        </p:nvSpPr>
        <p:spPr>
          <a:xfrm flipV="1">
            <a:off x="494019" y="3381315"/>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5" name="Ellipse 4">
            <a:extLst>
              <a:ext uri="{FF2B5EF4-FFF2-40B4-BE49-F238E27FC236}">
                <a16:creationId xmlns:a16="http://schemas.microsoft.com/office/drawing/2014/main" id="{C27D0D62-A160-1591-D1FB-D0280BA5C4EB}"/>
              </a:ext>
            </a:extLst>
          </p:cNvPr>
          <p:cNvSpPr/>
          <p:nvPr/>
        </p:nvSpPr>
        <p:spPr>
          <a:xfrm flipV="1">
            <a:off x="523822" y="4271911"/>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6" name="Ellipse 5">
            <a:extLst>
              <a:ext uri="{FF2B5EF4-FFF2-40B4-BE49-F238E27FC236}">
                <a16:creationId xmlns:a16="http://schemas.microsoft.com/office/drawing/2014/main" id="{99F27B93-6A9A-2EA6-64F7-112CDAC13383}"/>
              </a:ext>
            </a:extLst>
          </p:cNvPr>
          <p:cNvSpPr/>
          <p:nvPr/>
        </p:nvSpPr>
        <p:spPr>
          <a:xfrm flipV="1">
            <a:off x="525365" y="2411808"/>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7" name="ZoneTexte 6">
            <a:extLst>
              <a:ext uri="{FF2B5EF4-FFF2-40B4-BE49-F238E27FC236}">
                <a16:creationId xmlns:a16="http://schemas.microsoft.com/office/drawing/2014/main" id="{0B6EB466-EC21-9DCB-3630-F043B7DE29FF}"/>
              </a:ext>
            </a:extLst>
          </p:cNvPr>
          <p:cNvSpPr txBox="1"/>
          <p:nvPr/>
        </p:nvSpPr>
        <p:spPr>
          <a:xfrm>
            <a:off x="2322701" y="1712437"/>
            <a:ext cx="6012191" cy="523220"/>
          </a:xfrm>
          <a:prstGeom prst="rect">
            <a:avLst/>
          </a:prstGeom>
          <a:noFill/>
        </p:spPr>
        <p:txBody>
          <a:bodyPr wrap="square" rtlCol="0" anchor="ctr">
            <a:spAutoFit/>
          </a:bodyPr>
          <a:lstStyle/>
          <a:p>
            <a:r>
              <a:rPr lang="fr-FR" sz="2800" b="1" dirty="0">
                <a:latin typeface="Arial" panose="020B0604020202020204" pitchFamily="34" charset="0"/>
                <a:cs typeface="Arial" panose="020B0604020202020204" pitchFamily="34" charset="0"/>
              </a:rPr>
              <a:t>{{</a:t>
            </a:r>
            <a:r>
              <a:rPr lang="fr-FR" sz="2800" b="1" dirty="0" err="1">
                <a:latin typeface="Arial" panose="020B0604020202020204" pitchFamily="34" charset="0"/>
                <a:cs typeface="Arial" panose="020B0604020202020204" pitchFamily="34" charset="0"/>
              </a:rPr>
              <a:t>simulation.projet.nomProjet</a:t>
            </a:r>
            <a:r>
              <a:rPr lang="fr-FR" sz="2800" b="1" dirty="0">
                <a:latin typeface="Arial" panose="020B0604020202020204" pitchFamily="34" charset="0"/>
                <a:cs typeface="Arial" panose="020B0604020202020204" pitchFamily="34" charset="0"/>
              </a:rPr>
              <a:t>}} </a:t>
            </a:r>
          </a:p>
        </p:txBody>
      </p:sp>
      <p:sp>
        <p:nvSpPr>
          <p:cNvPr id="8" name="ZoneTexte 7">
            <a:extLst>
              <a:ext uri="{FF2B5EF4-FFF2-40B4-BE49-F238E27FC236}">
                <a16:creationId xmlns:a16="http://schemas.microsoft.com/office/drawing/2014/main" id="{6AF74DBF-162D-2BCA-9971-F4955DE35774}"/>
              </a:ext>
            </a:extLst>
          </p:cNvPr>
          <p:cNvSpPr txBox="1"/>
          <p:nvPr/>
        </p:nvSpPr>
        <p:spPr>
          <a:xfrm>
            <a:off x="1372591" y="4181142"/>
            <a:ext cx="2838809" cy="461665"/>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simulation.projet.contact.nom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simulation.projet.contact.prenom</a:t>
            </a:r>
            <a:r>
              <a:rPr lang="fr-FR" sz="1200" dirty="0">
                <a:solidFill>
                  <a:schemeClr val="tx1"/>
                </a:solidFill>
                <a:latin typeface="Arial" panose="020B0604020202020204" pitchFamily="34" charset="0"/>
                <a:cs typeface="Arial" panose="020B0604020202020204" pitchFamily="34" charset="0"/>
              </a:rPr>
              <a:t>}} </a:t>
            </a:r>
          </a:p>
        </p:txBody>
      </p:sp>
      <p:sp>
        <p:nvSpPr>
          <p:cNvPr id="9" name="ZoneTexte 8">
            <a:extLst>
              <a:ext uri="{FF2B5EF4-FFF2-40B4-BE49-F238E27FC236}">
                <a16:creationId xmlns:a16="http://schemas.microsoft.com/office/drawing/2014/main" id="{FFD3A8F4-6F99-8B98-9BF8-475F31BB3DDC}"/>
              </a:ext>
            </a:extLst>
          </p:cNvPr>
          <p:cNvSpPr txBox="1"/>
          <p:nvPr/>
        </p:nvSpPr>
        <p:spPr>
          <a:xfrm>
            <a:off x="1372590" y="3868274"/>
            <a:ext cx="253439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À l’attention de :</a:t>
            </a:r>
          </a:p>
        </p:txBody>
      </p:sp>
      <p:grpSp>
        <p:nvGrpSpPr>
          <p:cNvPr id="10" name="Groupe 9">
            <a:extLst>
              <a:ext uri="{FF2B5EF4-FFF2-40B4-BE49-F238E27FC236}">
                <a16:creationId xmlns:a16="http://schemas.microsoft.com/office/drawing/2014/main" id="{7D5AAB89-A1A6-B33F-F4ED-5DCDF1CF2F4F}"/>
              </a:ext>
            </a:extLst>
          </p:cNvPr>
          <p:cNvGrpSpPr/>
          <p:nvPr/>
        </p:nvGrpSpPr>
        <p:grpSpPr>
          <a:xfrm>
            <a:off x="1372590" y="2485813"/>
            <a:ext cx="6012191" cy="1145099"/>
            <a:chOff x="5995757" y="4036134"/>
            <a:chExt cx="6902811" cy="1526801"/>
          </a:xfrm>
        </p:grpSpPr>
        <p:sp>
          <p:nvSpPr>
            <p:cNvPr id="11" name="ZoneTexte 10">
              <a:extLst>
                <a:ext uri="{FF2B5EF4-FFF2-40B4-BE49-F238E27FC236}">
                  <a16:creationId xmlns:a16="http://schemas.microsoft.com/office/drawing/2014/main" id="{6B9B6DBE-3FE9-4FA4-6DB3-7D663F17A275}"/>
                </a:ext>
              </a:extLst>
            </p:cNvPr>
            <p:cNvSpPr txBox="1"/>
            <p:nvPr/>
          </p:nvSpPr>
          <p:spPr>
            <a:xfrm>
              <a:off x="5995757" y="4036134"/>
              <a:ext cx="6902811" cy="492444"/>
            </a:xfrm>
            <a:prstGeom prst="rect">
              <a:avLst/>
            </a:prstGeom>
            <a:noFill/>
          </p:spPr>
          <p:txBody>
            <a:bodyPr wrap="square" rtlCol="0" anchor="ctr">
              <a:spAutoFit/>
            </a:bodyPr>
            <a:lstStyle/>
            <a:p>
              <a:r>
                <a:rPr lang="fr-FR" b="1" dirty="0">
                  <a:latin typeface="Arial" panose="020B0604020202020204" pitchFamily="34" charset="0"/>
                  <a:cs typeface="Arial" panose="020B0604020202020204" pitchFamily="34" charset="0"/>
                </a:rPr>
                <a:t>{{</a:t>
              </a:r>
              <a:r>
                <a:rPr lang="fr-FR" b="1" dirty="0" err="1">
                  <a:latin typeface="Arial" panose="020B0604020202020204" pitchFamily="34" charset="0"/>
                  <a:cs typeface="Arial" panose="020B0604020202020204" pitchFamily="34" charset="0"/>
                </a:rPr>
                <a:t>simulation.projet.organisation.raisonSociale</a:t>
              </a:r>
              <a:r>
                <a:rPr lang="fr-FR" b="1" dirty="0">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656D04D4-1E34-15CA-862C-7602A7A8A52E}"/>
                </a:ext>
              </a:extLst>
            </p:cNvPr>
            <p:cNvSpPr txBox="1"/>
            <p:nvPr/>
          </p:nvSpPr>
          <p:spPr>
            <a:xfrm>
              <a:off x="5995758" y="4454937"/>
              <a:ext cx="4603909" cy="1107998"/>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{{simulation.projet.organisation.adresse1}}</a:t>
              </a:r>
            </a:p>
            <a:p>
              <a:r>
                <a:rPr lang="fr-FR" sz="1200" dirty="0">
                  <a:solidFill>
                    <a:schemeClr val="tx1"/>
                  </a:solidFill>
                  <a:latin typeface="Arial" panose="020B0604020202020204" pitchFamily="34" charset="0"/>
                  <a:cs typeface="Arial" panose="020B0604020202020204" pitchFamily="34" charset="0"/>
                </a:rPr>
                <a:t>{{simulation.projet.organisation.adresse2}}</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simulation.projet.organisation.codePostal</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simulation.projet.organisation.ville</a:t>
              </a:r>
              <a:r>
                <a:rPr lang="fr-FR" sz="1200" dirty="0">
                  <a:solidFill>
                    <a:schemeClr val="tx1"/>
                  </a:solidFill>
                  <a:latin typeface="Arial" panose="020B0604020202020204" pitchFamily="34" charset="0"/>
                  <a:cs typeface="Arial" panose="020B0604020202020204" pitchFamily="34" charset="0"/>
                </a:rPr>
                <a:t>}} </a:t>
              </a:r>
            </a:p>
          </p:txBody>
        </p:sp>
      </p:grpSp>
      <p:sp>
        <p:nvSpPr>
          <p:cNvPr id="13" name="ZoneTexte 12">
            <a:extLst>
              <a:ext uri="{FF2B5EF4-FFF2-40B4-BE49-F238E27FC236}">
                <a16:creationId xmlns:a16="http://schemas.microsoft.com/office/drawing/2014/main" id="{7B4EF55A-891A-0779-7ED1-5B01FBA0066C}"/>
              </a:ext>
            </a:extLst>
          </p:cNvPr>
          <p:cNvSpPr txBox="1"/>
          <p:nvPr/>
        </p:nvSpPr>
        <p:spPr>
          <a:xfrm>
            <a:off x="3861939" y="5618833"/>
            <a:ext cx="2933716" cy="830997"/>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simulation.projet.utilisateur.prenom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simulation.projet.utilisateur.nom</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simulation.projet.utilisateur.telephone</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simulation.projet.utilisateur.email</a:t>
            </a:r>
            <a:r>
              <a:rPr lang="fr-FR" sz="1200" dirty="0">
                <a:solidFill>
                  <a:schemeClr val="tx1"/>
                </a:solidFill>
                <a:latin typeface="Arial" panose="020B0604020202020204" pitchFamily="34" charset="0"/>
                <a:cs typeface="Arial" panose="020B0604020202020204" pitchFamily="34" charset="0"/>
              </a:rPr>
              <a:t>}} </a:t>
            </a:r>
          </a:p>
        </p:txBody>
      </p:sp>
      <p:sp>
        <p:nvSpPr>
          <p:cNvPr id="14" name="ZoneTexte 13">
            <a:extLst>
              <a:ext uri="{FF2B5EF4-FFF2-40B4-BE49-F238E27FC236}">
                <a16:creationId xmlns:a16="http://schemas.microsoft.com/office/drawing/2014/main" id="{928C2B64-DA6C-730E-E852-53E6567B9D7A}"/>
              </a:ext>
            </a:extLst>
          </p:cNvPr>
          <p:cNvSpPr txBox="1"/>
          <p:nvPr/>
        </p:nvSpPr>
        <p:spPr>
          <a:xfrm>
            <a:off x="3857979" y="5318752"/>
            <a:ext cx="311432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Offre présentée par :</a:t>
            </a:r>
          </a:p>
        </p:txBody>
      </p:sp>
    </p:spTree>
    <p:extLst>
      <p:ext uri="{BB962C8B-B14F-4D97-AF65-F5344CB8AC3E}">
        <p14:creationId xmlns:p14="http://schemas.microsoft.com/office/powerpoint/2010/main" val="3749821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descr="Une image contenant habits, personne, Visage humain, sourire&#10;&#10;Description générée automatiquement">
            <a:extLst>
              <a:ext uri="{FF2B5EF4-FFF2-40B4-BE49-F238E27FC236}">
                <a16:creationId xmlns:a16="http://schemas.microsoft.com/office/drawing/2014/main" id="{116AC627-3BBA-1ADC-130F-6802410B994F}"/>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
        <p:nvSpPr>
          <p:cNvPr id="3" name="Espace réservé du texte 2">
            <a:extLst>
              <a:ext uri="{FF2B5EF4-FFF2-40B4-BE49-F238E27FC236}">
                <a16:creationId xmlns:a16="http://schemas.microsoft.com/office/drawing/2014/main" id="{32440321-3FF7-5FEB-E1ED-5940F62FD818}"/>
              </a:ext>
            </a:extLst>
          </p:cNvPr>
          <p:cNvSpPr>
            <a:spLocks noGrp="1"/>
          </p:cNvSpPr>
          <p:nvPr>
            <p:ph type="body" sz="quarter" idx="11"/>
          </p:nvPr>
        </p:nvSpPr>
        <p:spPr/>
        <p:txBody>
          <a:bodyPr/>
          <a:lstStyle/>
          <a:p>
            <a:r>
              <a:rPr lang="fr-FR" dirty="0"/>
              <a:t>Présentation de l’entreprise</a:t>
            </a:r>
          </a:p>
        </p:txBody>
      </p:sp>
    </p:spTree>
    <p:extLst>
      <p:ext uri="{BB962C8B-B14F-4D97-AF65-F5344CB8AC3E}">
        <p14:creationId xmlns:p14="http://schemas.microsoft.com/office/powerpoint/2010/main" val="2912120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B1C5EE51-852D-288E-4369-8BCBD927759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49" name="Espace réservé du texte 1">
            <a:extLst>
              <a:ext uri="{FF2B5EF4-FFF2-40B4-BE49-F238E27FC236}">
                <a16:creationId xmlns:a16="http://schemas.microsoft.com/office/drawing/2014/main" id="{D396FC7C-B400-79C4-BBE7-A6A83C8779A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AQUITAINE</a:t>
            </a:r>
          </a:p>
        </p:txBody>
      </p:sp>
      <p:sp>
        <p:nvSpPr>
          <p:cNvPr id="50" name="Espace réservé du texte 3">
            <a:extLst>
              <a:ext uri="{FF2B5EF4-FFF2-40B4-BE49-F238E27FC236}">
                <a16:creationId xmlns:a16="http://schemas.microsoft.com/office/drawing/2014/main" id="{A5983599-21EB-F312-6976-FE349059C44F}"/>
              </a:ext>
            </a:extLst>
          </p:cNvPr>
          <p:cNvSpPr txBox="1">
            <a:spLocks/>
          </p:cNvSpPr>
          <p:nvPr/>
        </p:nvSpPr>
        <p:spPr>
          <a:xfrm>
            <a:off x="5143770" y="1654254"/>
            <a:ext cx="5009606" cy="3113238"/>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Koesio Aquitaine, résulte de l’alliance de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Jeapi</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C’Pro Sud,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NetMakers</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Soram</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Koden</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R2S, Interface, Neva,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MédiaIP</a:t>
            </a:r>
            <a:r>
              <a:rPr lang="fr-FR" sz="1600" dirty="0">
                <a:solidFill>
                  <a:srgbClr val="434341"/>
                </a:solidFill>
                <a:latin typeface="Arial Nova"/>
              </a:rPr>
              <a:t> et </a:t>
            </a:r>
            <a:r>
              <a:rPr lang="fr-FR" sz="1600" dirty="0" err="1">
                <a:solidFill>
                  <a:srgbClr val="434341"/>
                </a:solidFill>
                <a:latin typeface="Arial Nova"/>
              </a:rPr>
              <a:t>ABCentre</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Cette organisation se positionne comme un acteur incontournable sur toute l’Aquitaine. </a:t>
            </a:r>
          </a:p>
          <a:p>
            <a:pPr marL="0" marR="0" lvl="0" indent="0" algn="l" defTabSz="914400" rtl="0" eaLnBrk="1" fontAlgn="auto" latinLnBrk="0" hangingPunct="1">
              <a:lnSpc>
                <a:spcPct val="90000"/>
              </a:lnSpc>
              <a:spcBef>
                <a:spcPts val="1000"/>
              </a:spcBef>
              <a:spcAft>
                <a:spcPts val="0"/>
              </a:spcAft>
              <a:buClr>
                <a:srgbClr val="E94B57"/>
              </a:buClr>
              <a:buSzTx/>
              <a:buNone/>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Son expertise couvre l’ensemble des équipements nécessaires à la performance des systèmes d’information : systèmes d’impression, solutions de dématérialisation, gestion électronique de document, informatique, infrastructure réseau, sécurité des réseaux et télécoms.</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51" name="ZoneTexte 50">
            <a:extLst>
              <a:ext uri="{FF2B5EF4-FFF2-40B4-BE49-F238E27FC236}">
                <a16:creationId xmlns:a16="http://schemas.microsoft.com/office/drawing/2014/main" id="{16C96D38-0CDA-6279-4579-3493069EB3BD}"/>
              </a:ext>
            </a:extLst>
          </p:cNvPr>
          <p:cNvSpPr txBox="1"/>
          <p:nvPr/>
        </p:nvSpPr>
        <p:spPr>
          <a:xfrm>
            <a:off x="6218842" y="5145273"/>
            <a:ext cx="1446516" cy="646331"/>
          </a:xfrm>
          <a:prstGeom prst="rect">
            <a:avLst/>
          </a:prstGeom>
          <a:noFill/>
        </p:spPr>
        <p:txBody>
          <a:bodyPr wrap="square" rtlCol="0">
            <a:spAutoFit/>
          </a:bodyPr>
          <a:lstStyle/>
          <a:p>
            <a:r>
              <a:rPr lang="fr-FR" sz="2400" b="1" dirty="0">
                <a:solidFill>
                  <a:srgbClr val="E84957"/>
                </a:solidFill>
                <a:latin typeface="Arboria Bold" pitchFamily="50" charset="0"/>
                <a:cs typeface="Arial" panose="020B0604020202020204" pitchFamily="34" charset="0"/>
              </a:rPr>
              <a:t>250</a:t>
            </a:r>
          </a:p>
          <a:p>
            <a:r>
              <a:rPr lang="fr-FR" sz="1200" dirty="0">
                <a:solidFill>
                  <a:srgbClr val="434341"/>
                </a:solidFill>
                <a:latin typeface="Be Vietnam" panose="00000500000000000000" pitchFamily="2" charset="0"/>
                <a:cs typeface="Arial" panose="020B0604020202020204" pitchFamily="34" charset="0"/>
              </a:rPr>
              <a:t>collaborateurs</a:t>
            </a:r>
          </a:p>
        </p:txBody>
      </p:sp>
      <p:grpSp>
        <p:nvGrpSpPr>
          <p:cNvPr id="52" name="Groupe 51">
            <a:extLst>
              <a:ext uri="{FF2B5EF4-FFF2-40B4-BE49-F238E27FC236}">
                <a16:creationId xmlns:a16="http://schemas.microsoft.com/office/drawing/2014/main" id="{4941BBAD-201D-5BB5-1343-021DE9DFA898}"/>
              </a:ext>
            </a:extLst>
          </p:cNvPr>
          <p:cNvGrpSpPr/>
          <p:nvPr/>
        </p:nvGrpSpPr>
        <p:grpSpPr>
          <a:xfrm>
            <a:off x="7704810" y="5140010"/>
            <a:ext cx="764475" cy="765411"/>
            <a:chOff x="9659851" y="3935752"/>
            <a:chExt cx="581254" cy="581966"/>
          </a:xfrm>
        </p:grpSpPr>
        <p:pic>
          <p:nvPicPr>
            <p:cNvPr id="53" name="Image 52">
              <a:extLst>
                <a:ext uri="{FF2B5EF4-FFF2-40B4-BE49-F238E27FC236}">
                  <a16:creationId xmlns:a16="http://schemas.microsoft.com/office/drawing/2014/main" id="{FA0B39F2-1A85-C898-C38A-1A7DC2E3F046}"/>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991023" y="4267782"/>
              <a:ext cx="250082" cy="249936"/>
            </a:xfrm>
            <a:prstGeom prst="rect">
              <a:avLst/>
            </a:prstGeom>
          </p:spPr>
        </p:pic>
        <p:pic>
          <p:nvPicPr>
            <p:cNvPr id="54" name="Image 53">
              <a:extLst>
                <a:ext uri="{FF2B5EF4-FFF2-40B4-BE49-F238E27FC236}">
                  <a16:creationId xmlns:a16="http://schemas.microsoft.com/office/drawing/2014/main" id="{BE52584B-2EA1-6FBE-9DEC-50899EA13DC8}"/>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659851" y="3935752"/>
              <a:ext cx="504480" cy="504480"/>
            </a:xfrm>
            <a:prstGeom prst="rect">
              <a:avLst/>
            </a:prstGeom>
          </p:spPr>
        </p:pic>
      </p:grpSp>
      <p:grpSp>
        <p:nvGrpSpPr>
          <p:cNvPr id="55" name="Groupe 54">
            <a:extLst>
              <a:ext uri="{FF2B5EF4-FFF2-40B4-BE49-F238E27FC236}">
                <a16:creationId xmlns:a16="http://schemas.microsoft.com/office/drawing/2014/main" id="{7673EC9F-8419-44B7-50E2-F0A83D7ED5ED}"/>
              </a:ext>
            </a:extLst>
          </p:cNvPr>
          <p:cNvGrpSpPr/>
          <p:nvPr/>
        </p:nvGrpSpPr>
        <p:grpSpPr>
          <a:xfrm>
            <a:off x="5451961" y="5136689"/>
            <a:ext cx="766881" cy="767491"/>
            <a:chOff x="8896841" y="3924322"/>
            <a:chExt cx="583084" cy="583548"/>
          </a:xfrm>
        </p:grpSpPr>
        <p:pic>
          <p:nvPicPr>
            <p:cNvPr id="56" name="Image 55">
              <a:extLst>
                <a:ext uri="{FF2B5EF4-FFF2-40B4-BE49-F238E27FC236}">
                  <a16:creationId xmlns:a16="http://schemas.microsoft.com/office/drawing/2014/main" id="{DF67174C-4365-D821-5511-0CC449EA7350}"/>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896841" y="3924322"/>
              <a:ext cx="504480" cy="504480"/>
            </a:xfrm>
            <a:prstGeom prst="rect">
              <a:avLst/>
            </a:prstGeom>
          </p:spPr>
        </p:pic>
        <p:pic>
          <p:nvPicPr>
            <p:cNvPr id="57" name="Image 56">
              <a:extLst>
                <a:ext uri="{FF2B5EF4-FFF2-40B4-BE49-F238E27FC236}">
                  <a16:creationId xmlns:a16="http://schemas.microsoft.com/office/drawing/2014/main" id="{AE66CE7C-D425-575C-3E82-0ECEF5E4B7A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229843" y="4257934"/>
              <a:ext cx="250082" cy="249936"/>
            </a:xfrm>
            <a:prstGeom prst="rect">
              <a:avLst/>
            </a:prstGeom>
          </p:spPr>
        </p:pic>
      </p:grpSp>
      <p:sp>
        <p:nvSpPr>
          <p:cNvPr id="89" name="ZoneTexte 88">
            <a:extLst>
              <a:ext uri="{FF2B5EF4-FFF2-40B4-BE49-F238E27FC236}">
                <a16:creationId xmlns:a16="http://schemas.microsoft.com/office/drawing/2014/main" id="{B001794A-3737-AB26-4CE7-90EF173A93FB}"/>
              </a:ext>
            </a:extLst>
          </p:cNvPr>
          <p:cNvSpPr txBox="1"/>
          <p:nvPr/>
        </p:nvSpPr>
        <p:spPr>
          <a:xfrm>
            <a:off x="8544444" y="5136689"/>
            <a:ext cx="891223" cy="646331"/>
          </a:xfrm>
          <a:prstGeom prst="rect">
            <a:avLst/>
          </a:prstGeom>
          <a:noFill/>
        </p:spPr>
        <p:txBody>
          <a:bodyPr wrap="square" rtlCol="0">
            <a:spAutoFit/>
          </a:bodyPr>
          <a:lstStyle/>
          <a:p>
            <a:pPr defTabSz="457200"/>
            <a:r>
              <a:rPr lang="fr-FR" sz="2400" b="1" dirty="0">
                <a:solidFill>
                  <a:srgbClr val="E84957"/>
                </a:solidFill>
                <a:latin typeface="Arboria Bold" pitchFamily="50" charset="0"/>
                <a:cs typeface="Arial" panose="020B0604020202020204" pitchFamily="34" charset="0"/>
              </a:rPr>
              <a:t>9</a:t>
            </a:r>
            <a:br>
              <a:rPr lang="fr-FR" sz="1050" dirty="0">
                <a:solidFill>
                  <a:srgbClr val="434341"/>
                </a:solidFill>
                <a:latin typeface="Be Vietnam" panose="00000500000000000000" pitchFamily="2" charset="0"/>
                <a:cs typeface="Arial" panose="020B0604020202020204" pitchFamily="34" charset="0"/>
              </a:rPr>
            </a:br>
            <a:r>
              <a:rPr lang="fr-FR" sz="1200" dirty="0">
                <a:solidFill>
                  <a:srgbClr val="434341"/>
                </a:solidFill>
                <a:latin typeface="Be Vietnam" panose="00000500000000000000" pitchFamily="2" charset="0"/>
                <a:cs typeface="Arial" panose="020B0604020202020204" pitchFamily="34" charset="0"/>
              </a:rPr>
              <a:t>agences</a:t>
            </a:r>
            <a:endParaRPr lang="fr-FR" sz="1050" dirty="0">
              <a:solidFill>
                <a:srgbClr val="434341"/>
              </a:solidFill>
              <a:latin typeface="Be Vietnam" panose="00000500000000000000" pitchFamily="2" charset="0"/>
              <a:cs typeface="Arial" panose="020B0604020202020204" pitchFamily="34" charset="0"/>
            </a:endParaRPr>
          </a:p>
        </p:txBody>
      </p:sp>
      <p:pic>
        <p:nvPicPr>
          <p:cNvPr id="91" name="Image 90" descr="Une image contenant carte, texte, atlas&#10;&#10;Le contenu généré par l’IA peut être incorrect.">
            <a:extLst>
              <a:ext uri="{FF2B5EF4-FFF2-40B4-BE49-F238E27FC236}">
                <a16:creationId xmlns:a16="http://schemas.microsoft.com/office/drawing/2014/main" id="{8E1F1BDE-9DC8-9B2B-0849-F41F10B1B7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279" y="1673946"/>
            <a:ext cx="5236296" cy="5236296"/>
          </a:xfrm>
          <a:prstGeom prst="rect">
            <a:avLst/>
          </a:prstGeom>
        </p:spPr>
      </p:pic>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F316F-BD85-5FF2-4FB2-8857F6566249}"/>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5BF8CE31-01F0-1BC8-F091-F0127AE22D6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3B48C76-FC5B-A1B8-E426-29AAB322DF4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401C9DD3-6946-DA25-1A29-F8350EBC47A6}"/>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CORREZE, notre agence de Brive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BD02AEBB-21B5-2D2C-9E93-F56C16B63B6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A79E7803-FBFF-D2E6-BA29-E2473F04326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EBD3715E-DC4F-F21B-3F2A-B64830C52936}"/>
              </a:ext>
            </a:extLst>
          </p:cNvPr>
          <p:cNvSpPr txBox="1"/>
          <p:nvPr/>
        </p:nvSpPr>
        <p:spPr>
          <a:xfrm>
            <a:off x="6167120" y="3812888"/>
            <a:ext cx="179418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75 avenue Turgot</a:t>
            </a:r>
          </a:p>
          <a:p>
            <a:pPr defTabSz="914400" fontAlgn="base">
              <a:defRPr/>
            </a:pPr>
            <a:r>
              <a:rPr lang="fr-FR" sz="1400" dirty="0">
                <a:solidFill>
                  <a:srgbClr val="272E32"/>
                </a:solidFill>
                <a:latin typeface="Arial Nova"/>
                <a:cs typeface="Arial" panose="020B0604020202020204" pitchFamily="34" charset="0"/>
              </a:rPr>
              <a:t>19100 BRIVE</a:t>
            </a:r>
          </a:p>
        </p:txBody>
      </p:sp>
      <p:sp>
        <p:nvSpPr>
          <p:cNvPr id="45" name="ZoneTexte 44">
            <a:extLst>
              <a:ext uri="{FF2B5EF4-FFF2-40B4-BE49-F238E27FC236}">
                <a16:creationId xmlns:a16="http://schemas.microsoft.com/office/drawing/2014/main" id="{6C0EB0EA-2693-E3D4-6015-CB7A1FA1BC9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6</a:t>
            </a:r>
          </a:p>
        </p:txBody>
      </p:sp>
      <p:sp>
        <p:nvSpPr>
          <p:cNvPr id="46" name="ZoneTexte 45">
            <a:extLst>
              <a:ext uri="{FF2B5EF4-FFF2-40B4-BE49-F238E27FC236}">
                <a16:creationId xmlns:a16="http://schemas.microsoft.com/office/drawing/2014/main" id="{78B55FAA-2719-3F4A-2163-811B6A8D8594}"/>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3DD959B-264E-0D7D-3BDE-1A802836999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33690085-3202-E85C-D5AB-53CEE1A2217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B10E2743-1B28-1D5E-F19C-0CC74CBA9BA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68B7BCE-B688-E64C-4130-68740D47C86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850B9FF9-4301-8A0D-D087-3ECDE4AD7519}"/>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E853A5C4-AB25-DF83-EE0E-21949226E7F2}"/>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9B45727-9152-08A1-0818-D71596D29DA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0BE7181D-41CF-F5B9-6E82-B44182EE8619}"/>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CORREZE</a:t>
            </a:r>
          </a:p>
        </p:txBody>
      </p:sp>
      <p:pic>
        <p:nvPicPr>
          <p:cNvPr id="72" name="Image 71">
            <a:hlinkClick r:id="rId6"/>
            <a:extLst>
              <a:ext uri="{FF2B5EF4-FFF2-40B4-BE49-F238E27FC236}">
                <a16:creationId xmlns:a16="http://schemas.microsoft.com/office/drawing/2014/main" id="{489119BE-C6FC-9B04-45E2-B2D0AE2165C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94CBBA2-0F4E-81E3-C67B-33B21A09C4F9}"/>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347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EDC86-D9C9-A74F-ECB0-D8712836D4C0}"/>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ABC54969-3E64-B700-6D4A-420B581DA07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14BDC197-10DE-F246-E4E3-98791C241EEC}"/>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C5261326-EC6B-A3C0-86A3-44297C219795}"/>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Haut de Vienne, notre agence de Limoges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86B9AED-28A3-9DE4-90C7-77A0571B0C74}"/>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167D81D5-DB8F-0711-7538-4B931D2A75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B99B48C8-5D4B-3C7E-EC9E-03E76E518643}"/>
              </a:ext>
            </a:extLst>
          </p:cNvPr>
          <p:cNvSpPr txBox="1"/>
          <p:nvPr/>
        </p:nvSpPr>
        <p:spPr>
          <a:xfrm>
            <a:off x="6167119" y="3812888"/>
            <a:ext cx="2720571"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51 rue Nicolas Appert</a:t>
            </a:r>
          </a:p>
          <a:p>
            <a:pPr defTabSz="914400" fontAlgn="base">
              <a:defRPr/>
            </a:pPr>
            <a:r>
              <a:rPr lang="fr-FR" sz="1400" dirty="0">
                <a:solidFill>
                  <a:srgbClr val="272E32"/>
                </a:solidFill>
                <a:latin typeface="Arial Nova"/>
                <a:cs typeface="Arial" panose="020B0604020202020204" pitchFamily="34" charset="0"/>
              </a:rPr>
              <a:t>87280 Limoges</a:t>
            </a:r>
          </a:p>
        </p:txBody>
      </p:sp>
      <p:sp>
        <p:nvSpPr>
          <p:cNvPr id="45" name="ZoneTexte 44">
            <a:extLst>
              <a:ext uri="{FF2B5EF4-FFF2-40B4-BE49-F238E27FC236}">
                <a16:creationId xmlns:a16="http://schemas.microsoft.com/office/drawing/2014/main" id="{9CB34D73-AA64-45BE-395D-D0FD73DF9A3B}"/>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54</a:t>
            </a:r>
          </a:p>
        </p:txBody>
      </p:sp>
      <p:sp>
        <p:nvSpPr>
          <p:cNvPr id="46" name="ZoneTexte 45">
            <a:extLst>
              <a:ext uri="{FF2B5EF4-FFF2-40B4-BE49-F238E27FC236}">
                <a16:creationId xmlns:a16="http://schemas.microsoft.com/office/drawing/2014/main" id="{21863F09-9E56-E740-FD45-3A34948C456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43028F37-CAF9-0C58-32DE-9E9FC951B944}"/>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6A36B75-3F6F-92B2-E781-B8970FFCED2F}"/>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A64E829C-E3C4-C15C-DF47-BABC04A895E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499DA05C-4B0A-6587-F2C5-D1CC64282C9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ED3D35B6-C883-0AF7-6F39-298F964F3260}"/>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713436F1-3CF6-F8C0-AE79-33272E3AB6E3}"/>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A332BEE-C610-D97C-C2EB-8589AA05ACBD}"/>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A946612-4A3A-E9FA-230F-390E37881E0B}"/>
              </a:ext>
            </a:extLst>
          </p:cNvPr>
          <p:cNvSpPr txBox="1">
            <a:spLocks/>
          </p:cNvSpPr>
          <p:nvPr/>
        </p:nvSpPr>
        <p:spPr>
          <a:xfrm>
            <a:off x="644643" y="629053"/>
            <a:ext cx="6097351"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HAUT-DE-VIENNE</a:t>
            </a:r>
          </a:p>
        </p:txBody>
      </p:sp>
      <p:pic>
        <p:nvPicPr>
          <p:cNvPr id="72" name="Image 71">
            <a:hlinkClick r:id="rId6"/>
            <a:extLst>
              <a:ext uri="{FF2B5EF4-FFF2-40B4-BE49-F238E27FC236}">
                <a16:creationId xmlns:a16="http://schemas.microsoft.com/office/drawing/2014/main" id="{D5834819-EA11-E1CA-C78E-C09F91463C9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C2033417-9A95-3E38-332F-00F8B12EDFB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232577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86D47-07FD-B9DC-1CB3-542974003D2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7767B8F6-540B-6AE5-CE9C-880C962A198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5714771A-A2D0-10DF-29D0-83794798FE6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0386452-EBFA-03F2-B536-2E7BF2BA441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Dordogne, notre agence de Périgueux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DF98489-E06E-F3A5-2318-B7B58DD68D86}"/>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D37EAB27-9CC0-3656-F869-226A671E49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903E44E-F554-02DA-9E2A-8066C2BEAE99}"/>
              </a:ext>
            </a:extLst>
          </p:cNvPr>
          <p:cNvSpPr txBox="1"/>
          <p:nvPr/>
        </p:nvSpPr>
        <p:spPr>
          <a:xfrm>
            <a:off x="6167120" y="3812888"/>
            <a:ext cx="261666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121 bd des Saveurs</a:t>
            </a:r>
          </a:p>
          <a:p>
            <a:pPr defTabSz="914400" fontAlgn="base">
              <a:defRPr/>
            </a:pPr>
            <a:r>
              <a:rPr lang="fr-FR" sz="1400" dirty="0">
                <a:solidFill>
                  <a:srgbClr val="272E32"/>
                </a:solidFill>
                <a:latin typeface="Arial Nova"/>
                <a:cs typeface="Arial" panose="020B0604020202020204" pitchFamily="34" charset="0"/>
              </a:rPr>
              <a:t>24660 </a:t>
            </a:r>
            <a:r>
              <a:rPr lang="fr-FR" sz="1400" dirty="0" err="1">
                <a:solidFill>
                  <a:srgbClr val="272E32"/>
                </a:solidFill>
                <a:latin typeface="Arial Nova"/>
                <a:cs typeface="Arial" panose="020B0604020202020204" pitchFamily="34" charset="0"/>
              </a:rPr>
              <a:t>Coulounieix</a:t>
            </a:r>
            <a:r>
              <a:rPr lang="fr-FR" sz="1400" dirty="0">
                <a:solidFill>
                  <a:srgbClr val="272E32"/>
                </a:solidFill>
                <a:latin typeface="Arial Nova"/>
                <a:cs typeface="Arial" panose="020B0604020202020204" pitchFamily="34" charset="0"/>
              </a:rPr>
              <a:t> Chamiers</a:t>
            </a:r>
          </a:p>
        </p:txBody>
      </p:sp>
      <p:sp>
        <p:nvSpPr>
          <p:cNvPr id="45" name="ZoneTexte 44">
            <a:extLst>
              <a:ext uri="{FF2B5EF4-FFF2-40B4-BE49-F238E27FC236}">
                <a16:creationId xmlns:a16="http://schemas.microsoft.com/office/drawing/2014/main" id="{F0350483-E7AC-1B44-B979-B5D8D407893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0D7BEE22-2533-497A-8807-D8B1D14B8CC7}"/>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2B59B536-9BFB-668A-98DD-D075B2333F0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636E6EC8-F46A-9FB3-12DA-977B05DF2E4D}"/>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95D1101A-1A05-41F0-5025-8A8722991E2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ED55AB9B-453D-6BE5-1750-C0C964EB4F2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F3C8D40A-51D0-F62E-2BFE-1E2E528D1F74}"/>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AD334C5-8E2F-AE4C-C834-F633DDEE8D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096F5AA3-ABFA-1B8F-1251-EA3C750F38A4}"/>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9B6947C2-EBE4-3BB6-2FF5-25FC7426BA7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DORDOGNE</a:t>
            </a:r>
          </a:p>
        </p:txBody>
      </p:sp>
      <p:pic>
        <p:nvPicPr>
          <p:cNvPr id="72" name="Image 71">
            <a:hlinkClick r:id="rId6"/>
            <a:extLst>
              <a:ext uri="{FF2B5EF4-FFF2-40B4-BE49-F238E27FC236}">
                <a16:creationId xmlns:a16="http://schemas.microsoft.com/office/drawing/2014/main" id="{053A5039-E476-B698-F79E-02DC64092A4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4D1FE9EC-C09B-20D2-0B0D-73FAC5F92E4D}"/>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822997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7AD0B-D84C-2FA8-5903-27F438B0C2F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E822D4FE-2905-47B4-E6D2-38168459B9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F84F245-77F9-B513-F91B-0F7DAEF6B5E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8964C260-7451-1C20-221A-C0443E57236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Creuse, notre agence de Guéret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852E5BA-101C-AD13-04AF-229C087316B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69C9A469-E96A-9E69-4E37-B161C68DB1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81305E6-730A-3B01-80AC-FE3824334C41}"/>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8 bis ZI de Monteil</a:t>
            </a:r>
          </a:p>
          <a:p>
            <a:pPr defTabSz="914400" fontAlgn="base">
              <a:defRPr/>
            </a:pPr>
            <a:r>
              <a:rPr lang="fr-FR" sz="1400" dirty="0">
                <a:solidFill>
                  <a:srgbClr val="272E32"/>
                </a:solidFill>
                <a:latin typeface="Arial Nova"/>
                <a:cs typeface="Arial" panose="020B0604020202020204" pitchFamily="34" charset="0"/>
              </a:rPr>
              <a:t>23000 Saint Sulpice le </a:t>
            </a:r>
            <a:r>
              <a:rPr lang="fr-FR" sz="1400" dirty="0" err="1">
                <a:solidFill>
                  <a:srgbClr val="272E32"/>
                </a:solidFill>
                <a:latin typeface="Arial Nova"/>
                <a:cs typeface="Arial" panose="020B0604020202020204" pitchFamily="34" charset="0"/>
              </a:rPr>
              <a:t>Gueretois</a:t>
            </a:r>
            <a:endParaRPr lang="fr-FR" sz="1400" dirty="0">
              <a:solidFill>
                <a:srgbClr val="272E32"/>
              </a:solidFill>
              <a:latin typeface="Arial Nova"/>
              <a:cs typeface="Arial" panose="020B0604020202020204" pitchFamily="34" charset="0"/>
            </a:endParaRPr>
          </a:p>
        </p:txBody>
      </p:sp>
      <p:sp>
        <p:nvSpPr>
          <p:cNvPr id="45" name="ZoneTexte 44">
            <a:extLst>
              <a:ext uri="{FF2B5EF4-FFF2-40B4-BE49-F238E27FC236}">
                <a16:creationId xmlns:a16="http://schemas.microsoft.com/office/drawing/2014/main" id="{625F6A7D-2973-839F-1C20-AA3F0C064954}"/>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3</a:t>
            </a:r>
          </a:p>
        </p:txBody>
      </p:sp>
      <p:sp>
        <p:nvSpPr>
          <p:cNvPr id="46" name="ZoneTexte 45">
            <a:extLst>
              <a:ext uri="{FF2B5EF4-FFF2-40B4-BE49-F238E27FC236}">
                <a16:creationId xmlns:a16="http://schemas.microsoft.com/office/drawing/2014/main" id="{0C001471-BB74-FE00-8050-B4A8D2F16C3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79989E08-3496-F159-339E-26EA4EAE501D}"/>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8292999D-052C-13A3-AAAE-D3F7B0CBF5A3}"/>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5906B02-D2BB-06D0-4C8F-02DBEB95E43A}"/>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B43CDFBA-73B1-407E-DC79-EC6FACCEBF2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7D57D71B-8A69-CB57-3685-5BA41C714D8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3C99A6E3-C44B-586F-98D7-1A5350F712DB}"/>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707AB329-9B23-E5DD-4F5B-C7D59BA1E5F0}"/>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70721CA-7826-2AE5-2E34-395292DCA8B5}"/>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CREUSE</a:t>
            </a:r>
          </a:p>
        </p:txBody>
      </p:sp>
      <p:pic>
        <p:nvPicPr>
          <p:cNvPr id="72" name="Image 71">
            <a:hlinkClick r:id="rId6"/>
            <a:extLst>
              <a:ext uri="{FF2B5EF4-FFF2-40B4-BE49-F238E27FC236}">
                <a16:creationId xmlns:a16="http://schemas.microsoft.com/office/drawing/2014/main" id="{9B73B055-7331-6713-EBE8-A67D3791CFA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AA0B3CB4-7472-5CBB-78FF-DC9458F8435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963647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3C40D-3BC4-1B76-7166-DCA78A81AE9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43D0E50-7587-A820-C410-32B7689B9A5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CD43F8CA-D8BD-8E8B-F380-112EF59148C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762BA56-083D-E80D-6357-DA1AA75B5670}"/>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Lot-et-Garonne, notre agence d’Agen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0BDB4251-3019-AD25-768F-DDBBFFFA09D5}"/>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E5DD45E3-38FC-5D69-F3FE-3BD1388B1F3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14B50CFE-1FCF-86C5-F265-9AB3C9615A60}"/>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​766 avenue du </a:t>
            </a:r>
            <a:r>
              <a:rPr lang="fr-FR" sz="1400" dirty="0" err="1">
                <a:solidFill>
                  <a:srgbClr val="272E32"/>
                </a:solidFill>
                <a:latin typeface="Arial Nova"/>
                <a:cs typeface="Arial" panose="020B0604020202020204" pitchFamily="34" charset="0"/>
              </a:rPr>
              <a:t>Bruilhois</a:t>
            </a:r>
            <a:endParaRPr lang="fr-FR" sz="1400" dirty="0">
              <a:solidFill>
                <a:srgbClr val="272E32"/>
              </a:solidFill>
              <a:latin typeface="Arial Nova"/>
              <a:cs typeface="Arial" panose="020B0604020202020204" pitchFamily="34" charset="0"/>
            </a:endParaRPr>
          </a:p>
          <a:p>
            <a:pPr defTabSz="914400" fontAlgn="base">
              <a:defRPr/>
            </a:pPr>
            <a:r>
              <a:rPr lang="fr-FR" sz="1400" dirty="0">
                <a:solidFill>
                  <a:srgbClr val="272E32"/>
                </a:solidFill>
                <a:latin typeface="Arial Nova"/>
                <a:cs typeface="Arial" panose="020B0604020202020204" pitchFamily="34" charset="0"/>
              </a:rPr>
              <a:t>47520 LE PASSAGE</a:t>
            </a:r>
          </a:p>
        </p:txBody>
      </p:sp>
      <p:sp>
        <p:nvSpPr>
          <p:cNvPr id="45" name="ZoneTexte 44">
            <a:extLst>
              <a:ext uri="{FF2B5EF4-FFF2-40B4-BE49-F238E27FC236}">
                <a16:creationId xmlns:a16="http://schemas.microsoft.com/office/drawing/2014/main" id="{191DFC8A-9B6D-8962-DF01-3613E3CCA237}"/>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41CD8843-3F57-8309-EED0-A327A1F726D9}"/>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C83E51F3-4C8C-1E25-C6D8-765BFDED18F8}"/>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43BEDA5B-D53E-E33C-F589-ACF5D4A1B43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43784DE-E903-3A6B-DAAA-753C2F739209}"/>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76E766F1-EDF3-A6E7-5A57-290AFEEFE28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DD7FECBE-5B5B-6ADD-062D-FA17035F890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4A53F7D-23C7-B0CF-E5E8-5707B1E8D9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6F96ADE-2D91-414D-95ED-D93FF67B8EA2}"/>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F3C7F28-0E6F-52C9-474F-F9BF5B216FAF}"/>
              </a:ext>
            </a:extLst>
          </p:cNvPr>
          <p:cNvSpPr txBox="1">
            <a:spLocks/>
          </p:cNvSpPr>
          <p:nvPr/>
        </p:nvSpPr>
        <p:spPr>
          <a:xfrm>
            <a:off x="644643" y="629053"/>
            <a:ext cx="7113009" cy="1101370"/>
          </a:xfrm>
          <a:prstGeom prst="rect">
            <a:avLst/>
          </a:prstGeom>
        </p:spPr>
        <p:txBody>
          <a:bodyPr lIns="91440" tIns="45720" rIns="91440" bIns="45720" anchor="t">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a:rPr>
              <a:t>KOESIO </a:t>
            </a:r>
            <a:r>
              <a:rPr lang="fr-FR" sz="3200" dirty="0">
                <a:solidFill>
                  <a:srgbClr val="434341"/>
                </a:solidFill>
                <a:latin typeface="Century Gothic"/>
                <a:cs typeface="Arial"/>
              </a:rPr>
              <a:t>EN </a:t>
            </a:r>
            <a:r>
              <a:rPr kumimoji="0" lang="fr-FR" sz="3200" b="1" i="0" u="none" strike="noStrike" kern="1200" cap="none" spc="0" normalizeH="0" baseline="0" noProof="0" dirty="0">
                <a:ln>
                  <a:noFill/>
                </a:ln>
                <a:solidFill>
                  <a:srgbClr val="434341"/>
                </a:solidFill>
                <a:effectLst/>
                <a:uLnTx/>
                <a:uFillTx/>
                <a:latin typeface="Century Gothic"/>
                <a:ea typeface="+mn-ea"/>
                <a:cs typeface="Arial"/>
              </a:rPr>
              <a:t>LOT ET GARONNE</a:t>
            </a:r>
            <a:endParaRPr lang="fr-FR" dirty="0"/>
          </a:p>
        </p:txBody>
      </p:sp>
      <p:pic>
        <p:nvPicPr>
          <p:cNvPr id="72" name="Image 71">
            <a:hlinkClick r:id="rId6"/>
            <a:extLst>
              <a:ext uri="{FF2B5EF4-FFF2-40B4-BE49-F238E27FC236}">
                <a16:creationId xmlns:a16="http://schemas.microsoft.com/office/drawing/2014/main" id="{5B680701-E329-06D6-0961-6CA0F3BDC49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3C438528-8C52-B4B6-3332-CFD9E6827B7A}"/>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7862524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68137-0634-8180-8F39-12565790922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EC095EC-9C12-2056-7E17-ACF7B798824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E40B529-7A4E-04DC-A460-29F0A6A391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095FA86-99E3-7872-1643-E538337B8E8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Gironde et siège social de Koesio Aquitaine, notre agence bordelaise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4511759-0101-31EF-C08C-5137B4278483}"/>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8927E541-D40C-4142-C41D-B2D088AAB9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62009843-8842-8BF9-AC80-BF85166D8612}"/>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​13 avenue des Mondaults</a:t>
            </a:r>
          </a:p>
          <a:p>
            <a:pPr defTabSz="914400" fontAlgn="base">
              <a:defRPr/>
            </a:pPr>
            <a:r>
              <a:rPr lang="fr-FR" sz="1400" dirty="0">
                <a:solidFill>
                  <a:srgbClr val="272E32"/>
                </a:solidFill>
                <a:latin typeface="Arial Nova"/>
                <a:cs typeface="Arial" panose="020B0604020202020204" pitchFamily="34" charset="0"/>
              </a:rPr>
              <a:t>33270 Floirac</a:t>
            </a:r>
          </a:p>
        </p:txBody>
      </p:sp>
      <p:sp>
        <p:nvSpPr>
          <p:cNvPr id="45" name="ZoneTexte 44">
            <a:extLst>
              <a:ext uri="{FF2B5EF4-FFF2-40B4-BE49-F238E27FC236}">
                <a16:creationId xmlns:a16="http://schemas.microsoft.com/office/drawing/2014/main" id="{31C8BDFC-8E1B-08A4-6344-B15FE514EA1C}"/>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91</a:t>
            </a:r>
          </a:p>
        </p:txBody>
      </p:sp>
      <p:sp>
        <p:nvSpPr>
          <p:cNvPr id="46" name="ZoneTexte 45">
            <a:extLst>
              <a:ext uri="{FF2B5EF4-FFF2-40B4-BE49-F238E27FC236}">
                <a16:creationId xmlns:a16="http://schemas.microsoft.com/office/drawing/2014/main" id="{A4E8534F-B37F-9566-A376-D06FB2B846F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5D0740D6-EA49-7D2C-D572-728F5481D3C9}"/>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7F5052C-5601-B0CB-4E8A-13ECF3B6FE72}"/>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2338A02D-6113-D090-08AF-A9FBBD86B7D6}"/>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5A14196F-4728-2A53-26F7-C37FE05A3752}"/>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0BAE0C75-8089-5747-CB43-FC9A47A7C6E3}"/>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20FE36C-CCFB-88DE-642D-B4335EC12CD9}"/>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FAEF252-7A7D-A9C5-8D0C-AE29F7BC2D49}"/>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63B88CE8-1E17-6F92-D3A3-5166A42FBD6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GIRONDE</a:t>
            </a:r>
          </a:p>
        </p:txBody>
      </p:sp>
      <p:pic>
        <p:nvPicPr>
          <p:cNvPr id="72" name="Image 71">
            <a:hlinkClick r:id="rId6"/>
            <a:extLst>
              <a:ext uri="{FF2B5EF4-FFF2-40B4-BE49-F238E27FC236}">
                <a16:creationId xmlns:a16="http://schemas.microsoft.com/office/drawing/2014/main" id="{92BA9A76-1230-EE0B-5AF1-B5E482B9ABF0}"/>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8917A18-793F-9D9D-1D22-181F85891F5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128840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91B9B-9BE2-88C7-EAAC-614932E0389A}"/>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13393615-2FD4-1A45-D4B6-39F33609DD0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3CE0CB8C-8CB4-548F-DB2F-9C3464A1612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6571034-3F02-4E4B-EB14-5D679F9A811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de Cognac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531C4E9-714B-5AFC-AB43-4E8BEA8D177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76FF130B-5F8C-0A89-1E90-B7EEF26E73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D3514B06-0ABC-FCA6-C555-47DF634E79C7}"/>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40 rue de Marignan</a:t>
            </a:r>
          </a:p>
          <a:p>
            <a:pPr defTabSz="914400" fontAlgn="base">
              <a:defRPr/>
            </a:pPr>
            <a:r>
              <a:rPr lang="fr-FR" sz="1400" dirty="0">
                <a:solidFill>
                  <a:srgbClr val="272E32"/>
                </a:solidFill>
                <a:latin typeface="Arial Nova"/>
                <a:cs typeface="Arial" panose="020B0604020202020204" pitchFamily="34" charset="0"/>
              </a:rPr>
              <a:t>16100 Cognac</a:t>
            </a:r>
          </a:p>
        </p:txBody>
      </p:sp>
      <p:sp>
        <p:nvSpPr>
          <p:cNvPr id="45" name="ZoneTexte 44">
            <a:extLst>
              <a:ext uri="{FF2B5EF4-FFF2-40B4-BE49-F238E27FC236}">
                <a16:creationId xmlns:a16="http://schemas.microsoft.com/office/drawing/2014/main" id="{214CCBC3-ED0D-BB6D-C81D-4F7D0C7969E9}"/>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13</a:t>
            </a:r>
          </a:p>
        </p:txBody>
      </p:sp>
      <p:sp>
        <p:nvSpPr>
          <p:cNvPr id="46" name="ZoneTexte 45">
            <a:extLst>
              <a:ext uri="{FF2B5EF4-FFF2-40B4-BE49-F238E27FC236}">
                <a16:creationId xmlns:a16="http://schemas.microsoft.com/office/drawing/2014/main" id="{CFAFDBF2-3362-241B-AB2D-700319F1DBFA}"/>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1A8A017C-C12F-96DC-E297-E5270B8F280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253F138D-D5E8-0B89-32EF-2BC5105AE08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D919B2E7-F420-BF81-91C8-2919BFC2047C}"/>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2ADD34F-84DD-045B-5ED4-D2B4039289C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1B8FE72B-7016-00C6-44F2-63C7041842C8}"/>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4CC9CCE-C291-BB42-ED30-E960AE439925}"/>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148D2A9B-72ED-C604-4B91-9276AA26D75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CFA39914-E7E2-6530-A2A9-EE5449421952}"/>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2ACBE6CC-4A66-ED75-BF9C-338114490DAA}"/>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B5E1FF6B-482E-BB61-C456-55A8F60E30C1}"/>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711797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B5F35-9D75-32D6-701F-782BCBBB30DB}"/>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1F82E21-5FD3-C3F6-53E8-D4439D07662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B0CBFD7E-A129-F21E-A796-6C355DD1031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F77501DE-3EA6-4C91-24EF-6B9E66E4596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d’Angoulême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501811B3-BF24-57BD-0A50-DCC0BFE2971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D8235F94-FE82-3281-B613-AE5592CC37C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F1522A05-3A4B-27F0-2819-5814B577719F}"/>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2 rue des Arcades</a:t>
            </a:r>
          </a:p>
          <a:p>
            <a:pPr defTabSz="914400" fontAlgn="base">
              <a:defRPr/>
            </a:pPr>
            <a:r>
              <a:rPr lang="fr-FR" sz="1400" dirty="0">
                <a:solidFill>
                  <a:srgbClr val="272E32"/>
                </a:solidFill>
                <a:latin typeface="Arial Nova"/>
                <a:cs typeface="Arial" panose="020B0604020202020204" pitchFamily="34" charset="0"/>
              </a:rPr>
              <a:t>16710 Saint Yrieix en Charente</a:t>
            </a:r>
          </a:p>
        </p:txBody>
      </p:sp>
      <p:sp>
        <p:nvSpPr>
          <p:cNvPr id="45" name="ZoneTexte 44">
            <a:extLst>
              <a:ext uri="{FF2B5EF4-FFF2-40B4-BE49-F238E27FC236}">
                <a16:creationId xmlns:a16="http://schemas.microsoft.com/office/drawing/2014/main" id="{54E3434E-1318-3175-F310-B44A7260683A}"/>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2</a:t>
            </a:r>
          </a:p>
        </p:txBody>
      </p:sp>
      <p:sp>
        <p:nvSpPr>
          <p:cNvPr id="46" name="ZoneTexte 45">
            <a:extLst>
              <a:ext uri="{FF2B5EF4-FFF2-40B4-BE49-F238E27FC236}">
                <a16:creationId xmlns:a16="http://schemas.microsoft.com/office/drawing/2014/main" id="{FBD08E19-E313-97DC-7A2B-9697D93AD2F6}"/>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AF9B0994-9BBC-48F5-B950-7BCF96DFD58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DC81A613-FEF3-4938-67EB-A5AB1D15D9D4}"/>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F329854D-819D-126F-328B-D47B65DC6F9E}"/>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ACEBE744-BF44-AD24-A8E1-949ACDDBB315}"/>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C627F5D5-B1EA-1D82-9F09-146550A560D6}"/>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935176C6-D3D1-1763-A78D-4B33EB045A3A}"/>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AC7FCAC9-745D-7749-F74E-12F861DFD72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A5F77B03-CF89-02F7-B677-605B6E5CFBB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D937BD9A-0A3A-5420-4ACE-30433ED9A48E}"/>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880FF1EF-6028-7D26-7C40-FA1887A4BE3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8533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2BBEA-3605-C093-17A0-59A9D9F6B497}"/>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637B6E93-A918-2CFD-C9FA-A4D66B60487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F17FE5F-1F16-645F-09D0-8064D055A9A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E2A10D10-FD9B-1E0F-6D00-73634CC5A6D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Maritime, notre agence de Périgny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8CA488B1-7D23-88A6-138E-E81D9A7E15F0}"/>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François DULAC</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 Nord</a:t>
            </a:r>
          </a:p>
        </p:txBody>
      </p:sp>
      <p:pic>
        <p:nvPicPr>
          <p:cNvPr id="40" name="Graphique 39" descr="Repère avec un remplissage uni">
            <a:extLst>
              <a:ext uri="{FF2B5EF4-FFF2-40B4-BE49-F238E27FC236}">
                <a16:creationId xmlns:a16="http://schemas.microsoft.com/office/drawing/2014/main" id="{99152423-70F2-9A19-BF12-DCD7A4477B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0AB7F7AB-546B-735E-5073-B6A312FBAEE3}"/>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1A avenue Bernard Moitessier</a:t>
            </a:r>
          </a:p>
          <a:p>
            <a:pPr defTabSz="914400" fontAlgn="base">
              <a:defRPr/>
            </a:pPr>
            <a:r>
              <a:rPr lang="fr-FR" sz="1400" dirty="0">
                <a:solidFill>
                  <a:srgbClr val="272E32"/>
                </a:solidFill>
                <a:latin typeface="Arial Nova"/>
                <a:cs typeface="Arial" panose="020B0604020202020204" pitchFamily="34" charset="0"/>
              </a:rPr>
              <a:t>17180 Périgny</a:t>
            </a:r>
          </a:p>
        </p:txBody>
      </p:sp>
      <p:sp>
        <p:nvSpPr>
          <p:cNvPr id="45" name="ZoneTexte 44">
            <a:extLst>
              <a:ext uri="{FF2B5EF4-FFF2-40B4-BE49-F238E27FC236}">
                <a16:creationId xmlns:a16="http://schemas.microsoft.com/office/drawing/2014/main" id="{DBB88AA1-6337-C2CF-CD5F-00BD9379BE22}"/>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72</a:t>
            </a:r>
          </a:p>
        </p:txBody>
      </p:sp>
      <p:sp>
        <p:nvSpPr>
          <p:cNvPr id="46" name="ZoneTexte 45">
            <a:extLst>
              <a:ext uri="{FF2B5EF4-FFF2-40B4-BE49-F238E27FC236}">
                <a16:creationId xmlns:a16="http://schemas.microsoft.com/office/drawing/2014/main" id="{94CC9E36-0367-3240-1503-4279F794531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5959678-FB8A-39D8-165C-2B52D47BB62A}"/>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7278E9B0-3BAD-01C0-AB2E-91B027113C9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62D2C33-5056-FD8B-8C2E-652CDAE9F90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CB320FA0-B450-609F-0B30-465CF4E815DA}"/>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9EED5ABC-3336-44D7-71C1-535C6C48CE1D}"/>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19C22EAF-7E2E-6196-90D3-55DBCD80A5DF}"/>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F4C3FB57-4109-5655-E3AD-5267B9E7FC1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5F09F1F1-F878-FB5E-8A8B-719C41EA9539}"/>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 MARITIME</a:t>
            </a:r>
          </a:p>
        </p:txBody>
      </p:sp>
      <p:pic>
        <p:nvPicPr>
          <p:cNvPr id="72" name="Image 71">
            <a:hlinkClick r:id="rId6"/>
            <a:extLst>
              <a:ext uri="{FF2B5EF4-FFF2-40B4-BE49-F238E27FC236}">
                <a16:creationId xmlns:a16="http://schemas.microsoft.com/office/drawing/2014/main" id="{8C8AB69C-5ECD-5A6D-1CD7-94E56A0B8F1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E41C9DD0-AA71-B245-71BA-F92EA1228C7B}"/>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360352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5927-EC84-76BD-AEDE-27A036140D01}"/>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EAF836E-3F75-B6B4-3333-4FFED38A1A9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6F8CF932-EAC4-7FB5-9FC1-643125048FF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65" name="Espace réservé du texte 1">
            <a:extLst>
              <a:ext uri="{FF2B5EF4-FFF2-40B4-BE49-F238E27FC236}">
                <a16:creationId xmlns:a16="http://schemas.microsoft.com/office/drawing/2014/main" id="{FE5F232D-FBE7-78AF-CC90-FEECAC2A9033}"/>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Notre équipe Technique IT</a:t>
            </a:r>
          </a:p>
        </p:txBody>
      </p:sp>
      <p:pic>
        <p:nvPicPr>
          <p:cNvPr id="5" name="Image 4">
            <a:extLst>
              <a:ext uri="{FF2B5EF4-FFF2-40B4-BE49-F238E27FC236}">
                <a16:creationId xmlns:a16="http://schemas.microsoft.com/office/drawing/2014/main" id="{EC5DF7D9-666C-BE22-A1EF-6A748B1B0F1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069986" y="1498274"/>
            <a:ext cx="4186661" cy="4738864"/>
          </a:xfrm>
          <a:prstGeom prst="rect">
            <a:avLst/>
          </a:prstGeom>
          <a:effectLst/>
        </p:spPr>
      </p:pic>
      <p:sp>
        <p:nvSpPr>
          <p:cNvPr id="9" name="ZoneTexte 8">
            <a:extLst>
              <a:ext uri="{FF2B5EF4-FFF2-40B4-BE49-F238E27FC236}">
                <a16:creationId xmlns:a16="http://schemas.microsoft.com/office/drawing/2014/main" id="{85309BE2-E3CC-DF05-1374-9B247CD0032A}"/>
              </a:ext>
            </a:extLst>
          </p:cNvPr>
          <p:cNvSpPr txBox="1"/>
          <p:nvPr/>
        </p:nvSpPr>
        <p:spPr>
          <a:xfrm>
            <a:off x="665761" y="3139274"/>
            <a:ext cx="1795751"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Bordeaux &amp; Cognac</a:t>
            </a:r>
          </a:p>
        </p:txBody>
      </p:sp>
      <p:sp>
        <p:nvSpPr>
          <p:cNvPr id="10" name="ZoneTexte 9">
            <a:extLst>
              <a:ext uri="{FF2B5EF4-FFF2-40B4-BE49-F238E27FC236}">
                <a16:creationId xmlns:a16="http://schemas.microsoft.com/office/drawing/2014/main" id="{F4B5BD46-8140-9D2C-0559-72A4E0B0ACC6}"/>
              </a:ext>
            </a:extLst>
          </p:cNvPr>
          <p:cNvSpPr txBox="1"/>
          <p:nvPr/>
        </p:nvSpPr>
        <p:spPr>
          <a:xfrm>
            <a:off x="7621827" y="2420547"/>
            <a:ext cx="2003208"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La Rochelle &amp; Limoges</a:t>
            </a:r>
          </a:p>
        </p:txBody>
      </p:sp>
      <p:graphicFrame>
        <p:nvGraphicFramePr>
          <p:cNvPr id="11" name="Tableau 10">
            <a:extLst>
              <a:ext uri="{FF2B5EF4-FFF2-40B4-BE49-F238E27FC236}">
                <a16:creationId xmlns:a16="http://schemas.microsoft.com/office/drawing/2014/main" id="{45C28AAA-AEE3-CCD0-17F1-7724133D6F2D}"/>
              </a:ext>
            </a:extLst>
          </p:cNvPr>
          <p:cNvGraphicFramePr>
            <a:graphicFrameLocks noGrp="1"/>
          </p:cNvGraphicFramePr>
          <p:nvPr>
            <p:extLst>
              <p:ext uri="{D42A27DB-BD31-4B8C-83A1-F6EECF244321}">
                <p14:modId xmlns:p14="http://schemas.microsoft.com/office/powerpoint/2010/main" val="338360738"/>
              </p:ext>
            </p:extLst>
          </p:nvPr>
        </p:nvGraphicFramePr>
        <p:xfrm>
          <a:off x="849758" y="6844345"/>
          <a:ext cx="6550371" cy="640080"/>
        </p:xfrm>
        <a:graphic>
          <a:graphicData uri="http://schemas.openxmlformats.org/drawingml/2006/table">
            <a:tbl>
              <a:tblPr/>
              <a:tblGrid>
                <a:gridCol w="2282403">
                  <a:extLst>
                    <a:ext uri="{9D8B030D-6E8A-4147-A177-3AD203B41FA5}">
                      <a16:colId xmlns:a16="http://schemas.microsoft.com/office/drawing/2014/main" val="673065766"/>
                    </a:ext>
                  </a:extLst>
                </a:gridCol>
                <a:gridCol w="1221475">
                  <a:extLst>
                    <a:ext uri="{9D8B030D-6E8A-4147-A177-3AD203B41FA5}">
                      <a16:colId xmlns:a16="http://schemas.microsoft.com/office/drawing/2014/main" val="2852417485"/>
                    </a:ext>
                  </a:extLst>
                </a:gridCol>
                <a:gridCol w="3046493">
                  <a:extLst>
                    <a:ext uri="{9D8B030D-6E8A-4147-A177-3AD203B41FA5}">
                      <a16:colId xmlns:a16="http://schemas.microsoft.com/office/drawing/2014/main" val="2548411795"/>
                    </a:ext>
                  </a:extLst>
                </a:gridCol>
              </a:tblGrid>
              <a:tr h="129540">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Du lundi au vendredi de :</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téléphone</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email</a:t>
                      </a:r>
                      <a:r>
                        <a:rPr lang="fr-FR" sz="1000"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34824787"/>
                  </a:ext>
                </a:extLst>
              </a:tr>
              <a:tr h="0">
                <a:tc>
                  <a:txBody>
                    <a:bodyPr/>
                    <a:lstStyle/>
                    <a:p>
                      <a:pPr algn="l" fontAlgn="base">
                        <a:lnSpc>
                          <a:spcPts val="1200"/>
                        </a:lnSpc>
                        <a:buNone/>
                      </a:pPr>
                      <a:r>
                        <a:rPr lang="pt-B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08h00 à 12h30 et de 13h30 à 18h00 ​(sauf le vendredi à 17h30)</a:t>
                      </a:r>
                      <a:endParaRPr lang="pt-B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05 57 51 52 52​</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contact.aqu@koesio.com​</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548006633"/>
                  </a:ext>
                </a:extLst>
              </a:tr>
            </a:tbl>
          </a:graphicData>
        </a:graphic>
      </p:graphicFrame>
      <p:pic>
        <p:nvPicPr>
          <p:cNvPr id="2052" name="Picture 4">
            <a:extLst>
              <a:ext uri="{FF2B5EF4-FFF2-40B4-BE49-F238E27FC236}">
                <a16:creationId xmlns:a16="http://schemas.microsoft.com/office/drawing/2014/main" id="{683E807E-EEB5-2C42-1124-B1A5EF29310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9050" y="6402147"/>
            <a:ext cx="733425" cy="638175"/>
          </a:xfrm>
          <a:prstGeom prst="rect">
            <a:avLst/>
          </a:prstGeom>
          <a:noFill/>
          <a:extLst>
            <a:ext uri="{909E8E84-426E-40DD-AFC4-6F175D3DCCD1}">
              <a14:hiddenFill xmlns:a14="http://schemas.microsoft.com/office/drawing/2010/main">
                <a:solidFill>
                  <a:srgbClr val="FFFFFF"/>
                </a:solidFill>
              </a14:hiddenFill>
            </a:ext>
          </a:extLst>
        </p:spPr>
      </p:pic>
      <p:sp>
        <p:nvSpPr>
          <p:cNvPr id="15" name="ZoneTexte 14">
            <a:extLst>
              <a:ext uri="{FF2B5EF4-FFF2-40B4-BE49-F238E27FC236}">
                <a16:creationId xmlns:a16="http://schemas.microsoft.com/office/drawing/2014/main" id="{6D18F6C9-33FE-2A00-3A6D-C01EACCBC482}"/>
              </a:ext>
            </a:extLst>
          </p:cNvPr>
          <p:cNvSpPr txBox="1"/>
          <p:nvPr/>
        </p:nvSpPr>
        <p:spPr>
          <a:xfrm>
            <a:off x="849759" y="6598124"/>
            <a:ext cx="5985162" cy="246221"/>
          </a:xfrm>
          <a:prstGeom prst="rect">
            <a:avLst/>
          </a:prstGeom>
          <a:noFill/>
        </p:spPr>
        <p:txBody>
          <a:bodyPr wrap="square">
            <a:spAutoFit/>
          </a:bodyPr>
          <a:lstStyle/>
          <a:p>
            <a:r>
              <a:rPr lang="fr-FR" sz="1000" b="0" i="0" u="none" strike="noStrike" dirty="0">
                <a:solidFill>
                  <a:srgbClr val="000000"/>
                </a:solidFill>
                <a:effectLst/>
                <a:latin typeface="Century Gothic" panose="020B0502020202020204" pitchFamily="34" charset="0"/>
              </a:rPr>
              <a:t>Notre </a:t>
            </a:r>
            <a:r>
              <a:rPr lang="fr-FR" sz="1000" b="1" i="0" u="none" strike="noStrike" dirty="0">
                <a:solidFill>
                  <a:srgbClr val="000000"/>
                </a:solidFill>
                <a:effectLst/>
                <a:latin typeface="Century Gothic" panose="020B0502020202020204" pitchFamily="34" charset="0"/>
              </a:rPr>
              <a:t>Service Client </a:t>
            </a:r>
            <a:r>
              <a:rPr lang="fr-FR" sz="1000" b="0" i="0" u="none" strike="noStrike" dirty="0">
                <a:solidFill>
                  <a:srgbClr val="000000"/>
                </a:solidFill>
                <a:effectLst/>
                <a:latin typeface="Century Gothic" panose="020B0502020202020204" pitchFamily="34" charset="0"/>
              </a:rPr>
              <a:t>situé à </a:t>
            </a:r>
            <a:r>
              <a:rPr lang="fr-FR" sz="1000" b="1" dirty="0">
                <a:solidFill>
                  <a:srgbClr val="000000"/>
                </a:solidFill>
                <a:latin typeface="Century Gothic" panose="020B0502020202020204" pitchFamily="34" charset="0"/>
              </a:rPr>
              <a:t>Bordeaux &amp; Limoges</a:t>
            </a:r>
            <a:r>
              <a:rPr lang="fr-FR" sz="1000" b="0" i="0" u="none" strike="noStrike" dirty="0">
                <a:solidFill>
                  <a:srgbClr val="000000"/>
                </a:solidFill>
                <a:effectLst/>
                <a:latin typeface="Century Gothic" panose="020B0502020202020204" pitchFamily="34" charset="0"/>
              </a:rPr>
              <a:t> est joignable : </a:t>
            </a:r>
            <a:r>
              <a:rPr lang="fr-FR" sz="1000" b="0" i="0" dirty="0">
                <a:solidFill>
                  <a:srgbClr val="000000"/>
                </a:solidFill>
                <a:effectLst/>
                <a:latin typeface="Century Gothic" panose="020B0502020202020204" pitchFamily="34" charset="0"/>
              </a:rPr>
              <a:t>​</a:t>
            </a:r>
            <a:endParaRPr lang="fr-FR" dirty="0"/>
          </a:p>
        </p:txBody>
      </p:sp>
      <p:pic>
        <p:nvPicPr>
          <p:cNvPr id="22" name="Image 21">
            <a:extLst>
              <a:ext uri="{FF2B5EF4-FFF2-40B4-BE49-F238E27FC236}">
                <a16:creationId xmlns:a16="http://schemas.microsoft.com/office/drawing/2014/main" id="{7C1B97B6-61F6-1403-F617-6448E3C40DF8}"/>
              </a:ext>
            </a:extLst>
          </p:cNvPr>
          <p:cNvPicPr>
            <a:picLocks noChangeAspect="1"/>
          </p:cNvPicPr>
          <p:nvPr/>
        </p:nvPicPr>
        <p:blipFill rotWithShape="1">
          <a:blip r:embed="rId6" cstate="hqprint">
            <a:extLst>
              <a:ext uri="{28A0092B-C50C-407E-A947-70E740481C1C}">
                <a14:useLocalDpi xmlns:a14="http://schemas.microsoft.com/office/drawing/2010/main"/>
              </a:ext>
            </a:extLst>
          </a:blip>
          <a:srcRect/>
          <a:stretch/>
        </p:blipFill>
        <p:spPr>
          <a:xfrm>
            <a:off x="6643443" y="5087576"/>
            <a:ext cx="663444" cy="703643"/>
          </a:xfrm>
          <a:prstGeom prst="ellipse">
            <a:avLst/>
          </a:prstGeom>
          <a:solidFill>
            <a:srgbClr val="FFFFFF"/>
          </a:solidFill>
          <a:ln w="28575">
            <a:solidFill>
              <a:srgbClr val="F7A823"/>
            </a:solidFill>
          </a:ln>
          <a:effectLst/>
        </p:spPr>
      </p:pic>
      <p:pic>
        <p:nvPicPr>
          <p:cNvPr id="27" name="Image 26">
            <a:extLst>
              <a:ext uri="{FF2B5EF4-FFF2-40B4-BE49-F238E27FC236}">
                <a16:creationId xmlns:a16="http://schemas.microsoft.com/office/drawing/2014/main" id="{FFD10546-3046-B673-37E8-09D77F5345D6}"/>
              </a:ext>
            </a:extLst>
          </p:cNvPr>
          <p:cNvPicPr>
            <a:picLocks noChangeAspect="1"/>
          </p:cNvPicPr>
          <p:nvPr/>
        </p:nvPicPr>
        <p:blipFill>
          <a:blip r:embed="rId7" cstate="hqprint">
            <a:extLst>
              <a:ext uri="{28A0092B-C50C-407E-A947-70E740481C1C}">
                <a14:useLocalDpi xmlns:a14="http://schemas.microsoft.com/office/drawing/2010/main"/>
              </a:ext>
            </a:extLst>
          </a:blip>
          <a:srcRect/>
          <a:stretch/>
        </p:blipFill>
        <p:spPr>
          <a:xfrm>
            <a:off x="7621827" y="2738646"/>
            <a:ext cx="693598" cy="735623"/>
          </a:xfrm>
          <a:prstGeom prst="ellipse">
            <a:avLst/>
          </a:prstGeom>
          <a:solidFill>
            <a:srgbClr val="FFFFFF"/>
          </a:solidFill>
          <a:ln w="28575">
            <a:solidFill>
              <a:srgbClr val="94C120"/>
            </a:solidFill>
          </a:ln>
          <a:effectLst/>
        </p:spPr>
      </p:pic>
      <p:pic>
        <p:nvPicPr>
          <p:cNvPr id="32" name="Image 31">
            <a:hlinkClick r:id="rId8"/>
            <a:extLst>
              <a:ext uri="{FF2B5EF4-FFF2-40B4-BE49-F238E27FC236}">
                <a16:creationId xmlns:a16="http://schemas.microsoft.com/office/drawing/2014/main" id="{1F89EAEA-8386-AEB8-0AA4-A25F7748FA92}"/>
              </a:ext>
            </a:extLst>
          </p:cNvPr>
          <p:cNvPicPr>
            <a:picLocks noChangeAspect="1"/>
          </p:cNvPicPr>
          <p:nvPr/>
        </p:nvPicPr>
        <p:blipFill rotWithShape="1">
          <a:blip r:embed="rId9">
            <a:extLst>
              <a:ext uri="{28A0092B-C50C-407E-A947-70E740481C1C}">
                <a14:useLocalDpi xmlns:a14="http://schemas.microsoft.com/office/drawing/2010/main"/>
              </a:ext>
            </a:extLst>
          </a:blip>
          <a:srcRect/>
          <a:stretch/>
        </p:blipFill>
        <p:spPr>
          <a:xfrm>
            <a:off x="644643" y="3474269"/>
            <a:ext cx="655160" cy="694856"/>
          </a:xfrm>
          <a:prstGeom prst="ellipse">
            <a:avLst/>
          </a:prstGeom>
          <a:solidFill>
            <a:srgbClr val="FFFFFF"/>
          </a:solidFill>
          <a:ln w="28575">
            <a:solidFill>
              <a:srgbClr val="F9EE68"/>
            </a:solidFill>
          </a:ln>
          <a:effectLst/>
        </p:spPr>
      </p:pic>
      <p:sp>
        <p:nvSpPr>
          <p:cNvPr id="36" name="ZoneTexte 35">
            <a:extLst>
              <a:ext uri="{FF2B5EF4-FFF2-40B4-BE49-F238E27FC236}">
                <a16:creationId xmlns:a16="http://schemas.microsoft.com/office/drawing/2014/main" id="{7099F53F-97F2-669C-CAF8-88B147DE1707}"/>
              </a:ext>
            </a:extLst>
          </p:cNvPr>
          <p:cNvSpPr txBox="1"/>
          <p:nvPr/>
        </p:nvSpPr>
        <p:spPr>
          <a:xfrm>
            <a:off x="1405307" y="3529310"/>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Valentin LACOSTE</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37" name="ZoneTexte 36">
            <a:extLst>
              <a:ext uri="{FF2B5EF4-FFF2-40B4-BE49-F238E27FC236}">
                <a16:creationId xmlns:a16="http://schemas.microsoft.com/office/drawing/2014/main" id="{04E35F92-9948-BEF4-352F-C663AC66AC41}"/>
              </a:ext>
            </a:extLst>
          </p:cNvPr>
          <p:cNvSpPr txBox="1"/>
          <p:nvPr/>
        </p:nvSpPr>
        <p:spPr>
          <a:xfrm>
            <a:off x="8422810" y="2795283"/>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Sébastien CHARPENTIER</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1" name="ZoneTexte 40">
            <a:extLst>
              <a:ext uri="{FF2B5EF4-FFF2-40B4-BE49-F238E27FC236}">
                <a16:creationId xmlns:a16="http://schemas.microsoft.com/office/drawing/2014/main" id="{55CCA2B8-61CF-0F23-DA80-8AB45C7F9E1B}"/>
              </a:ext>
            </a:extLst>
          </p:cNvPr>
          <p:cNvSpPr txBox="1"/>
          <p:nvPr/>
        </p:nvSpPr>
        <p:spPr>
          <a:xfrm>
            <a:off x="7414271" y="5239341"/>
            <a:ext cx="2472587"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lang="fr-FR" sz="1400" kern="0" dirty="0">
                <a:solidFill>
                  <a:srgbClr val="434341"/>
                </a:solidFill>
                <a:latin typeface="Arial Nova"/>
                <a:cs typeface="Arial" panose="020B0604020202020204" pitchFamily="34" charset="0"/>
              </a:rPr>
              <a:t>Noël-Brice LECARDONNEL</a:t>
            </a:r>
            <a:endPar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Télécom</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3" name="ZoneTexte 42">
            <a:extLst>
              <a:ext uri="{FF2B5EF4-FFF2-40B4-BE49-F238E27FC236}">
                <a16:creationId xmlns:a16="http://schemas.microsoft.com/office/drawing/2014/main" id="{CDEA476C-DD84-AFA5-41CD-CF5BBD8915E7}"/>
              </a:ext>
            </a:extLst>
          </p:cNvPr>
          <p:cNvSpPr txBox="1"/>
          <p:nvPr/>
        </p:nvSpPr>
        <p:spPr>
          <a:xfrm>
            <a:off x="6643443" y="4755603"/>
            <a:ext cx="1855489"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Aquitaine</a:t>
            </a:r>
          </a:p>
        </p:txBody>
      </p:sp>
    </p:spTree>
    <p:extLst>
      <p:ext uri="{BB962C8B-B14F-4D97-AF65-F5344CB8AC3E}">
        <p14:creationId xmlns:p14="http://schemas.microsoft.com/office/powerpoint/2010/main" val="2981263383"/>
      </p:ext>
    </p:extLst>
  </p:cSld>
  <p:clrMapOvr>
    <a:masterClrMapping/>
  </p:clrMapOvr>
</p:sld>
</file>

<file path=ppt/theme/theme1.xml><?xml version="1.0" encoding="utf-8"?>
<a:theme xmlns:a="http://schemas.openxmlformats.org/drawingml/2006/main" name="FIN">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2.xml><?xml version="1.0" encoding="utf-8"?>
<a:theme xmlns:a="http://schemas.openxmlformats.org/drawingml/2006/main" name="PAGES DE GARDE">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3.xml><?xml version="1.0" encoding="utf-8"?>
<a:theme xmlns:a="http://schemas.openxmlformats.org/drawingml/2006/main" name="GRANDS TITRES">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118</Words>
  <Application>Microsoft Office PowerPoint</Application>
  <PresentationFormat>Grand écran</PresentationFormat>
  <Paragraphs>13</Paragraphs>
  <Slides>13</Slides>
  <Notes>11</Notes>
  <HiddenSlides>0</HiddenSlides>
  <MMClips>0</MMClips>
  <ScaleCrop>false</ScaleCrop>
  <HeadingPairs>
    <vt:vector size="6" baseType="variant">
      <vt:variant>
        <vt:lpstr>Polices utilisées</vt:lpstr>
      </vt:variant>
      <vt:variant>
        <vt:i4>2</vt:i4>
      </vt:variant>
      <vt:variant>
        <vt:lpstr>Thème</vt:lpstr>
      </vt:variant>
      <vt:variant>
        <vt:i4>3</vt:i4>
      </vt:variant>
      <vt:variant>
        <vt:lpstr>Titres des diapositives</vt:lpstr>
      </vt:variant>
      <vt:variant>
        <vt:i4>2</vt:i4>
      </vt:variant>
    </vt:vector>
  </HeadingPairs>
  <TitlesOfParts>
    <vt:vector size="7" baseType="lpstr">
      <vt:lpstr>Arial</vt:lpstr>
      <vt:lpstr>Arial Nova</vt:lpstr>
      <vt:lpstr>FIN</vt:lpstr>
      <vt:lpstr>PAGES DE GARDE</vt:lpstr>
      <vt:lpstr>GRANDS TITRES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Carla Rousseau</dc:creator>
  <cp:lastModifiedBy>Jeremy TREDANT</cp:lastModifiedBy>
  <cp:revision>4</cp:revision>
  <dcterms:created xsi:type="dcterms:W3CDTF">2024-02-01T13:27:01Z</dcterms:created>
  <dcterms:modified xsi:type="dcterms:W3CDTF">2025-11-11T22:53:52Z</dcterms:modified>
</cp:coreProperties>
</file>