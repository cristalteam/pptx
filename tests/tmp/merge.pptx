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3.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3.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theme/theme4.xml" ContentType="application/vnd.openxmlformats-officedocument.theme+xml"/>
  <Override PartName="/ppt/slideLayouts/slideLayout13.xml" ContentType="application/vnd.openxmlformats-officedocument.presentationml.slideLayout+xml"/>
  <Override PartName="/ppt/slideMasters/slideMaster4.xml" ContentType="application/vnd.openxmlformats-officedocument.presentationml.slideMaster+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5.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s/slide4.xml" ContentType="application/vnd.openxmlformats-officedocument.presentationml.slide+xml"/>
  <Override PartName="/ppt/slides/slide5.xml" ContentType="application/vnd.openxmlformats-officedocument.presentationml.slide+xml"/>
  <Override PartName="/ppt/slideLayouts/slideLayout24.xml" ContentType="application/vnd.openxmlformats-officedocument.presentationml.slideLayout+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Slides/notesSlide2.xml" ContentType="application/vnd.openxmlformats-officedocument.presentationml.notesSlide+xml"/>
  <Override PartName="/ppt/slides/slide10.xml" ContentType="application/vnd.openxmlformats-officedocument.presentationml.slide+xml"/>
  <Override PartName="/ppt/notesSlides/notesSlide3.xml" ContentType="application/vnd.openxmlformats-officedocument.presentationml.notesSlide+xml"/>
  <Override PartName="/ppt/slides/slide11.xml" ContentType="application/vnd.openxmlformats-officedocument.presentationml.slide+xml"/>
  <Override PartName="/ppt/slides/slide1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87" r:id="rId1"/>
    <p:sldMasterId id="2147483888" r:id="rId2"/>
    <p:sldMasterId id="2147483889" r:id="rId3"/>
    <p:sldMasterId id="2147483890" r:id="rId4"/>
  </p:sld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521415D9-36F7-43E2-AB2F-B90AF26B5E84}">
      <p14:sectionLst xmlns:p14="http://schemas.microsoft.com/office/powerpoint/2010/main">
        <p14:section name="Section par défaut" id="{D57B21AD-B6CD-49C4-8F21-F21D0058913F}">
          <p14:sldIdLst>
            <p14:sldId id="256"/>
            <p14:sldId id="257"/>
          </p14:sldIdLst>
        </p14:section>
        <p14:section name="FIN" id="{F9BB27DB-5C58-47A1-A1B8-D46C8599990A}">
          <p14:sldIdLst>
            <p14:sldId id="258"/>
          </p14:sldIdLst>
        </p14:section>
        <p14:section name="Synthèse Financière" id="{D8B3750C-8AF9-4BCC-9CA5-30A4E1A4A7E4}">
          <p14:sldIdLst>
            <p14:sldId id="259"/>
            <p14:sldId id="260"/>
            <p14:sldId id="261"/>
            <p14:sldId id="262"/>
            <p14:sldId id="263"/>
            <p14:sldId id="264"/>
            <p14:sldId id="265"/>
            <p14:sldId id="266"/>
            <p14:sldId id="267"/>
          </p14:sldIdLst>
        </p14:section>
      </p14:sectionLst>
    </p:ext>
  </p:extLst>
  <p:notesMasterIdLst>
    <p:notesMasterId r:id="rId22"/>
  </p:notesMasterId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AF1CB17-5677-411F-958D-9F000751BAB6}" v="4" dt="2024-02-01T13:32:13.4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94660"/>
  </p:normalViewPr>
  <p:slideViewPr>
    <p:cSldViewPr snapToGrid="0">
      <p:cViewPr varScale="1">
        <p:scale>
          <a:sx n="113" d="100"/>
          <a:sy n="113" d="100"/>
        </p:scale>
        <p:origin x="2635" y="3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6" Type="http://schemas.openxmlformats.org/officeDocument/2006/relationships/slide" Target="slides/slide2.xml"/><Relationship Id="rId5"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 Type="http://schemas.openxmlformats.org/officeDocument/2006/relationships/slideMaster" Target="slideMasters/slideMaster3.xml"/><Relationship Id="rId2" Type="http://schemas.openxmlformats.org/officeDocument/2006/relationships/slideMaster" Target="slideMasters/slideMaster2.xml"/><Relationship Id="rId3" Type="http://schemas.openxmlformats.org/officeDocument/2006/relationships/slideMaster" Target="slideMasters/slideMaster1.xml"/><Relationship Id="rId4" Type="http://schemas.openxmlformats.org/officeDocument/2006/relationships/slideMaster" Target="slideMasters/slideMaster4.xml"/><Relationship Id="rId17" Type="http://schemas.openxmlformats.org/officeDocument/2006/relationships/theme" Target="theme/theme1.xml"/><Relationship Id="rId18" Type="http://schemas.openxmlformats.org/officeDocument/2006/relationships/viewProps" Target="viewProps.xml"/><Relationship Id="rId19" Type="http://schemas.openxmlformats.org/officeDocument/2006/relationships/presProps" Target="presProps.xml"/><Relationship Id="rId20" Type="http://schemas.microsoft.com/office/2015/10/relationships/revisionInfo" Target="revisionInfo.xml"/><Relationship Id="rId21" Type="http://schemas.openxmlformats.org/officeDocument/2006/relationships/tableStyles" Target="tableStyles.xml"/><Relationship Id="rId22" Type="http://schemas.openxmlformats.org/officeDocument/2006/relationships/notesMaster" Target="notesMasters/notesMaster1.xml"/><Relationship Id="rId23" Type="http://schemas.openxmlformats.org/officeDocument/2006/relationships/theme" Target="theme/theme4.xml"/><Relationship Id="rId24" Type="http://schemas.openxmlformats.org/officeDocument/2006/relationships/theme" Target="theme/them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FDB330D-6C84-4A98-BFF1-626FD29DE139}" type="datetimeFigureOut">
              <a:rPr lang="fr-FR" smtClean="0"/>
              <a:t>01/04/2025</a:t>
            </a:fld>
            <a:endParaRPr lang="fr-FR"/>
          </a:p>
        </p:txBody>
      </p:sp>
      <p:sp>
        <p:nvSpPr>
          <p:cNvPr id="4" name="Espace réservé de l'image des diapositives 3"/>
          <p:cNvSpPr>
            <a:spLocks noGrp="1" noRot="1" noChangeAspect="1"/>
          </p:cNvSpPr>
          <p:nvPr>
            <p:ph type="sldImg" idx="2"/>
          </p:nvPr>
        </p:nvSpPr>
        <p:spPr>
          <a:xfrm>
            <a:off x="1247775" y="1143000"/>
            <a:ext cx="436245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12FD6F-AB77-4C7E-891F-50C789B4267C}" type="slidenum">
              <a:rPr lang="fr-FR" smtClean="0"/>
              <a:t>‹N°›</a:t>
            </a:fld>
            <a:endParaRPr lang="fr-FR"/>
          </a:p>
        </p:txBody>
      </p:sp>
    </p:spTree>
    <p:extLst>
      <p:ext uri="{BB962C8B-B14F-4D97-AF65-F5344CB8AC3E}">
        <p14:creationId xmlns:p14="http://schemas.microsoft.com/office/powerpoint/2010/main" val="3192172107"/>
      </p:ext>
    </p:extLst>
  </p:cSld>
  <p:clrMap bg1="lt1" tx1="dk1" bg2="lt2" tx2="dk2" accent1="accent1" accent2="accent2" accent3="accent3" accent4="accent4" accent5="accent5" accent6="accent6" hlink="hlink" folHlink="folHlink"/>
  <p:notesStyle>
    <a:lvl1pPr marL="0" algn="l" defTabSz="1042873" rtl="0" eaLnBrk="1" latinLnBrk="0" hangingPunct="1">
      <a:defRPr sz="1369" kern="1200">
        <a:solidFill>
          <a:schemeClr val="tx1"/>
        </a:solidFill>
        <a:latin typeface="+mn-lt"/>
        <a:ea typeface="+mn-ea"/>
        <a:cs typeface="+mn-cs"/>
      </a:defRPr>
    </a:lvl1pPr>
    <a:lvl2pPr marL="521437" algn="l" defTabSz="1042873" rtl="0" eaLnBrk="1" latinLnBrk="0" hangingPunct="1">
      <a:defRPr sz="1369" kern="1200">
        <a:solidFill>
          <a:schemeClr val="tx1"/>
        </a:solidFill>
        <a:latin typeface="+mn-lt"/>
        <a:ea typeface="+mn-ea"/>
        <a:cs typeface="+mn-cs"/>
      </a:defRPr>
    </a:lvl2pPr>
    <a:lvl3pPr marL="1042873" algn="l" defTabSz="1042873" rtl="0" eaLnBrk="1" latinLnBrk="0" hangingPunct="1">
      <a:defRPr sz="1369" kern="1200">
        <a:solidFill>
          <a:schemeClr val="tx1"/>
        </a:solidFill>
        <a:latin typeface="+mn-lt"/>
        <a:ea typeface="+mn-ea"/>
        <a:cs typeface="+mn-cs"/>
      </a:defRPr>
    </a:lvl3pPr>
    <a:lvl4pPr marL="1564310" algn="l" defTabSz="1042873" rtl="0" eaLnBrk="1" latinLnBrk="0" hangingPunct="1">
      <a:defRPr sz="1369" kern="1200">
        <a:solidFill>
          <a:schemeClr val="tx1"/>
        </a:solidFill>
        <a:latin typeface="+mn-lt"/>
        <a:ea typeface="+mn-ea"/>
        <a:cs typeface="+mn-cs"/>
      </a:defRPr>
    </a:lvl4pPr>
    <a:lvl5pPr marL="2085746" algn="l" defTabSz="1042873" rtl="0" eaLnBrk="1" latinLnBrk="0" hangingPunct="1">
      <a:defRPr sz="1369" kern="1200">
        <a:solidFill>
          <a:schemeClr val="tx1"/>
        </a:solidFill>
        <a:latin typeface="+mn-lt"/>
        <a:ea typeface="+mn-ea"/>
        <a:cs typeface="+mn-cs"/>
      </a:defRPr>
    </a:lvl5pPr>
    <a:lvl6pPr marL="2607183" algn="l" defTabSz="1042873" rtl="0" eaLnBrk="1" latinLnBrk="0" hangingPunct="1">
      <a:defRPr sz="1369" kern="1200">
        <a:solidFill>
          <a:schemeClr val="tx1"/>
        </a:solidFill>
        <a:latin typeface="+mn-lt"/>
        <a:ea typeface="+mn-ea"/>
        <a:cs typeface="+mn-cs"/>
      </a:defRPr>
    </a:lvl6pPr>
    <a:lvl7pPr marL="3128620" algn="l" defTabSz="1042873" rtl="0" eaLnBrk="1" latinLnBrk="0" hangingPunct="1">
      <a:defRPr sz="1369" kern="1200">
        <a:solidFill>
          <a:schemeClr val="tx1"/>
        </a:solidFill>
        <a:latin typeface="+mn-lt"/>
        <a:ea typeface="+mn-ea"/>
        <a:cs typeface="+mn-cs"/>
      </a:defRPr>
    </a:lvl7pPr>
    <a:lvl8pPr marL="3650056" algn="l" defTabSz="1042873" rtl="0" eaLnBrk="1" latinLnBrk="0" hangingPunct="1">
      <a:defRPr sz="1369" kern="1200">
        <a:solidFill>
          <a:schemeClr val="tx1"/>
        </a:solidFill>
        <a:latin typeface="+mn-lt"/>
        <a:ea typeface="+mn-ea"/>
        <a:cs typeface="+mn-cs"/>
      </a:defRPr>
    </a:lvl8pPr>
    <a:lvl9pPr marL="4171493" algn="l" defTabSz="1042873" rtl="0" eaLnBrk="1" latinLnBrk="0" hangingPunct="1">
      <a:defRPr sz="136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9512FD6F-AB77-4C7E-891F-50C789B4267C}" type="slidenum">
              <a:rPr lang="fr-FR" smtClean="0"/>
              <a:t>1</a:t>
            </a:fld>
            <a:endParaRPr lang="fr-FR"/>
          </a:p>
        </p:txBody>
      </p:sp>
    </p:spTree>
    <p:extLst>
      <p:ext uri="{BB962C8B-B14F-4D97-AF65-F5344CB8AC3E}">
        <p14:creationId xmlns:p14="http://schemas.microsoft.com/office/powerpoint/2010/main" val="11608195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94848-5D7E-EB15-2916-BE91DDE09EF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9245EB0-FD40-8534-96F1-A54319C2321D}"/>
              </a:ext>
            </a:extLst>
          </p:cNvPr>
          <p:cNvSpPr>
            <a:spLocks noGrp="1" noRot="1" noChangeAspect="1"/>
          </p:cNvSpPr>
          <p:nvPr>
            <p:ph type="sldImg"/>
          </p:nvPr>
        </p:nvSpPr>
        <p:spPr>
          <a:xfrm>
            <a:off x="1247775" y="1143000"/>
            <a:ext cx="4362450" cy="3086100"/>
          </a:xfrm>
        </p:spPr>
      </p:sp>
      <p:sp>
        <p:nvSpPr>
          <p:cNvPr id="3" name="Espace réservé des notes 2">
            <a:extLst>
              <a:ext uri="{FF2B5EF4-FFF2-40B4-BE49-F238E27FC236}">
                <a16:creationId xmlns:a16="http://schemas.microsoft.com/office/drawing/2014/main" id="{FC88B573-57D3-65CD-763C-BD850794443D}"/>
              </a:ext>
            </a:extLst>
          </p:cNvPr>
          <p:cNvSpPr>
            <a:spLocks noGrp="1"/>
          </p:cNvSpPr>
          <p:nvPr>
            <p:ph type="body" idx="1"/>
          </p:nvPr>
        </p:nvSpPr>
        <p:spPr/>
        <p:txBody>
          <a:bodyPr/>
          <a:lstStyle/>
          <a:p>
            <a:r>
              <a:rPr lang="fr-FR" dirty="0" err="1"/>
              <a:t>Nbe</a:t>
            </a:r>
            <a:r>
              <a:rPr lang="fr-FR" dirty="0"/>
              <a:t> bpa</a:t>
            </a:r>
          </a:p>
          <a:p>
            <a:r>
              <a:rPr lang="fr-FR" dirty="0" err="1"/>
              <a:t>Nbe</a:t>
            </a:r>
            <a:r>
              <a:rPr lang="fr-FR" dirty="0"/>
              <a:t> firewall à mettre</a:t>
            </a:r>
          </a:p>
        </p:txBody>
      </p:sp>
      <p:sp>
        <p:nvSpPr>
          <p:cNvPr id="4" name="Espace réservé du numéro de diapositive 3">
            <a:extLst>
              <a:ext uri="{FF2B5EF4-FFF2-40B4-BE49-F238E27FC236}">
                <a16:creationId xmlns:a16="http://schemas.microsoft.com/office/drawing/2014/main" id="{39D65547-95F8-17DE-32D7-1912157C44AC}"/>
              </a:ext>
            </a:extLst>
          </p:cNvPr>
          <p:cNvSpPr>
            <a:spLocks noGrp="1"/>
          </p:cNvSpPr>
          <p:nvPr>
            <p:ph type="sldNum" sz="quarter" idx="5"/>
          </p:nvPr>
        </p:nvSpPr>
        <p:spPr/>
        <p:txBody>
          <a:bodyPr/>
          <a:lstStyle/>
          <a:p>
            <a:fld id="{9512FD6F-AB77-4C7E-891F-50C789B4267C}" type="slidenum">
              <a:rPr lang="fr-FR" smtClean="0"/>
              <a:t>6</a:t>
            </a:fld>
            <a:endParaRPr lang="fr-FR"/>
          </a:p>
        </p:txBody>
      </p:sp>
    </p:spTree>
    <p:extLst>
      <p:ext uri="{BB962C8B-B14F-4D97-AF65-F5344CB8AC3E}">
        <p14:creationId xmlns:p14="http://schemas.microsoft.com/office/powerpoint/2010/main" val="29334803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3D038B-00F9-4E7B-FA47-C0F9F66FA00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77D49CC-9B53-DAB6-A2FD-160708460706}"/>
              </a:ext>
            </a:extLst>
          </p:cNvPr>
          <p:cNvSpPr>
            <a:spLocks noGrp="1" noRot="1" noChangeAspect="1"/>
          </p:cNvSpPr>
          <p:nvPr>
            <p:ph type="sldImg"/>
          </p:nvPr>
        </p:nvSpPr>
        <p:spPr>
          <a:xfrm>
            <a:off x="1247775" y="1143000"/>
            <a:ext cx="4362450" cy="3086100"/>
          </a:xfrm>
        </p:spPr>
      </p:sp>
      <p:sp>
        <p:nvSpPr>
          <p:cNvPr id="3" name="Espace réservé des notes 2">
            <a:extLst>
              <a:ext uri="{FF2B5EF4-FFF2-40B4-BE49-F238E27FC236}">
                <a16:creationId xmlns:a16="http://schemas.microsoft.com/office/drawing/2014/main" id="{C20DB7DE-29B4-A64F-7100-7D095FC61C4E}"/>
              </a:ext>
            </a:extLst>
          </p:cNvPr>
          <p:cNvSpPr>
            <a:spLocks noGrp="1"/>
          </p:cNvSpPr>
          <p:nvPr>
            <p:ph type="body" idx="1"/>
          </p:nvPr>
        </p:nvSpPr>
        <p:spPr/>
        <p:txBody>
          <a:bodyPr/>
          <a:lstStyle/>
          <a:p>
            <a:r>
              <a:rPr lang="fr-FR" dirty="0" err="1"/>
              <a:t>Nbe</a:t>
            </a:r>
            <a:r>
              <a:rPr lang="fr-FR" dirty="0"/>
              <a:t> bpa</a:t>
            </a:r>
          </a:p>
          <a:p>
            <a:r>
              <a:rPr lang="fr-FR" dirty="0" err="1"/>
              <a:t>Nbe</a:t>
            </a:r>
            <a:r>
              <a:rPr lang="fr-FR" dirty="0"/>
              <a:t> firewall à mettre</a:t>
            </a:r>
          </a:p>
        </p:txBody>
      </p:sp>
      <p:sp>
        <p:nvSpPr>
          <p:cNvPr id="4" name="Espace réservé du numéro de diapositive 3">
            <a:extLst>
              <a:ext uri="{FF2B5EF4-FFF2-40B4-BE49-F238E27FC236}">
                <a16:creationId xmlns:a16="http://schemas.microsoft.com/office/drawing/2014/main" id="{B84CDB7A-E823-90DB-86FE-FBAFAE20D4AF}"/>
              </a:ext>
            </a:extLst>
          </p:cNvPr>
          <p:cNvSpPr>
            <a:spLocks noGrp="1"/>
          </p:cNvSpPr>
          <p:nvPr>
            <p:ph type="sldNum" sz="quarter" idx="5"/>
          </p:nvPr>
        </p:nvSpPr>
        <p:spPr/>
        <p:txBody>
          <a:bodyPr/>
          <a:lstStyle/>
          <a:p>
            <a:fld id="{9512FD6F-AB77-4C7E-891F-50C789B4267C}" type="slidenum">
              <a:rPr lang="fr-FR" smtClean="0"/>
              <a:t>7</a:t>
            </a:fld>
            <a:endParaRPr lang="fr-FR"/>
          </a:p>
        </p:txBody>
      </p:sp>
    </p:spTree>
    <p:extLst>
      <p:ext uri="{BB962C8B-B14F-4D97-AF65-F5344CB8AC3E}">
        <p14:creationId xmlns:p14="http://schemas.microsoft.com/office/powerpoint/2010/main" val="81713642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8" Type="http://schemas.openxmlformats.org/officeDocument/2006/relationships/hyperlink" Target="https://www.facebook.com/koesioconnexion" TargetMode="External"/><Relationship Id="rId3" Type="http://schemas.openxmlformats.org/officeDocument/2006/relationships/image" Target="../media/image3.svg"/><Relationship Id="rId7"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hyperlink" Target="https://www.instagram.com/koesio_officiel/?hl=en" TargetMode="External"/><Relationship Id="rId11" Type="http://schemas.openxmlformats.org/officeDocument/2006/relationships/image" Target="../media/image7.png"/><Relationship Id="rId5" Type="http://schemas.openxmlformats.org/officeDocument/2006/relationships/image" Target="../media/image4.png"/><Relationship Id="rId10" Type="http://schemas.openxmlformats.org/officeDocument/2006/relationships/hyperlink" Target="https://www.linkedin.com/company/koesio/mycompany/" TargetMode="External"/><Relationship Id="rId4" Type="http://schemas.openxmlformats.org/officeDocument/2006/relationships/hyperlink" Target="https://www.youtube.com/c/Koesio" TargetMode="External"/><Relationship Id="rId9"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8" Type="http://schemas.openxmlformats.org/officeDocument/2006/relationships/image" Target="../media/image15.jpeg"/><Relationship Id="rId3" Type="http://schemas.openxmlformats.org/officeDocument/2006/relationships/image" Target="../media/image10.jpeg"/><Relationship Id="rId7" Type="http://schemas.openxmlformats.org/officeDocument/2006/relationships/image" Target="../media/image14.jpeg"/><Relationship Id="rId2" Type="http://schemas.openxmlformats.org/officeDocument/2006/relationships/image" Target="../media/image9.jpeg"/><Relationship Id="rId1" Type="http://schemas.openxmlformats.org/officeDocument/2006/relationships/slideMaster" Target="../slideMasters/slideMaster2.xml"/><Relationship Id="rId6" Type="http://schemas.openxmlformats.org/officeDocument/2006/relationships/image" Target="../media/image13.jpeg"/><Relationship Id="rId5" Type="http://schemas.openxmlformats.org/officeDocument/2006/relationships/image" Target="../media/image12.jpeg"/><Relationship Id="rId4" Type="http://schemas.openxmlformats.org/officeDocument/2006/relationships/image" Target="../media/image11.jpeg"/><Relationship Id="rId9" Type="http://schemas.openxmlformats.org/officeDocument/2006/relationships/image" Target="../media/image16.jpg"/></Relationships>
</file>

<file path=ppt/slideLayouts/_rels/slideLayout5.xml.rels><?xml version="1.0" encoding="UTF-8" standalone="yes"?>
<Relationships xmlns="http://schemas.openxmlformats.org/package/2006/relationships"><Relationship Id="rId8" Type="http://schemas.openxmlformats.org/officeDocument/2006/relationships/image" Target="../media/image17.jpg"/><Relationship Id="rId3" Type="http://schemas.openxmlformats.org/officeDocument/2006/relationships/image" Target="../media/image10.jpeg"/><Relationship Id="rId7" Type="http://schemas.openxmlformats.org/officeDocument/2006/relationships/image" Target="../media/image14.jpeg"/><Relationship Id="rId2" Type="http://schemas.openxmlformats.org/officeDocument/2006/relationships/image" Target="../media/image9.jpeg"/><Relationship Id="rId1" Type="http://schemas.openxmlformats.org/officeDocument/2006/relationships/slideMaster" Target="../slideMasters/slideMaster2.xml"/><Relationship Id="rId6" Type="http://schemas.openxmlformats.org/officeDocument/2006/relationships/image" Target="../media/image13.jpeg"/><Relationship Id="rId5" Type="http://schemas.openxmlformats.org/officeDocument/2006/relationships/image" Target="../media/image12.jpeg"/><Relationship Id="rId4" Type="http://schemas.openxmlformats.org/officeDocument/2006/relationships/image" Target="../media/image11.jpeg"/></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FIN 1">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0741D01F-080E-9DEC-23A8-A2C62753752A}"/>
              </a:ext>
            </a:extLst>
          </p:cNvPr>
          <p:cNvPicPr>
            <a:picLocks noChangeAspect="1"/>
          </p:cNvPicPr>
          <p:nvPr userDrawn="1"/>
        </p:nvPicPr>
        <p:blipFill>
          <a:blip r:embed="rId2"/>
          <a:stretch>
            <a:fillRect/>
          </a:stretch>
        </p:blipFill>
        <p:spPr>
          <a:xfrm>
            <a:off x="5037358" y="3025902"/>
            <a:ext cx="2117284" cy="806196"/>
          </a:xfrm>
          <a:prstGeom prst="rect">
            <a:avLst/>
          </a:prstGeom>
        </p:spPr>
      </p:pic>
    </p:spTree>
    <p:extLst>
      <p:ext uri="{BB962C8B-B14F-4D97-AF65-F5344CB8AC3E}">
        <p14:creationId xmlns:p14="http://schemas.microsoft.com/office/powerpoint/2010/main" val="3546400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IN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1BCA8D4-C9EB-4DFC-BF1E-63A2416E4802}"/>
              </a:ext>
            </a:extLst>
          </p:cNvPr>
          <p:cNvSpPr>
            <a:spLocks noGrp="1" noRot="1" noMove="1" noResize="1" noEditPoints="1" noAdjustHandles="1" noChangeArrowheads="1" noChangeShapeType="1"/>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grpSp>
        <p:nvGrpSpPr>
          <p:cNvPr id="20" name="Groupe 19">
            <a:extLst>
              <a:ext uri="{FF2B5EF4-FFF2-40B4-BE49-F238E27FC236}">
                <a16:creationId xmlns:a16="http://schemas.microsoft.com/office/drawing/2014/main" id="{F14C13DD-A000-4B02-8C0A-B1C18765CB49}"/>
              </a:ext>
            </a:extLst>
          </p:cNvPr>
          <p:cNvGrpSpPr/>
          <p:nvPr userDrawn="1"/>
        </p:nvGrpSpPr>
        <p:grpSpPr>
          <a:xfrm>
            <a:off x="4759657" y="5320989"/>
            <a:ext cx="3086101" cy="584774"/>
            <a:chOff x="4470124" y="3041102"/>
            <a:chExt cx="4088281" cy="774673"/>
          </a:xfrm>
        </p:grpSpPr>
        <p:pic>
          <p:nvPicPr>
            <p:cNvPr id="4" name="Graphique 3">
              <a:extLst>
                <a:ext uri="{FF2B5EF4-FFF2-40B4-BE49-F238E27FC236}">
                  <a16:creationId xmlns:a16="http://schemas.microsoft.com/office/drawing/2014/main" id="{583E0B67-0EE5-4E29-B167-4286F990C1A1}"/>
                </a:ext>
              </a:extLst>
            </p:cNvPr>
            <p:cNvPicPr>
              <a:picLocks noChangeAspect="1"/>
            </p:cNvPicPr>
            <p:nvPr userDrawn="1"/>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b="27172"/>
            <a:stretch/>
          </p:blipFill>
          <p:spPr>
            <a:xfrm>
              <a:off x="4470124" y="3041102"/>
              <a:ext cx="2349394" cy="649750"/>
            </a:xfrm>
            <a:prstGeom prst="rect">
              <a:avLst/>
            </a:prstGeom>
          </p:spPr>
        </p:pic>
        <p:sp>
          <p:nvSpPr>
            <p:cNvPr id="2" name="ZoneTexte 1">
              <a:extLst>
                <a:ext uri="{FF2B5EF4-FFF2-40B4-BE49-F238E27FC236}">
                  <a16:creationId xmlns:a16="http://schemas.microsoft.com/office/drawing/2014/main" id="{03A28ADC-FFE9-4EB0-9E9A-D5B7F9628DEE}"/>
                </a:ext>
              </a:extLst>
            </p:cNvPr>
            <p:cNvSpPr txBox="1"/>
            <p:nvPr userDrawn="1"/>
          </p:nvSpPr>
          <p:spPr>
            <a:xfrm>
              <a:off x="6757260" y="3041102"/>
              <a:ext cx="1801145" cy="774673"/>
            </a:xfrm>
            <a:prstGeom prst="rect">
              <a:avLst/>
            </a:prstGeom>
            <a:noFill/>
          </p:spPr>
          <p:txBody>
            <a:bodyPr wrap="square" rtlCol="0">
              <a:spAutoFit/>
            </a:bodyPr>
            <a:lstStyle/>
            <a:p>
              <a:pPr algn="l"/>
              <a:r>
                <a:rPr lang="fr-FR" sz="3200" dirty="0">
                  <a:solidFill>
                    <a:schemeClr val="bg1"/>
                  </a:solidFill>
                  <a:latin typeface="+mj-lt"/>
                </a:rPr>
                <a:t>.com</a:t>
              </a:r>
            </a:p>
          </p:txBody>
        </p:sp>
      </p:grpSp>
      <p:pic>
        <p:nvPicPr>
          <p:cNvPr id="10" name="Image 9">
            <a:hlinkClick r:id="rId4"/>
            <a:extLst>
              <a:ext uri="{FF2B5EF4-FFF2-40B4-BE49-F238E27FC236}">
                <a16:creationId xmlns:a16="http://schemas.microsoft.com/office/drawing/2014/main" id="{E6D8F237-B05B-498E-9020-0A7842CDF014}"/>
              </a:ext>
            </a:extLst>
          </p:cNvPr>
          <p:cNvPicPr>
            <a:picLocks noChangeAspect="1"/>
          </p:cNvPicPr>
          <p:nvPr userDrawn="1"/>
        </p:nvPicPr>
        <p:blipFill>
          <a:blip r:embed="rId5"/>
          <a:stretch>
            <a:fillRect/>
          </a:stretch>
        </p:blipFill>
        <p:spPr>
          <a:xfrm>
            <a:off x="5153344" y="6019035"/>
            <a:ext cx="289529" cy="289529"/>
          </a:xfrm>
          <a:prstGeom prst="rect">
            <a:avLst/>
          </a:prstGeom>
        </p:spPr>
      </p:pic>
      <p:pic>
        <p:nvPicPr>
          <p:cNvPr id="11" name="Image 10">
            <a:hlinkClick r:id="rId6"/>
            <a:extLst>
              <a:ext uri="{FF2B5EF4-FFF2-40B4-BE49-F238E27FC236}">
                <a16:creationId xmlns:a16="http://schemas.microsoft.com/office/drawing/2014/main" id="{7FB84005-061C-4BF7-B153-61B7AF51F02C}"/>
              </a:ext>
            </a:extLst>
          </p:cNvPr>
          <p:cNvPicPr>
            <a:picLocks noChangeAspect="1"/>
          </p:cNvPicPr>
          <p:nvPr userDrawn="1"/>
        </p:nvPicPr>
        <p:blipFill>
          <a:blip r:embed="rId7"/>
          <a:stretch>
            <a:fillRect/>
          </a:stretch>
        </p:blipFill>
        <p:spPr>
          <a:xfrm>
            <a:off x="6877390" y="6019035"/>
            <a:ext cx="289529" cy="289529"/>
          </a:xfrm>
          <a:prstGeom prst="rect">
            <a:avLst/>
          </a:prstGeom>
        </p:spPr>
      </p:pic>
      <p:pic>
        <p:nvPicPr>
          <p:cNvPr id="13" name="Image 12">
            <a:hlinkClick r:id="rId8"/>
            <a:extLst>
              <a:ext uri="{FF2B5EF4-FFF2-40B4-BE49-F238E27FC236}">
                <a16:creationId xmlns:a16="http://schemas.microsoft.com/office/drawing/2014/main" id="{BAA3743E-4D3D-4D7D-9CD5-892B381DE3E7}"/>
              </a:ext>
            </a:extLst>
          </p:cNvPr>
          <p:cNvPicPr>
            <a:picLocks noChangeAspect="1"/>
          </p:cNvPicPr>
          <p:nvPr userDrawn="1"/>
        </p:nvPicPr>
        <p:blipFill>
          <a:blip r:embed="rId9"/>
          <a:stretch>
            <a:fillRect/>
          </a:stretch>
        </p:blipFill>
        <p:spPr>
          <a:xfrm>
            <a:off x="6302708" y="6019035"/>
            <a:ext cx="289529" cy="289529"/>
          </a:xfrm>
          <a:prstGeom prst="rect">
            <a:avLst/>
          </a:prstGeom>
        </p:spPr>
      </p:pic>
      <p:pic>
        <p:nvPicPr>
          <p:cNvPr id="15" name="Image 14">
            <a:hlinkClick r:id="rId10"/>
            <a:extLst>
              <a:ext uri="{FF2B5EF4-FFF2-40B4-BE49-F238E27FC236}">
                <a16:creationId xmlns:a16="http://schemas.microsoft.com/office/drawing/2014/main" id="{B35FDEA9-07A2-40F5-ABAB-8B4AAF768132}"/>
              </a:ext>
            </a:extLst>
          </p:cNvPr>
          <p:cNvPicPr>
            <a:picLocks noChangeAspect="1"/>
          </p:cNvPicPr>
          <p:nvPr userDrawn="1"/>
        </p:nvPicPr>
        <p:blipFill>
          <a:blip r:embed="rId11"/>
          <a:stretch>
            <a:fillRect/>
          </a:stretch>
        </p:blipFill>
        <p:spPr>
          <a:xfrm>
            <a:off x="5728026" y="6019035"/>
            <a:ext cx="289529" cy="289529"/>
          </a:xfrm>
          <a:prstGeom prst="rect">
            <a:avLst/>
          </a:prstGeom>
        </p:spPr>
      </p:pic>
    </p:spTree>
    <p:extLst>
      <p:ext uri="{BB962C8B-B14F-4D97-AF65-F5344CB8AC3E}">
        <p14:creationId xmlns:p14="http://schemas.microsoft.com/office/powerpoint/2010/main" val="19378508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AGE DE GARDE 1">
    <p:spTree>
      <p:nvGrpSpPr>
        <p:cNvPr id="1" name=""/>
        <p:cNvGrpSpPr/>
        <p:nvPr/>
      </p:nvGrpSpPr>
      <p:grpSpPr>
        <a:xfrm>
          <a:off x="0" y="0"/>
          <a:ext cx="0" cy="0"/>
          <a:chOff x="0" y="0"/>
          <a:chExt cx="0" cy="0"/>
        </a:xfrm>
      </p:grpSpPr>
      <p:sp>
        <p:nvSpPr>
          <p:cNvPr id="3" name="Espace réservé du texte 31">
            <a:extLst>
              <a:ext uri="{FF2B5EF4-FFF2-40B4-BE49-F238E27FC236}">
                <a16:creationId xmlns:a16="http://schemas.microsoft.com/office/drawing/2014/main" id="{3A1B223F-E50B-15EB-307C-62D224B36262}"/>
              </a:ext>
            </a:extLst>
          </p:cNvPr>
          <p:cNvSpPr>
            <a:spLocks noGrp="1"/>
          </p:cNvSpPr>
          <p:nvPr>
            <p:ph type="body" sz="quarter" idx="10" hasCustomPrompt="1"/>
          </p:nvPr>
        </p:nvSpPr>
        <p:spPr>
          <a:xfrm>
            <a:off x="1146049" y="2165876"/>
            <a:ext cx="5440050" cy="3110047"/>
          </a:xfrm>
          <a:prstGeom prst="rect">
            <a:avLst/>
          </a:prstGeom>
        </p:spPr>
        <p:txBody>
          <a:bodyPr>
            <a:normAutofit/>
          </a:bodyPr>
          <a:lstStyle>
            <a:lvl1pPr marL="0" indent="0" algn="l">
              <a:buNone/>
              <a:defRPr sz="4400" b="1">
                <a:latin typeface="+mj-lt"/>
              </a:defRPr>
            </a:lvl1pPr>
          </a:lstStyle>
          <a:p>
            <a:pPr lvl="0"/>
            <a:r>
              <a:rPr lang="fr-FR" dirty="0"/>
              <a:t>Insérez le titre de votre présentation</a:t>
            </a:r>
          </a:p>
        </p:txBody>
      </p:sp>
      <p:sp>
        <p:nvSpPr>
          <p:cNvPr id="4" name="Date Placeholder 3">
            <a:extLst>
              <a:ext uri="{FF2B5EF4-FFF2-40B4-BE49-F238E27FC236}">
                <a16:creationId xmlns:a16="http://schemas.microsoft.com/office/drawing/2014/main" id="{67E4020A-659F-513F-DFCD-CFEB4BC2F07A}"/>
              </a:ext>
            </a:extLst>
          </p:cNvPr>
          <p:cNvSpPr>
            <a:spLocks noGrp="1"/>
          </p:cNvSpPr>
          <p:nvPr>
            <p:ph type="dt" sz="half" idx="11"/>
          </p:nvPr>
        </p:nvSpPr>
        <p:spPr>
          <a:xfrm>
            <a:off x="1635952" y="6478296"/>
            <a:ext cx="1048159" cy="255732"/>
          </a:xfrm>
          <a:prstGeom prst="rect">
            <a:avLst/>
          </a:prstGeom>
        </p:spPr>
        <p:txBody>
          <a:bodyPr/>
          <a:lstStyle>
            <a:lvl1pPr algn="l">
              <a:defRPr sz="1100" b="0" i="0">
                <a:solidFill>
                  <a:schemeClr val="tx1"/>
                </a:solidFill>
                <a:latin typeface="+mn-lt"/>
                <a:cs typeface="Arial" panose="020B0604020202020204" pitchFamily="34" charset="0"/>
              </a:defRPr>
            </a:lvl1pPr>
          </a:lstStyle>
          <a:p>
            <a:fld id="{26DE9782-4D0B-4C6D-B3CD-3DD9000CE490}" type="datetime1">
              <a:rPr lang="fr-FR" smtClean="0"/>
              <a:t>11/11/2025</a:t>
            </a:fld>
            <a:endParaRPr lang="fr-FR" dirty="0"/>
          </a:p>
        </p:txBody>
      </p:sp>
      <p:sp>
        <p:nvSpPr>
          <p:cNvPr id="18" name="Rectangle 17">
            <a:extLst>
              <a:ext uri="{FF2B5EF4-FFF2-40B4-BE49-F238E27FC236}">
                <a16:creationId xmlns:a16="http://schemas.microsoft.com/office/drawing/2014/main" id="{C426C5D8-21EB-AE75-2087-7BE39CC77F98}"/>
              </a:ext>
            </a:extLst>
          </p:cNvPr>
          <p:cNvSpPr/>
          <p:nvPr userDrawn="1"/>
        </p:nvSpPr>
        <p:spPr>
          <a:xfrm>
            <a:off x="5289284" y="5688771"/>
            <a:ext cx="1189648" cy="116906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20">
            <a:extLst>
              <a:ext uri="{FF2B5EF4-FFF2-40B4-BE49-F238E27FC236}">
                <a16:creationId xmlns:a16="http://schemas.microsoft.com/office/drawing/2014/main" id="{AE42457C-18A2-FEC5-EF99-E49879735811}"/>
              </a:ext>
            </a:extLst>
          </p:cNvPr>
          <p:cNvSpPr/>
          <p:nvPr userDrawn="1"/>
        </p:nvSpPr>
        <p:spPr>
          <a:xfrm>
            <a:off x="9842810" y="1169068"/>
            <a:ext cx="2360115" cy="116906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21">
            <a:extLst>
              <a:ext uri="{FF2B5EF4-FFF2-40B4-BE49-F238E27FC236}">
                <a16:creationId xmlns:a16="http://schemas.microsoft.com/office/drawing/2014/main" id="{4967B491-5642-B295-35E5-78733944325E}"/>
              </a:ext>
            </a:extLst>
          </p:cNvPr>
          <p:cNvSpPr/>
          <p:nvPr userDrawn="1"/>
        </p:nvSpPr>
        <p:spPr>
          <a:xfrm>
            <a:off x="6476320" y="1169068"/>
            <a:ext cx="1195349" cy="116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9BE47A0D-27C3-7AAA-69BD-C35EB6E41AF3}"/>
              </a:ext>
            </a:extLst>
          </p:cNvPr>
          <p:cNvSpPr/>
          <p:nvPr userDrawn="1"/>
        </p:nvSpPr>
        <p:spPr>
          <a:xfrm>
            <a:off x="8647462" y="0"/>
            <a:ext cx="1195348" cy="1148483"/>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 name="Rectangle 1">
            <a:extLst>
              <a:ext uri="{FF2B5EF4-FFF2-40B4-BE49-F238E27FC236}">
                <a16:creationId xmlns:a16="http://schemas.microsoft.com/office/drawing/2014/main" id="{36B2BA35-32B5-D466-26C8-7851DD313726}"/>
              </a:ext>
            </a:extLst>
          </p:cNvPr>
          <p:cNvSpPr/>
          <p:nvPr userDrawn="1"/>
        </p:nvSpPr>
        <p:spPr>
          <a:xfrm>
            <a:off x="226128" y="5667865"/>
            <a:ext cx="1195348" cy="118981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Rectangle 5">
            <a:extLst>
              <a:ext uri="{FF2B5EF4-FFF2-40B4-BE49-F238E27FC236}">
                <a16:creationId xmlns:a16="http://schemas.microsoft.com/office/drawing/2014/main" id="{F8DF5559-7956-477A-E890-5EE35D808F74}"/>
              </a:ext>
            </a:extLst>
          </p:cNvPr>
          <p:cNvSpPr/>
          <p:nvPr userDrawn="1"/>
        </p:nvSpPr>
        <p:spPr>
          <a:xfrm>
            <a:off x="6478933" y="5688771"/>
            <a:ext cx="1195348" cy="116890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5E7E2D08-BD90-ADC1-8B9A-1EC81D8DE2C9}"/>
              </a:ext>
            </a:extLst>
          </p:cNvPr>
          <p:cNvSpPr/>
          <p:nvPr userDrawn="1"/>
        </p:nvSpPr>
        <p:spPr>
          <a:xfrm>
            <a:off x="5280971" y="1"/>
            <a:ext cx="1195349" cy="1169067"/>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space réservé pour une image  10">
            <a:extLst>
              <a:ext uri="{FF2B5EF4-FFF2-40B4-BE49-F238E27FC236}">
                <a16:creationId xmlns:a16="http://schemas.microsoft.com/office/drawing/2014/main" id="{0FF35F65-B35C-A7C9-CC94-C48002CFD42A}"/>
              </a:ext>
            </a:extLst>
          </p:cNvPr>
          <p:cNvSpPr>
            <a:spLocks noGrp="1"/>
          </p:cNvSpPr>
          <p:nvPr>
            <p:ph type="pic" sz="quarter" idx="12" hasCustomPrompt="1"/>
          </p:nvPr>
        </p:nvSpPr>
        <p:spPr>
          <a:xfrm>
            <a:off x="7671669" y="2338135"/>
            <a:ext cx="4520331" cy="4520332"/>
          </a:xfrm>
          <a:prstGeom prst="rect">
            <a:avLst/>
          </a:prstGeom>
          <a:solidFill>
            <a:schemeClr val="tx2"/>
          </a:solidFill>
        </p:spPr>
        <p:txBody>
          <a:bodyPr anchor="ctr"/>
          <a:lstStyle>
            <a:lvl1pPr marL="0" indent="0" algn="ctr">
              <a:buNone/>
              <a:defRPr>
                <a:solidFill>
                  <a:schemeClr val="bg1"/>
                </a:solidFill>
              </a:defRPr>
            </a:lvl1pPr>
          </a:lstStyle>
          <a:p>
            <a:r>
              <a:rPr lang="fr-FR" dirty="0"/>
              <a:t>Insérez une image si vous le souhaitez</a:t>
            </a:r>
          </a:p>
        </p:txBody>
      </p:sp>
    </p:spTree>
    <p:extLst>
      <p:ext uri="{BB962C8B-B14F-4D97-AF65-F5344CB8AC3E}">
        <p14:creationId xmlns:p14="http://schemas.microsoft.com/office/powerpoint/2010/main" val="40983734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AGE DE GARDE 2">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769B97DB-C140-B9EB-B800-A620B53284B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472739" y="3409946"/>
            <a:ext cx="1719261" cy="1733775"/>
          </a:xfrm>
          <a:prstGeom prst="rect">
            <a:avLst/>
          </a:prstGeom>
        </p:spPr>
      </p:pic>
      <p:pic>
        <p:nvPicPr>
          <p:cNvPr id="6" name="Image 5">
            <a:extLst>
              <a:ext uri="{FF2B5EF4-FFF2-40B4-BE49-F238E27FC236}">
                <a16:creationId xmlns:a16="http://schemas.microsoft.com/office/drawing/2014/main" id="{6E2D0B89-47C9-A5FB-B99B-D982963F3D4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8753478" y="5138739"/>
            <a:ext cx="1719261" cy="1719261"/>
          </a:xfrm>
          <a:prstGeom prst="rect">
            <a:avLst/>
          </a:prstGeom>
        </p:spPr>
      </p:pic>
      <p:pic>
        <p:nvPicPr>
          <p:cNvPr id="8" name="Image 7">
            <a:extLst>
              <a:ext uri="{FF2B5EF4-FFF2-40B4-BE49-F238E27FC236}">
                <a16:creationId xmlns:a16="http://schemas.microsoft.com/office/drawing/2014/main" id="{76271C56-F65D-0B92-67AF-26956F6F6B0B}"/>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10472739" y="1700215"/>
            <a:ext cx="1719261" cy="1719261"/>
          </a:xfrm>
          <a:prstGeom prst="rect">
            <a:avLst/>
          </a:prstGeom>
        </p:spPr>
      </p:pic>
      <p:pic>
        <p:nvPicPr>
          <p:cNvPr id="10" name="Image 9">
            <a:extLst>
              <a:ext uri="{FF2B5EF4-FFF2-40B4-BE49-F238E27FC236}">
                <a16:creationId xmlns:a16="http://schemas.microsoft.com/office/drawing/2014/main" id="{E5203ED4-3909-8C5C-EF73-C613952D4435}"/>
              </a:ext>
            </a:extLst>
          </p:cNvPr>
          <p:cNvPicPr>
            <a:picLocks noChangeAspect="1"/>
          </p:cNvPicPr>
          <p:nvPr userDrawn="1"/>
        </p:nvPicPr>
        <p:blipFill>
          <a:blip r:embed="rId5" cstate="print">
            <a:extLst>
              <a:ext uri="{28A0092B-C50C-407E-A947-70E740481C1C}">
                <a14:useLocalDpi xmlns:a14="http://schemas.microsoft.com/office/drawing/2010/main"/>
              </a:ext>
            </a:extLst>
          </a:blip>
          <a:stretch>
            <a:fillRect/>
          </a:stretch>
        </p:blipFill>
        <p:spPr>
          <a:xfrm>
            <a:off x="7034217" y="5138735"/>
            <a:ext cx="1719261" cy="1719261"/>
          </a:xfrm>
          <a:prstGeom prst="rect">
            <a:avLst/>
          </a:prstGeom>
        </p:spPr>
      </p:pic>
      <p:pic>
        <p:nvPicPr>
          <p:cNvPr id="12" name="Image 11">
            <a:extLst>
              <a:ext uri="{FF2B5EF4-FFF2-40B4-BE49-F238E27FC236}">
                <a16:creationId xmlns:a16="http://schemas.microsoft.com/office/drawing/2014/main" id="{F75FAE46-E0BE-4AF3-32E7-AD089466656D}"/>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8753478" y="-19050"/>
            <a:ext cx="1719261" cy="1719261"/>
          </a:xfrm>
          <a:prstGeom prst="rect">
            <a:avLst/>
          </a:prstGeom>
        </p:spPr>
      </p:pic>
      <p:pic>
        <p:nvPicPr>
          <p:cNvPr id="14" name="Image 13">
            <a:extLst>
              <a:ext uri="{FF2B5EF4-FFF2-40B4-BE49-F238E27FC236}">
                <a16:creationId xmlns:a16="http://schemas.microsoft.com/office/drawing/2014/main" id="{FF5C4A08-71AF-3215-BB90-AD0F8DE6F513}"/>
              </a:ext>
            </a:extLst>
          </p:cNvPr>
          <p:cNvPicPr>
            <a:picLocks noChangeAspect="1"/>
          </p:cNvPicPr>
          <p:nvPr userDrawn="1"/>
        </p:nvPicPr>
        <p:blipFill>
          <a:blip r:embed="rId7" cstate="print">
            <a:extLst>
              <a:ext uri="{28A0092B-C50C-407E-A947-70E740481C1C}">
                <a14:useLocalDpi xmlns:a14="http://schemas.microsoft.com/office/drawing/2010/main"/>
              </a:ext>
            </a:extLst>
          </a:blip>
          <a:stretch>
            <a:fillRect/>
          </a:stretch>
        </p:blipFill>
        <p:spPr>
          <a:xfrm>
            <a:off x="10472737" y="-19054"/>
            <a:ext cx="1719261" cy="1719261"/>
          </a:xfrm>
          <a:prstGeom prst="rect">
            <a:avLst/>
          </a:prstGeom>
        </p:spPr>
      </p:pic>
      <p:sp>
        <p:nvSpPr>
          <p:cNvPr id="16" name="Espace réservé du texte 31">
            <a:extLst>
              <a:ext uri="{FF2B5EF4-FFF2-40B4-BE49-F238E27FC236}">
                <a16:creationId xmlns:a16="http://schemas.microsoft.com/office/drawing/2014/main" id="{2C6638B5-14C8-B1E7-8A44-A18951B0C504}"/>
              </a:ext>
            </a:extLst>
          </p:cNvPr>
          <p:cNvSpPr>
            <a:spLocks noGrp="1"/>
          </p:cNvSpPr>
          <p:nvPr>
            <p:ph type="body" sz="quarter" idx="10" hasCustomPrompt="1"/>
          </p:nvPr>
        </p:nvSpPr>
        <p:spPr>
          <a:xfrm>
            <a:off x="1361806" y="1859338"/>
            <a:ext cx="6455563" cy="2929359"/>
          </a:xfrm>
          <a:prstGeom prst="rect">
            <a:avLst/>
          </a:prstGeom>
        </p:spPr>
        <p:txBody>
          <a:bodyPr>
            <a:normAutofit/>
          </a:bodyPr>
          <a:lstStyle>
            <a:lvl1pPr marL="0" indent="0" algn="l">
              <a:buNone/>
              <a:defRPr sz="4400" b="1">
                <a:latin typeface="+mj-lt"/>
              </a:defRPr>
            </a:lvl1pPr>
          </a:lstStyle>
          <a:p>
            <a:pPr lvl="0"/>
            <a:r>
              <a:rPr lang="fr-FR" dirty="0"/>
              <a:t>Insérez le titre de votre présentation</a:t>
            </a:r>
          </a:p>
        </p:txBody>
      </p:sp>
      <p:pic>
        <p:nvPicPr>
          <p:cNvPr id="22" name="Image 21">
            <a:extLst>
              <a:ext uri="{FF2B5EF4-FFF2-40B4-BE49-F238E27FC236}">
                <a16:creationId xmlns:a16="http://schemas.microsoft.com/office/drawing/2014/main" id="{D242288D-44D8-723E-798C-B09619AED8F9}"/>
              </a:ext>
            </a:extLst>
          </p:cNvPr>
          <p:cNvPicPr>
            <a:picLocks noChangeAspect="1"/>
          </p:cNvPicPr>
          <p:nvPr userDrawn="1"/>
        </p:nvPicPr>
        <p:blipFill>
          <a:blip r:embed="rId8" cstate="print">
            <a:extLst>
              <a:ext uri="{28A0092B-C50C-407E-A947-70E740481C1C}">
                <a14:useLocalDpi xmlns:a14="http://schemas.microsoft.com/office/drawing/2010/main"/>
              </a:ext>
            </a:extLst>
          </a:blip>
          <a:stretch>
            <a:fillRect/>
          </a:stretch>
        </p:blipFill>
        <p:spPr>
          <a:xfrm>
            <a:off x="8753476" y="3424460"/>
            <a:ext cx="1719261" cy="1719261"/>
          </a:xfrm>
          <a:prstGeom prst="rect">
            <a:avLst/>
          </a:prstGeom>
        </p:spPr>
      </p:pic>
      <p:sp>
        <p:nvSpPr>
          <p:cNvPr id="26" name="Date Placeholder 3">
            <a:extLst>
              <a:ext uri="{FF2B5EF4-FFF2-40B4-BE49-F238E27FC236}">
                <a16:creationId xmlns:a16="http://schemas.microsoft.com/office/drawing/2014/main" id="{8D8B3FFB-ED4C-0C67-070A-6B560458D447}"/>
              </a:ext>
            </a:extLst>
          </p:cNvPr>
          <p:cNvSpPr>
            <a:spLocks noGrp="1"/>
          </p:cNvSpPr>
          <p:nvPr>
            <p:ph type="dt" sz="half" idx="11"/>
          </p:nvPr>
        </p:nvSpPr>
        <p:spPr>
          <a:xfrm>
            <a:off x="10778338" y="6454193"/>
            <a:ext cx="1231451" cy="255732"/>
          </a:xfrm>
          <a:prstGeom prst="rect">
            <a:avLst/>
          </a:prstGeom>
        </p:spPr>
        <p:txBody>
          <a:bodyPr/>
          <a:lstStyle>
            <a:lvl1pPr algn="r">
              <a:defRPr sz="1100" b="0" i="0">
                <a:solidFill>
                  <a:schemeClr val="tx1"/>
                </a:solidFill>
                <a:latin typeface="+mn-lt"/>
                <a:cs typeface="Arial" panose="020B0604020202020204" pitchFamily="34" charset="0"/>
              </a:defRPr>
            </a:lvl1pPr>
          </a:lstStyle>
          <a:p>
            <a:fld id="{26DE9782-4D0B-4C6D-B3CD-3DD9000CE490}" type="datetime1">
              <a:rPr lang="fr-FR" smtClean="0"/>
              <a:pPr/>
              <a:t>11/11/2025</a:t>
            </a:fld>
            <a:endParaRPr lang="fr-FR" dirty="0"/>
          </a:p>
        </p:txBody>
      </p:sp>
      <p:pic>
        <p:nvPicPr>
          <p:cNvPr id="27" name="Image 26">
            <a:extLst>
              <a:ext uri="{FF2B5EF4-FFF2-40B4-BE49-F238E27FC236}">
                <a16:creationId xmlns:a16="http://schemas.microsoft.com/office/drawing/2014/main" id="{0E59C4DD-DD58-DB57-1F14-9B0EAAB4CCEF}"/>
              </a:ext>
            </a:extLst>
          </p:cNvPr>
          <p:cNvPicPr>
            <a:picLocks noChangeAspect="1"/>
          </p:cNvPicPr>
          <p:nvPr userDrawn="1"/>
        </p:nvPicPr>
        <p:blipFill>
          <a:blip r:embed="rId9"/>
          <a:stretch>
            <a:fillRect/>
          </a:stretch>
        </p:blipFill>
        <p:spPr>
          <a:xfrm>
            <a:off x="1920048" y="5162771"/>
            <a:ext cx="1719262" cy="1719266"/>
          </a:xfrm>
          <a:prstGeom prst="rect">
            <a:avLst/>
          </a:prstGeom>
        </p:spPr>
      </p:pic>
    </p:spTree>
    <p:extLst>
      <p:ext uri="{BB962C8B-B14F-4D97-AF65-F5344CB8AC3E}">
        <p14:creationId xmlns:p14="http://schemas.microsoft.com/office/powerpoint/2010/main" val="30691114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PAGE DE GARDE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6BFB5A4-12A9-F24F-0F9D-7E6ED5D64BB9}"/>
              </a:ext>
            </a:extLst>
          </p:cNvPr>
          <p:cNvSpPr/>
          <p:nvPr userDrawn="1"/>
        </p:nvSpPr>
        <p:spPr>
          <a:xfrm>
            <a:off x="232757" y="1700207"/>
            <a:ext cx="10239982" cy="515779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4" name="Espace réservé du texte 31">
            <a:extLst>
              <a:ext uri="{FF2B5EF4-FFF2-40B4-BE49-F238E27FC236}">
                <a16:creationId xmlns:a16="http://schemas.microsoft.com/office/drawing/2014/main" id="{20B833C3-2E7B-E3DA-B596-12E3E4EAA809}"/>
              </a:ext>
            </a:extLst>
          </p:cNvPr>
          <p:cNvSpPr>
            <a:spLocks noGrp="1"/>
          </p:cNvSpPr>
          <p:nvPr>
            <p:ph type="body" sz="quarter" idx="10" hasCustomPrompt="1"/>
          </p:nvPr>
        </p:nvSpPr>
        <p:spPr>
          <a:xfrm>
            <a:off x="1046602" y="2291703"/>
            <a:ext cx="6847245" cy="3035558"/>
          </a:xfrm>
          <a:prstGeom prst="rect">
            <a:avLst/>
          </a:prstGeom>
        </p:spPr>
        <p:txBody>
          <a:bodyPr>
            <a:normAutofit/>
          </a:bodyPr>
          <a:lstStyle>
            <a:lvl1pPr marL="0" indent="0" algn="l">
              <a:buNone/>
              <a:defRPr sz="4400" b="1">
                <a:solidFill>
                  <a:schemeClr val="bg1"/>
                </a:solidFill>
                <a:latin typeface="+mj-lt"/>
              </a:defRPr>
            </a:lvl1pPr>
          </a:lstStyle>
          <a:p>
            <a:pPr lvl="0"/>
            <a:r>
              <a:rPr lang="fr-FR" dirty="0"/>
              <a:t>Insérez le titre de votre présentation</a:t>
            </a:r>
          </a:p>
        </p:txBody>
      </p:sp>
      <p:pic>
        <p:nvPicPr>
          <p:cNvPr id="2" name="Image 1">
            <a:extLst>
              <a:ext uri="{FF2B5EF4-FFF2-40B4-BE49-F238E27FC236}">
                <a16:creationId xmlns:a16="http://schemas.microsoft.com/office/drawing/2014/main" id="{F28D623E-EF34-3B34-20FA-80F003A0163A}"/>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472739" y="3401633"/>
            <a:ext cx="1719261" cy="1733775"/>
          </a:xfrm>
          <a:prstGeom prst="rect">
            <a:avLst/>
          </a:prstGeom>
        </p:spPr>
      </p:pic>
      <p:pic>
        <p:nvPicPr>
          <p:cNvPr id="5" name="Image 4">
            <a:extLst>
              <a:ext uri="{FF2B5EF4-FFF2-40B4-BE49-F238E27FC236}">
                <a16:creationId xmlns:a16="http://schemas.microsoft.com/office/drawing/2014/main" id="{5DEC03A8-ECFA-2A3D-3F23-53F4D04EEC19}"/>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8753478" y="5138739"/>
            <a:ext cx="1719261" cy="1719261"/>
          </a:xfrm>
          <a:prstGeom prst="rect">
            <a:avLst/>
          </a:prstGeom>
        </p:spPr>
      </p:pic>
      <p:pic>
        <p:nvPicPr>
          <p:cNvPr id="6" name="Image 5">
            <a:extLst>
              <a:ext uri="{FF2B5EF4-FFF2-40B4-BE49-F238E27FC236}">
                <a16:creationId xmlns:a16="http://schemas.microsoft.com/office/drawing/2014/main" id="{970CFFC5-943D-40FD-BDF8-3DCE642B5DBA}"/>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10472739" y="1700215"/>
            <a:ext cx="1719261" cy="1719261"/>
          </a:xfrm>
          <a:prstGeom prst="rect">
            <a:avLst/>
          </a:prstGeom>
        </p:spPr>
      </p:pic>
      <p:pic>
        <p:nvPicPr>
          <p:cNvPr id="8" name="Image 7">
            <a:extLst>
              <a:ext uri="{FF2B5EF4-FFF2-40B4-BE49-F238E27FC236}">
                <a16:creationId xmlns:a16="http://schemas.microsoft.com/office/drawing/2014/main" id="{1B872D38-540D-C24B-50C0-EB49639E9BAC}"/>
              </a:ext>
            </a:extLst>
          </p:cNvPr>
          <p:cNvPicPr>
            <a:picLocks noChangeAspect="1"/>
          </p:cNvPicPr>
          <p:nvPr userDrawn="1"/>
        </p:nvPicPr>
        <p:blipFill>
          <a:blip r:embed="rId5" cstate="print">
            <a:extLst>
              <a:ext uri="{28A0092B-C50C-407E-A947-70E740481C1C}">
                <a14:useLocalDpi xmlns:a14="http://schemas.microsoft.com/office/drawing/2010/main"/>
              </a:ext>
            </a:extLst>
          </a:blip>
          <a:stretch>
            <a:fillRect/>
          </a:stretch>
        </p:blipFill>
        <p:spPr>
          <a:xfrm>
            <a:off x="7034217" y="5138735"/>
            <a:ext cx="1719261" cy="1719261"/>
          </a:xfrm>
          <a:prstGeom prst="rect">
            <a:avLst/>
          </a:prstGeom>
        </p:spPr>
      </p:pic>
      <p:pic>
        <p:nvPicPr>
          <p:cNvPr id="9" name="Image 8">
            <a:extLst>
              <a:ext uri="{FF2B5EF4-FFF2-40B4-BE49-F238E27FC236}">
                <a16:creationId xmlns:a16="http://schemas.microsoft.com/office/drawing/2014/main" id="{E72C6927-9634-E75D-C929-A481B8F2D274}"/>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8753478" y="-19050"/>
            <a:ext cx="1719261" cy="1719261"/>
          </a:xfrm>
          <a:prstGeom prst="rect">
            <a:avLst/>
          </a:prstGeom>
        </p:spPr>
      </p:pic>
      <p:pic>
        <p:nvPicPr>
          <p:cNvPr id="10" name="Image 9">
            <a:extLst>
              <a:ext uri="{FF2B5EF4-FFF2-40B4-BE49-F238E27FC236}">
                <a16:creationId xmlns:a16="http://schemas.microsoft.com/office/drawing/2014/main" id="{8AC825FD-7A9A-CD13-4E72-73F48DA9BB62}"/>
              </a:ext>
            </a:extLst>
          </p:cNvPr>
          <p:cNvPicPr>
            <a:picLocks noChangeAspect="1"/>
          </p:cNvPicPr>
          <p:nvPr userDrawn="1"/>
        </p:nvPicPr>
        <p:blipFill>
          <a:blip r:embed="rId7" cstate="print">
            <a:extLst>
              <a:ext uri="{28A0092B-C50C-407E-A947-70E740481C1C}">
                <a14:useLocalDpi xmlns:a14="http://schemas.microsoft.com/office/drawing/2010/main"/>
              </a:ext>
            </a:extLst>
          </a:blip>
          <a:stretch>
            <a:fillRect/>
          </a:stretch>
        </p:blipFill>
        <p:spPr>
          <a:xfrm>
            <a:off x="10472737" y="-19054"/>
            <a:ext cx="1719261" cy="1719261"/>
          </a:xfrm>
          <a:prstGeom prst="rect">
            <a:avLst/>
          </a:prstGeom>
        </p:spPr>
      </p:pic>
      <p:pic>
        <p:nvPicPr>
          <p:cNvPr id="12" name="Image 11">
            <a:extLst>
              <a:ext uri="{FF2B5EF4-FFF2-40B4-BE49-F238E27FC236}">
                <a16:creationId xmlns:a16="http://schemas.microsoft.com/office/drawing/2014/main" id="{FFE9A6D5-8CFA-C4E3-3F37-29A21D3A2CCC}"/>
              </a:ext>
            </a:extLst>
          </p:cNvPr>
          <p:cNvPicPr>
            <a:picLocks noChangeAspect="1"/>
          </p:cNvPicPr>
          <p:nvPr userDrawn="1"/>
        </p:nvPicPr>
        <p:blipFill>
          <a:blip r:embed="rId8"/>
          <a:stretch>
            <a:fillRect/>
          </a:stretch>
        </p:blipFill>
        <p:spPr>
          <a:xfrm>
            <a:off x="8753476" y="3418251"/>
            <a:ext cx="1719261" cy="1719261"/>
          </a:xfrm>
          <a:prstGeom prst="rect">
            <a:avLst/>
          </a:prstGeom>
        </p:spPr>
      </p:pic>
      <p:sp>
        <p:nvSpPr>
          <p:cNvPr id="13" name="Date Placeholder 3">
            <a:extLst>
              <a:ext uri="{FF2B5EF4-FFF2-40B4-BE49-F238E27FC236}">
                <a16:creationId xmlns:a16="http://schemas.microsoft.com/office/drawing/2014/main" id="{2EC96915-BBD7-81A6-D4D8-87DB7177BD10}"/>
              </a:ext>
            </a:extLst>
          </p:cNvPr>
          <p:cNvSpPr>
            <a:spLocks noGrp="1"/>
          </p:cNvSpPr>
          <p:nvPr>
            <p:ph type="dt" sz="half" idx="11"/>
          </p:nvPr>
        </p:nvSpPr>
        <p:spPr>
          <a:xfrm>
            <a:off x="1046602" y="6225872"/>
            <a:ext cx="1231451" cy="255732"/>
          </a:xfrm>
          <a:prstGeom prst="rect">
            <a:avLst/>
          </a:prstGeom>
        </p:spPr>
        <p:txBody>
          <a:bodyPr/>
          <a:lstStyle>
            <a:lvl1pPr algn="l">
              <a:defRPr sz="1100" b="0" i="0">
                <a:solidFill>
                  <a:schemeClr val="bg1"/>
                </a:solidFill>
                <a:latin typeface="+mn-lt"/>
                <a:cs typeface="Arial" panose="020B0604020202020204" pitchFamily="34" charset="0"/>
              </a:defRPr>
            </a:lvl1pPr>
          </a:lstStyle>
          <a:p>
            <a:fld id="{26DE9782-4D0B-4C6D-B3CD-3DD9000CE490}" type="datetime1">
              <a:rPr lang="fr-FR" smtClean="0"/>
              <a:pPr/>
              <a:t>11/11/2025</a:t>
            </a:fld>
            <a:endParaRPr lang="fr-FR" dirty="0"/>
          </a:p>
        </p:txBody>
      </p:sp>
    </p:spTree>
    <p:extLst>
      <p:ext uri="{BB962C8B-B14F-4D97-AF65-F5344CB8AC3E}">
        <p14:creationId xmlns:p14="http://schemas.microsoft.com/office/powerpoint/2010/main" val="14217359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AGE DE GARDE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6BFB5A4-12A9-F24F-0F9D-7E6ED5D64BB9}"/>
              </a:ext>
            </a:extLst>
          </p:cNvPr>
          <p:cNvSpPr/>
          <p:nvPr userDrawn="1"/>
        </p:nvSpPr>
        <p:spPr>
          <a:xfrm>
            <a:off x="232756" y="1978430"/>
            <a:ext cx="11959245" cy="487957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4" name="Espace réservé du texte 31">
            <a:extLst>
              <a:ext uri="{FF2B5EF4-FFF2-40B4-BE49-F238E27FC236}">
                <a16:creationId xmlns:a16="http://schemas.microsoft.com/office/drawing/2014/main" id="{20B833C3-2E7B-E3DA-B596-12E3E4EAA809}"/>
              </a:ext>
            </a:extLst>
          </p:cNvPr>
          <p:cNvSpPr>
            <a:spLocks noGrp="1"/>
          </p:cNvSpPr>
          <p:nvPr>
            <p:ph type="body" sz="quarter" idx="10" hasCustomPrompt="1"/>
          </p:nvPr>
        </p:nvSpPr>
        <p:spPr>
          <a:xfrm>
            <a:off x="1995055" y="3386081"/>
            <a:ext cx="8395854" cy="2064268"/>
          </a:xfrm>
          <a:prstGeom prst="rect">
            <a:avLst/>
          </a:prstGeom>
        </p:spPr>
        <p:txBody>
          <a:bodyPr>
            <a:normAutofit/>
          </a:bodyPr>
          <a:lstStyle>
            <a:lvl1pPr marL="0" indent="0" algn="ctr">
              <a:buNone/>
              <a:defRPr sz="4400" b="1">
                <a:solidFill>
                  <a:schemeClr val="bg1"/>
                </a:solidFill>
                <a:latin typeface="+mj-lt"/>
              </a:defRPr>
            </a:lvl1pPr>
          </a:lstStyle>
          <a:p>
            <a:pPr lvl="0"/>
            <a:r>
              <a:rPr lang="fr-FR" dirty="0"/>
              <a:t>Insérez le titre de votre présentation</a:t>
            </a:r>
          </a:p>
        </p:txBody>
      </p:sp>
      <p:pic>
        <p:nvPicPr>
          <p:cNvPr id="7" name="Image 6">
            <a:extLst>
              <a:ext uri="{FF2B5EF4-FFF2-40B4-BE49-F238E27FC236}">
                <a16:creationId xmlns:a16="http://schemas.microsoft.com/office/drawing/2014/main" id="{48DC0CFA-4938-150C-953D-F281F6659095}"/>
              </a:ext>
            </a:extLst>
          </p:cNvPr>
          <p:cNvPicPr>
            <a:picLocks noChangeAspect="1"/>
          </p:cNvPicPr>
          <p:nvPr userDrawn="1"/>
        </p:nvPicPr>
        <p:blipFill>
          <a:blip r:embed="rId2"/>
          <a:stretch>
            <a:fillRect/>
          </a:stretch>
        </p:blipFill>
        <p:spPr>
          <a:xfrm>
            <a:off x="8235146" y="0"/>
            <a:ext cx="1978430" cy="1978430"/>
          </a:xfrm>
          <a:prstGeom prst="rect">
            <a:avLst/>
          </a:prstGeom>
        </p:spPr>
      </p:pic>
    </p:spTree>
    <p:extLst>
      <p:ext uri="{BB962C8B-B14F-4D97-AF65-F5344CB8AC3E}">
        <p14:creationId xmlns:p14="http://schemas.microsoft.com/office/powerpoint/2010/main" val="220484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NDE PARTIE BLEU CLAIR">
    <p:spTree>
      <p:nvGrpSpPr>
        <p:cNvPr id="1" name=""/>
        <p:cNvGrpSpPr/>
        <p:nvPr/>
      </p:nvGrpSpPr>
      <p:grpSpPr>
        <a:xfrm>
          <a:off x="0" y="0"/>
          <a:ext cx="0" cy="0"/>
          <a:chOff x="0" y="0"/>
          <a:chExt cx="0" cy="0"/>
        </a:xfrm>
      </p:grpSpPr>
      <p:sp>
        <p:nvSpPr>
          <p:cNvPr id="5" name="Espace réservé pour une image  4">
            <a:extLst>
              <a:ext uri="{FF2B5EF4-FFF2-40B4-BE49-F238E27FC236}">
                <a16:creationId xmlns:a16="http://schemas.microsoft.com/office/drawing/2014/main" id="{EDAC2F0B-27F2-E9C9-444E-1ACF7B58A8AB}"/>
              </a:ext>
            </a:extLst>
          </p:cNvPr>
          <p:cNvSpPr>
            <a:spLocks noGrp="1"/>
          </p:cNvSpPr>
          <p:nvPr>
            <p:ph type="pic" sz="quarter" idx="10" hasCustomPrompt="1"/>
          </p:nvPr>
        </p:nvSpPr>
        <p:spPr>
          <a:xfrm>
            <a:off x="6876595" y="1"/>
            <a:ext cx="3986558" cy="4218624"/>
          </a:xfrm>
          <a:prstGeom prst="rect">
            <a:avLst/>
          </a:prstGeom>
          <a:solidFill>
            <a:schemeClr val="accent1"/>
          </a:solidFill>
        </p:spPr>
        <p:txBody>
          <a:bodyPr anchor="ctr"/>
          <a:lstStyle>
            <a:lvl1pPr marL="0" indent="0" algn="ctr">
              <a:buNone/>
              <a:defRPr/>
            </a:lvl1pPr>
          </a:lstStyle>
          <a:p>
            <a:r>
              <a:rPr lang="fr-FR" dirty="0"/>
              <a:t>Insérez une image si vous le souhaitez</a:t>
            </a:r>
          </a:p>
        </p:txBody>
      </p:sp>
      <p:grpSp>
        <p:nvGrpSpPr>
          <p:cNvPr id="43" name="Groupe 42">
            <a:extLst>
              <a:ext uri="{FF2B5EF4-FFF2-40B4-BE49-F238E27FC236}">
                <a16:creationId xmlns:a16="http://schemas.microsoft.com/office/drawing/2014/main" id="{D4A750AE-380A-B8AE-AA83-24D8D86A11C7}"/>
              </a:ext>
            </a:extLst>
          </p:cNvPr>
          <p:cNvGrpSpPr/>
          <p:nvPr userDrawn="1"/>
        </p:nvGrpSpPr>
        <p:grpSpPr>
          <a:xfrm>
            <a:off x="232331" y="2888559"/>
            <a:ext cx="11959674" cy="4002778"/>
            <a:chOff x="1" y="2811450"/>
            <a:chExt cx="12192003" cy="4080537"/>
          </a:xfrm>
        </p:grpSpPr>
        <p:sp>
          <p:nvSpPr>
            <p:cNvPr id="16" name="Rectangle 15">
              <a:extLst>
                <a:ext uri="{FF2B5EF4-FFF2-40B4-BE49-F238E27FC236}">
                  <a16:creationId xmlns:a16="http://schemas.microsoft.com/office/drawing/2014/main" id="{B9C8F1B3-A4FE-C9B9-8ADB-7A9335749B47}"/>
                </a:ext>
              </a:extLst>
            </p:cNvPr>
            <p:cNvSpPr/>
            <p:nvPr userDrawn="1"/>
          </p:nvSpPr>
          <p:spPr>
            <a:xfrm>
              <a:off x="1354668" y="5503331"/>
              <a:ext cx="1354667" cy="1388655"/>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Rectangle 31">
              <a:extLst>
                <a:ext uri="{FF2B5EF4-FFF2-40B4-BE49-F238E27FC236}">
                  <a16:creationId xmlns:a16="http://schemas.microsoft.com/office/drawing/2014/main" id="{6DCB6D8E-7027-14F9-F7D4-6F10F532C3EF}"/>
                </a:ext>
              </a:extLst>
            </p:cNvPr>
            <p:cNvSpPr/>
            <p:nvPr userDrawn="1"/>
          </p:nvSpPr>
          <p:spPr>
            <a:xfrm>
              <a:off x="1" y="5503332"/>
              <a:ext cx="1354667" cy="138865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Rectangle 32">
              <a:extLst>
                <a:ext uri="{FF2B5EF4-FFF2-40B4-BE49-F238E27FC236}">
                  <a16:creationId xmlns:a16="http://schemas.microsoft.com/office/drawing/2014/main" id="{119E8E44-DD3A-6008-39B1-0A8C0DB59DB4}"/>
                </a:ext>
              </a:extLst>
            </p:cNvPr>
            <p:cNvSpPr/>
            <p:nvPr userDrawn="1"/>
          </p:nvSpPr>
          <p:spPr>
            <a:xfrm>
              <a:off x="2709335" y="4148666"/>
              <a:ext cx="1354667" cy="135466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5" name="Rectangle 34">
              <a:extLst>
                <a:ext uri="{FF2B5EF4-FFF2-40B4-BE49-F238E27FC236}">
                  <a16:creationId xmlns:a16="http://schemas.microsoft.com/office/drawing/2014/main" id="{7DB417F1-D26A-1DF2-F8D0-008CBAEC78DC}"/>
                </a:ext>
              </a:extLst>
            </p:cNvPr>
            <p:cNvSpPr/>
            <p:nvPr userDrawn="1"/>
          </p:nvSpPr>
          <p:spPr>
            <a:xfrm>
              <a:off x="5418665" y="4167353"/>
              <a:ext cx="1354667" cy="135466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9" name="Rectangle 38">
              <a:extLst>
                <a:ext uri="{FF2B5EF4-FFF2-40B4-BE49-F238E27FC236}">
                  <a16:creationId xmlns:a16="http://schemas.microsoft.com/office/drawing/2014/main" id="{15359773-F737-8698-CADE-170A26B5BB10}"/>
                </a:ext>
              </a:extLst>
            </p:cNvPr>
            <p:cNvSpPr/>
            <p:nvPr userDrawn="1"/>
          </p:nvSpPr>
          <p:spPr>
            <a:xfrm>
              <a:off x="6773336" y="5503331"/>
              <a:ext cx="1354667" cy="138865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0" name="Rectangle 39">
              <a:extLst>
                <a:ext uri="{FF2B5EF4-FFF2-40B4-BE49-F238E27FC236}">
                  <a16:creationId xmlns:a16="http://schemas.microsoft.com/office/drawing/2014/main" id="{8FE072F2-E14F-208E-8FEF-6792DBD9B3F5}"/>
                </a:ext>
              </a:extLst>
            </p:cNvPr>
            <p:cNvSpPr/>
            <p:nvPr userDrawn="1"/>
          </p:nvSpPr>
          <p:spPr>
            <a:xfrm>
              <a:off x="10837337" y="2811450"/>
              <a:ext cx="1354667" cy="135466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sp>
        <p:nvSpPr>
          <p:cNvPr id="45" name="Espace réservé du texte 31">
            <a:extLst>
              <a:ext uri="{FF2B5EF4-FFF2-40B4-BE49-F238E27FC236}">
                <a16:creationId xmlns:a16="http://schemas.microsoft.com/office/drawing/2014/main" id="{360DC06F-875A-FD01-41CE-4B341614C522}"/>
              </a:ext>
            </a:extLst>
          </p:cNvPr>
          <p:cNvSpPr>
            <a:spLocks noGrp="1"/>
          </p:cNvSpPr>
          <p:nvPr>
            <p:ph type="body" sz="quarter" idx="11" hasCustomPrompt="1"/>
          </p:nvPr>
        </p:nvSpPr>
        <p:spPr>
          <a:xfrm>
            <a:off x="896748" y="725507"/>
            <a:ext cx="5351651" cy="3097881"/>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27517509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NDE PARTIE BLEU FONCÉ">
    <p:spTree>
      <p:nvGrpSpPr>
        <p:cNvPr id="1" name=""/>
        <p:cNvGrpSpPr/>
        <p:nvPr/>
      </p:nvGrpSpPr>
      <p:grpSpPr>
        <a:xfrm>
          <a:off x="0" y="0"/>
          <a:ext cx="0" cy="0"/>
          <a:chOff x="0" y="0"/>
          <a:chExt cx="0" cy="0"/>
        </a:xfrm>
      </p:grpSpPr>
      <p:sp>
        <p:nvSpPr>
          <p:cNvPr id="5" name="Espace réservé pour une image  4">
            <a:extLst>
              <a:ext uri="{FF2B5EF4-FFF2-40B4-BE49-F238E27FC236}">
                <a16:creationId xmlns:a16="http://schemas.microsoft.com/office/drawing/2014/main" id="{EDAC2F0B-27F2-E9C9-444E-1ACF7B58A8AB}"/>
              </a:ext>
            </a:extLst>
          </p:cNvPr>
          <p:cNvSpPr>
            <a:spLocks noGrp="1"/>
          </p:cNvSpPr>
          <p:nvPr>
            <p:ph type="pic" sz="quarter" idx="10" hasCustomPrompt="1"/>
          </p:nvPr>
        </p:nvSpPr>
        <p:spPr>
          <a:xfrm>
            <a:off x="6843571" y="1356536"/>
            <a:ext cx="3991716" cy="4171304"/>
          </a:xfrm>
          <a:prstGeom prst="rect">
            <a:avLst/>
          </a:prstGeom>
          <a:solidFill>
            <a:srgbClr val="2F52A0"/>
          </a:solidFill>
        </p:spPr>
        <p:txBody>
          <a:bodyPr anchor="ctr"/>
          <a:lstStyle>
            <a:lvl1pPr marL="0" indent="0" algn="l">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 si vous le souhaitez</a:t>
            </a:r>
          </a:p>
          <a:p>
            <a:endParaRPr lang="fr-FR" dirty="0"/>
          </a:p>
        </p:txBody>
      </p:sp>
      <p:grpSp>
        <p:nvGrpSpPr>
          <p:cNvPr id="12" name="Groupe 11">
            <a:extLst>
              <a:ext uri="{FF2B5EF4-FFF2-40B4-BE49-F238E27FC236}">
                <a16:creationId xmlns:a16="http://schemas.microsoft.com/office/drawing/2014/main" id="{62E2514C-3FD2-8A81-9C20-5475A2E8508E}"/>
              </a:ext>
            </a:extLst>
          </p:cNvPr>
          <p:cNvGrpSpPr/>
          <p:nvPr userDrawn="1"/>
        </p:nvGrpSpPr>
        <p:grpSpPr>
          <a:xfrm>
            <a:off x="229236" y="0"/>
            <a:ext cx="11963130" cy="6858000"/>
            <a:chOff x="240628" y="6740"/>
            <a:chExt cx="11951372" cy="6851260"/>
          </a:xfrm>
        </p:grpSpPr>
        <p:sp>
          <p:nvSpPr>
            <p:cNvPr id="33" name="Rectangle 32">
              <a:extLst>
                <a:ext uri="{FF2B5EF4-FFF2-40B4-BE49-F238E27FC236}">
                  <a16:creationId xmlns:a16="http://schemas.microsoft.com/office/drawing/2014/main" id="{119E8E44-DD3A-6008-39B1-0A8C0DB59DB4}"/>
                </a:ext>
              </a:extLst>
            </p:cNvPr>
            <p:cNvSpPr/>
            <p:nvPr userDrawn="1"/>
          </p:nvSpPr>
          <p:spPr>
            <a:xfrm>
              <a:off x="1561180" y="5529148"/>
              <a:ext cx="1328853" cy="1328852"/>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Rectangle 2">
              <a:extLst>
                <a:ext uri="{FF2B5EF4-FFF2-40B4-BE49-F238E27FC236}">
                  <a16:creationId xmlns:a16="http://schemas.microsoft.com/office/drawing/2014/main" id="{EF7FC4FA-198C-2076-5439-B79B94BD0F3F}"/>
                </a:ext>
              </a:extLst>
            </p:cNvPr>
            <p:cNvSpPr/>
            <p:nvPr userDrawn="1"/>
          </p:nvSpPr>
          <p:spPr>
            <a:xfrm>
              <a:off x="240628" y="4200296"/>
              <a:ext cx="1328853" cy="1328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Rectangle 3">
              <a:extLst>
                <a:ext uri="{FF2B5EF4-FFF2-40B4-BE49-F238E27FC236}">
                  <a16:creationId xmlns:a16="http://schemas.microsoft.com/office/drawing/2014/main" id="{FAB46F7C-0A45-1E42-E20F-4C13C7F18793}"/>
                </a:ext>
              </a:extLst>
            </p:cNvPr>
            <p:cNvSpPr/>
            <p:nvPr userDrawn="1"/>
          </p:nvSpPr>
          <p:spPr>
            <a:xfrm>
              <a:off x="2875968" y="4200296"/>
              <a:ext cx="1328853" cy="1328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Rectangle 5">
              <a:extLst>
                <a:ext uri="{FF2B5EF4-FFF2-40B4-BE49-F238E27FC236}">
                  <a16:creationId xmlns:a16="http://schemas.microsoft.com/office/drawing/2014/main" id="{C81037D8-981D-562A-5283-D96A87168E4F}"/>
                </a:ext>
              </a:extLst>
            </p:cNvPr>
            <p:cNvSpPr/>
            <p:nvPr userDrawn="1"/>
          </p:nvSpPr>
          <p:spPr>
            <a:xfrm>
              <a:off x="4190756" y="4200296"/>
              <a:ext cx="1328853" cy="1328852"/>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Rectangle 6">
              <a:extLst>
                <a:ext uri="{FF2B5EF4-FFF2-40B4-BE49-F238E27FC236}">
                  <a16:creationId xmlns:a16="http://schemas.microsoft.com/office/drawing/2014/main" id="{0F474B7E-8AB8-0F91-52B7-6AD759CEBC72}"/>
                </a:ext>
              </a:extLst>
            </p:cNvPr>
            <p:cNvSpPr/>
            <p:nvPr userDrawn="1"/>
          </p:nvSpPr>
          <p:spPr>
            <a:xfrm>
              <a:off x="5519609" y="4200296"/>
              <a:ext cx="1328853" cy="1328852"/>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0C11A698-9D3B-8BB7-7717-A71C41F2A687}"/>
                </a:ext>
              </a:extLst>
            </p:cNvPr>
            <p:cNvSpPr/>
            <p:nvPr userDrawn="1"/>
          </p:nvSpPr>
          <p:spPr>
            <a:xfrm>
              <a:off x="10836255" y="2871444"/>
              <a:ext cx="1355745" cy="132885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8">
              <a:extLst>
                <a:ext uri="{FF2B5EF4-FFF2-40B4-BE49-F238E27FC236}">
                  <a16:creationId xmlns:a16="http://schemas.microsoft.com/office/drawing/2014/main" id="{00EB04A2-C5AC-CFA0-99D8-F98C26B8E2D7}"/>
                </a:ext>
              </a:extLst>
            </p:cNvPr>
            <p:cNvSpPr/>
            <p:nvPr userDrawn="1"/>
          </p:nvSpPr>
          <p:spPr>
            <a:xfrm>
              <a:off x="10836255" y="6740"/>
              <a:ext cx="1355120" cy="1355203"/>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sp>
        <p:nvSpPr>
          <p:cNvPr id="13" name="Espace réservé du texte 31">
            <a:extLst>
              <a:ext uri="{FF2B5EF4-FFF2-40B4-BE49-F238E27FC236}">
                <a16:creationId xmlns:a16="http://schemas.microsoft.com/office/drawing/2014/main" id="{B36E0FF2-A6E9-7461-F4C6-B4995C056432}"/>
              </a:ext>
            </a:extLst>
          </p:cNvPr>
          <p:cNvSpPr>
            <a:spLocks noGrp="1"/>
          </p:cNvSpPr>
          <p:nvPr>
            <p:ph type="body" sz="quarter" idx="11" hasCustomPrompt="1"/>
          </p:nvPr>
        </p:nvSpPr>
        <p:spPr>
          <a:xfrm>
            <a:off x="896748" y="725507"/>
            <a:ext cx="5351651" cy="3097881"/>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20055326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GRANDE PARTIE ORANGE">
    <p:spTree>
      <p:nvGrpSpPr>
        <p:cNvPr id="1" name=""/>
        <p:cNvGrpSpPr/>
        <p:nvPr/>
      </p:nvGrpSpPr>
      <p:grpSpPr>
        <a:xfrm>
          <a:off x="0" y="0"/>
          <a:ext cx="0" cy="0"/>
          <a:chOff x="0" y="0"/>
          <a:chExt cx="0" cy="0"/>
        </a:xfrm>
      </p:grpSpPr>
      <p:sp>
        <p:nvSpPr>
          <p:cNvPr id="5" name="Espace réservé pour une image  4">
            <a:extLst>
              <a:ext uri="{FF2B5EF4-FFF2-40B4-BE49-F238E27FC236}">
                <a16:creationId xmlns:a16="http://schemas.microsoft.com/office/drawing/2014/main" id="{EDAC2F0B-27F2-E9C9-444E-1ACF7B58A8AB}"/>
              </a:ext>
            </a:extLst>
          </p:cNvPr>
          <p:cNvSpPr>
            <a:spLocks noGrp="1"/>
          </p:cNvSpPr>
          <p:nvPr>
            <p:ph type="pic" sz="quarter" idx="10" hasCustomPrompt="1"/>
          </p:nvPr>
        </p:nvSpPr>
        <p:spPr>
          <a:xfrm>
            <a:off x="5519614" y="2644544"/>
            <a:ext cx="4021883" cy="4213456"/>
          </a:xfrm>
          <a:prstGeom prst="rect">
            <a:avLst/>
          </a:prstGeom>
          <a:solidFill>
            <a:schemeClr val="accent2"/>
          </a:solidFill>
        </p:spPr>
        <p:txBody>
          <a:bodyPr anchor="ctr"/>
          <a:lstStyle>
            <a:lvl1pPr marL="0" indent="0" algn="l">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 si vous le souhaitez</a:t>
            </a:r>
          </a:p>
          <a:p>
            <a:endParaRPr lang="fr-FR" dirty="0"/>
          </a:p>
        </p:txBody>
      </p:sp>
      <p:grpSp>
        <p:nvGrpSpPr>
          <p:cNvPr id="11" name="Groupe 10">
            <a:extLst>
              <a:ext uri="{FF2B5EF4-FFF2-40B4-BE49-F238E27FC236}">
                <a16:creationId xmlns:a16="http://schemas.microsoft.com/office/drawing/2014/main" id="{68B30237-9AC1-13A9-363D-34322691C2EF}"/>
              </a:ext>
            </a:extLst>
          </p:cNvPr>
          <p:cNvGrpSpPr/>
          <p:nvPr userDrawn="1"/>
        </p:nvGrpSpPr>
        <p:grpSpPr>
          <a:xfrm>
            <a:off x="232331" y="-13157"/>
            <a:ext cx="11959670" cy="6883857"/>
            <a:chOff x="232323" y="-25862"/>
            <a:chExt cx="11959677" cy="6883862"/>
          </a:xfrm>
        </p:grpSpPr>
        <p:sp>
          <p:nvSpPr>
            <p:cNvPr id="33" name="Rectangle 32">
              <a:extLst>
                <a:ext uri="{FF2B5EF4-FFF2-40B4-BE49-F238E27FC236}">
                  <a16:creationId xmlns:a16="http://schemas.microsoft.com/office/drawing/2014/main" id="{119E8E44-DD3A-6008-39B1-0A8C0DB59DB4}"/>
                </a:ext>
              </a:extLst>
            </p:cNvPr>
            <p:cNvSpPr/>
            <p:nvPr userDrawn="1"/>
          </p:nvSpPr>
          <p:spPr>
            <a:xfrm>
              <a:off x="1561180" y="5529148"/>
              <a:ext cx="1328853" cy="1328852"/>
            </a:xfrm>
            <a:prstGeom prst="rect">
              <a:avLst/>
            </a:prstGeom>
            <a:solidFill>
              <a:srgbClr val="EE720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Rectangle 2">
              <a:extLst>
                <a:ext uri="{FF2B5EF4-FFF2-40B4-BE49-F238E27FC236}">
                  <a16:creationId xmlns:a16="http://schemas.microsoft.com/office/drawing/2014/main" id="{EF7FC4FA-198C-2076-5439-B79B94BD0F3F}"/>
                </a:ext>
              </a:extLst>
            </p:cNvPr>
            <p:cNvSpPr/>
            <p:nvPr userDrawn="1"/>
          </p:nvSpPr>
          <p:spPr>
            <a:xfrm>
              <a:off x="232323" y="4200296"/>
              <a:ext cx="1328853" cy="13288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Rectangle 3">
              <a:extLst>
                <a:ext uri="{FF2B5EF4-FFF2-40B4-BE49-F238E27FC236}">
                  <a16:creationId xmlns:a16="http://schemas.microsoft.com/office/drawing/2014/main" id="{FAB46F7C-0A45-1E42-E20F-4C13C7F18793}"/>
                </a:ext>
              </a:extLst>
            </p:cNvPr>
            <p:cNvSpPr/>
            <p:nvPr userDrawn="1"/>
          </p:nvSpPr>
          <p:spPr>
            <a:xfrm>
              <a:off x="2875968" y="4200296"/>
              <a:ext cx="1328853" cy="1328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Rectangle 5">
              <a:extLst>
                <a:ext uri="{FF2B5EF4-FFF2-40B4-BE49-F238E27FC236}">
                  <a16:creationId xmlns:a16="http://schemas.microsoft.com/office/drawing/2014/main" id="{C81037D8-981D-562A-5283-D96A87168E4F}"/>
                </a:ext>
              </a:extLst>
            </p:cNvPr>
            <p:cNvSpPr/>
            <p:nvPr userDrawn="1"/>
          </p:nvSpPr>
          <p:spPr>
            <a:xfrm>
              <a:off x="4190756" y="4200296"/>
              <a:ext cx="1328853" cy="1328852"/>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Rectangle 6">
              <a:extLst>
                <a:ext uri="{FF2B5EF4-FFF2-40B4-BE49-F238E27FC236}">
                  <a16:creationId xmlns:a16="http://schemas.microsoft.com/office/drawing/2014/main" id="{0F474B7E-8AB8-0F91-52B7-6AD759CEBC72}"/>
                </a:ext>
              </a:extLst>
            </p:cNvPr>
            <p:cNvSpPr/>
            <p:nvPr userDrawn="1"/>
          </p:nvSpPr>
          <p:spPr>
            <a:xfrm>
              <a:off x="8205441" y="1302991"/>
              <a:ext cx="1328853" cy="1328852"/>
            </a:xfrm>
            <a:prstGeom prst="rect">
              <a:avLst/>
            </a:prstGeom>
            <a:solidFill>
              <a:srgbClr val="EE720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0C11A698-9D3B-8BB7-7717-A71C41F2A687}"/>
                </a:ext>
              </a:extLst>
            </p:cNvPr>
            <p:cNvSpPr/>
            <p:nvPr userDrawn="1"/>
          </p:nvSpPr>
          <p:spPr>
            <a:xfrm>
              <a:off x="9534294" y="1302991"/>
              <a:ext cx="1328853" cy="1328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8">
              <a:extLst>
                <a:ext uri="{FF2B5EF4-FFF2-40B4-BE49-F238E27FC236}">
                  <a16:creationId xmlns:a16="http://schemas.microsoft.com/office/drawing/2014/main" id="{00EB04A2-C5AC-CFA0-99D8-F98C26B8E2D7}"/>
                </a:ext>
              </a:extLst>
            </p:cNvPr>
            <p:cNvSpPr/>
            <p:nvPr userDrawn="1"/>
          </p:nvSpPr>
          <p:spPr>
            <a:xfrm>
              <a:off x="9541494" y="2631842"/>
              <a:ext cx="1328853" cy="1328852"/>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93C0C659-FC80-A7A1-D887-ED8A62170BF6}"/>
                </a:ext>
              </a:extLst>
            </p:cNvPr>
            <p:cNvSpPr/>
            <p:nvPr userDrawn="1"/>
          </p:nvSpPr>
          <p:spPr>
            <a:xfrm>
              <a:off x="10863147" y="-25862"/>
              <a:ext cx="1328853" cy="13288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sp>
        <p:nvSpPr>
          <p:cNvPr id="12" name="Espace réservé du texte 31">
            <a:extLst>
              <a:ext uri="{FF2B5EF4-FFF2-40B4-BE49-F238E27FC236}">
                <a16:creationId xmlns:a16="http://schemas.microsoft.com/office/drawing/2014/main" id="{0E4AA9CC-C630-D5B8-17D0-3C08EE59F439}"/>
              </a:ext>
            </a:extLst>
          </p:cNvPr>
          <p:cNvSpPr>
            <a:spLocks noGrp="1"/>
          </p:cNvSpPr>
          <p:nvPr>
            <p:ph type="body" sz="quarter" idx="11" hasCustomPrompt="1"/>
          </p:nvPr>
        </p:nvSpPr>
        <p:spPr>
          <a:xfrm>
            <a:off x="896748" y="725507"/>
            <a:ext cx="5911376" cy="3097881"/>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3662048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RANDE PARTIE VIOLET">
    <p:spTree>
      <p:nvGrpSpPr>
        <p:cNvPr id="1" name=""/>
        <p:cNvGrpSpPr/>
        <p:nvPr/>
      </p:nvGrpSpPr>
      <p:grpSpPr>
        <a:xfrm>
          <a:off x="0" y="0"/>
          <a:ext cx="0" cy="0"/>
          <a:chOff x="0" y="0"/>
          <a:chExt cx="0" cy="0"/>
        </a:xfrm>
      </p:grpSpPr>
      <p:sp>
        <p:nvSpPr>
          <p:cNvPr id="5" name="Espace réservé pour une image  4">
            <a:extLst>
              <a:ext uri="{FF2B5EF4-FFF2-40B4-BE49-F238E27FC236}">
                <a16:creationId xmlns:a16="http://schemas.microsoft.com/office/drawing/2014/main" id="{EDAC2F0B-27F2-E9C9-444E-1ACF7B58A8AB}"/>
              </a:ext>
            </a:extLst>
          </p:cNvPr>
          <p:cNvSpPr>
            <a:spLocks noGrp="1"/>
          </p:cNvSpPr>
          <p:nvPr>
            <p:ph type="pic" sz="quarter" idx="10" hasCustomPrompt="1"/>
          </p:nvPr>
        </p:nvSpPr>
        <p:spPr>
          <a:xfrm>
            <a:off x="6876593" y="1558492"/>
            <a:ext cx="3986559" cy="3970653"/>
          </a:xfrm>
          <a:prstGeom prst="rect">
            <a:avLst/>
          </a:prstGeom>
          <a:solidFill>
            <a:schemeClr val="accent6"/>
          </a:solidFill>
        </p:spPr>
        <p:txBody>
          <a:bodyPr anchor="ctr"/>
          <a:lstStyle>
            <a:lvl1pPr marL="0" indent="0" algn="l">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 si vous le souhaitez</a:t>
            </a:r>
          </a:p>
        </p:txBody>
      </p:sp>
      <p:grpSp>
        <p:nvGrpSpPr>
          <p:cNvPr id="43" name="Groupe 42">
            <a:extLst>
              <a:ext uri="{FF2B5EF4-FFF2-40B4-BE49-F238E27FC236}">
                <a16:creationId xmlns:a16="http://schemas.microsoft.com/office/drawing/2014/main" id="{D4A750AE-380A-B8AE-AA83-24D8D86A11C7}"/>
              </a:ext>
            </a:extLst>
          </p:cNvPr>
          <p:cNvGrpSpPr/>
          <p:nvPr userDrawn="1"/>
        </p:nvGrpSpPr>
        <p:grpSpPr>
          <a:xfrm>
            <a:off x="232331" y="1558493"/>
            <a:ext cx="11971526" cy="5299510"/>
            <a:chOff x="1" y="1455546"/>
            <a:chExt cx="12204085" cy="5402459"/>
          </a:xfrm>
        </p:grpSpPr>
        <p:sp>
          <p:nvSpPr>
            <p:cNvPr id="16" name="Rectangle 15">
              <a:extLst>
                <a:ext uri="{FF2B5EF4-FFF2-40B4-BE49-F238E27FC236}">
                  <a16:creationId xmlns:a16="http://schemas.microsoft.com/office/drawing/2014/main" id="{B9C8F1B3-A4FE-C9B9-8ADB-7A9335749B47}"/>
                </a:ext>
              </a:extLst>
            </p:cNvPr>
            <p:cNvSpPr/>
            <p:nvPr userDrawn="1"/>
          </p:nvSpPr>
          <p:spPr>
            <a:xfrm>
              <a:off x="1354668" y="5503332"/>
              <a:ext cx="1354667" cy="135467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Rectangle 31">
              <a:extLst>
                <a:ext uri="{FF2B5EF4-FFF2-40B4-BE49-F238E27FC236}">
                  <a16:creationId xmlns:a16="http://schemas.microsoft.com/office/drawing/2014/main" id="{6DCB6D8E-7027-14F9-F7D4-6F10F532C3EF}"/>
                </a:ext>
              </a:extLst>
            </p:cNvPr>
            <p:cNvSpPr/>
            <p:nvPr userDrawn="1"/>
          </p:nvSpPr>
          <p:spPr>
            <a:xfrm>
              <a:off x="1" y="5503333"/>
              <a:ext cx="1354667" cy="135467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Rectangle 32">
              <a:extLst>
                <a:ext uri="{FF2B5EF4-FFF2-40B4-BE49-F238E27FC236}">
                  <a16:creationId xmlns:a16="http://schemas.microsoft.com/office/drawing/2014/main" id="{119E8E44-DD3A-6008-39B1-0A8C0DB59DB4}"/>
                </a:ext>
              </a:extLst>
            </p:cNvPr>
            <p:cNvSpPr/>
            <p:nvPr userDrawn="1"/>
          </p:nvSpPr>
          <p:spPr>
            <a:xfrm>
              <a:off x="2709335" y="4148666"/>
              <a:ext cx="1354667" cy="135466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5" name="Rectangle 34">
              <a:extLst>
                <a:ext uri="{FF2B5EF4-FFF2-40B4-BE49-F238E27FC236}">
                  <a16:creationId xmlns:a16="http://schemas.microsoft.com/office/drawing/2014/main" id="{7DB417F1-D26A-1DF2-F8D0-008CBAEC78DC}"/>
                </a:ext>
              </a:extLst>
            </p:cNvPr>
            <p:cNvSpPr/>
            <p:nvPr userDrawn="1"/>
          </p:nvSpPr>
          <p:spPr>
            <a:xfrm>
              <a:off x="10837336" y="1455546"/>
              <a:ext cx="1366750" cy="1354667"/>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9" name="Rectangle 38">
              <a:extLst>
                <a:ext uri="{FF2B5EF4-FFF2-40B4-BE49-F238E27FC236}">
                  <a16:creationId xmlns:a16="http://schemas.microsoft.com/office/drawing/2014/main" id="{15359773-F737-8698-CADE-170A26B5BB10}"/>
                </a:ext>
              </a:extLst>
            </p:cNvPr>
            <p:cNvSpPr/>
            <p:nvPr userDrawn="1"/>
          </p:nvSpPr>
          <p:spPr>
            <a:xfrm>
              <a:off x="6773336" y="5503331"/>
              <a:ext cx="1354667" cy="135467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0" name="Rectangle 39">
              <a:extLst>
                <a:ext uri="{FF2B5EF4-FFF2-40B4-BE49-F238E27FC236}">
                  <a16:creationId xmlns:a16="http://schemas.microsoft.com/office/drawing/2014/main" id="{8FE072F2-E14F-208E-8FEF-6792DBD9B3F5}"/>
                </a:ext>
              </a:extLst>
            </p:cNvPr>
            <p:cNvSpPr/>
            <p:nvPr userDrawn="1"/>
          </p:nvSpPr>
          <p:spPr>
            <a:xfrm>
              <a:off x="10837337" y="2811450"/>
              <a:ext cx="1354667" cy="135466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sp>
        <p:nvSpPr>
          <p:cNvPr id="2" name="Espace réservé du texte 31">
            <a:extLst>
              <a:ext uri="{FF2B5EF4-FFF2-40B4-BE49-F238E27FC236}">
                <a16:creationId xmlns:a16="http://schemas.microsoft.com/office/drawing/2014/main" id="{37FD0DD6-75D8-1644-47CD-850CE1904269}"/>
              </a:ext>
            </a:extLst>
          </p:cNvPr>
          <p:cNvSpPr>
            <a:spLocks noGrp="1"/>
          </p:cNvSpPr>
          <p:nvPr>
            <p:ph type="body" sz="quarter" idx="11" hasCustomPrompt="1"/>
          </p:nvPr>
        </p:nvSpPr>
        <p:spPr>
          <a:xfrm>
            <a:off x="896748" y="756458"/>
            <a:ext cx="5351651" cy="3066930"/>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31102617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GRANDE PARTIE VERT">
    <p:spTree>
      <p:nvGrpSpPr>
        <p:cNvPr id="1" name=""/>
        <p:cNvGrpSpPr/>
        <p:nvPr/>
      </p:nvGrpSpPr>
      <p:grpSpPr>
        <a:xfrm>
          <a:off x="0" y="0"/>
          <a:ext cx="0" cy="0"/>
          <a:chOff x="0" y="0"/>
          <a:chExt cx="0" cy="0"/>
        </a:xfrm>
      </p:grpSpPr>
      <p:sp>
        <p:nvSpPr>
          <p:cNvPr id="4" name="Espace réservé du texte 31">
            <a:extLst>
              <a:ext uri="{FF2B5EF4-FFF2-40B4-BE49-F238E27FC236}">
                <a16:creationId xmlns:a16="http://schemas.microsoft.com/office/drawing/2014/main" id="{54FE68A6-3DE7-D728-8F79-6B4F74222E81}"/>
              </a:ext>
            </a:extLst>
          </p:cNvPr>
          <p:cNvSpPr>
            <a:spLocks noGrp="1"/>
          </p:cNvSpPr>
          <p:nvPr>
            <p:ph type="body" sz="quarter" idx="11" hasCustomPrompt="1"/>
          </p:nvPr>
        </p:nvSpPr>
        <p:spPr>
          <a:xfrm>
            <a:off x="1047404" y="723208"/>
            <a:ext cx="4662011" cy="2921262"/>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
        <p:nvSpPr>
          <p:cNvPr id="5" name="Rectangle 4">
            <a:extLst>
              <a:ext uri="{FF2B5EF4-FFF2-40B4-BE49-F238E27FC236}">
                <a16:creationId xmlns:a16="http://schemas.microsoft.com/office/drawing/2014/main" id="{B4D14537-824D-83FF-CD75-92E87475BA55}"/>
              </a:ext>
            </a:extLst>
          </p:cNvPr>
          <p:cNvSpPr/>
          <p:nvPr userDrawn="1"/>
        </p:nvSpPr>
        <p:spPr>
          <a:xfrm>
            <a:off x="8329613" y="3009900"/>
            <a:ext cx="3862388" cy="386238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Espace réservé pour une image  4">
            <a:extLst>
              <a:ext uri="{FF2B5EF4-FFF2-40B4-BE49-F238E27FC236}">
                <a16:creationId xmlns:a16="http://schemas.microsoft.com/office/drawing/2014/main" id="{337BA1CC-076B-4EB5-8068-E12E69F88CC5}"/>
              </a:ext>
            </a:extLst>
          </p:cNvPr>
          <p:cNvSpPr>
            <a:spLocks noGrp="1"/>
          </p:cNvSpPr>
          <p:nvPr>
            <p:ph type="pic" sz="quarter" idx="12" hasCustomPrompt="1"/>
          </p:nvPr>
        </p:nvSpPr>
        <p:spPr>
          <a:xfrm>
            <a:off x="6615113" y="1285875"/>
            <a:ext cx="3429000" cy="3448050"/>
          </a:xfrm>
          <a:prstGeom prst="rect">
            <a:avLst/>
          </a:prstGeom>
          <a:noFill/>
        </p:spPr>
        <p:txBody>
          <a:bodyPr anchor="ctr"/>
          <a:lstStyle>
            <a:lvl1pPr marL="0" indent="0" algn="ctr">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a:t>
            </a:r>
          </a:p>
        </p:txBody>
      </p:sp>
      <p:sp>
        <p:nvSpPr>
          <p:cNvPr id="2" name="Rectangle 1">
            <a:extLst>
              <a:ext uri="{FF2B5EF4-FFF2-40B4-BE49-F238E27FC236}">
                <a16:creationId xmlns:a16="http://schemas.microsoft.com/office/drawing/2014/main" id="{132C2EBA-02F9-7D2C-AA2D-A8D87CFFC3AA}"/>
              </a:ext>
            </a:extLst>
          </p:cNvPr>
          <p:cNvSpPr/>
          <p:nvPr userDrawn="1"/>
        </p:nvSpPr>
        <p:spPr>
          <a:xfrm>
            <a:off x="1561184" y="5529145"/>
            <a:ext cx="1328853" cy="13288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Rectangle 2">
            <a:extLst>
              <a:ext uri="{FF2B5EF4-FFF2-40B4-BE49-F238E27FC236}">
                <a16:creationId xmlns:a16="http://schemas.microsoft.com/office/drawing/2014/main" id="{9AF9AA16-CFD4-5160-A428-908E7728F52C}"/>
              </a:ext>
            </a:extLst>
          </p:cNvPr>
          <p:cNvSpPr/>
          <p:nvPr userDrawn="1"/>
        </p:nvSpPr>
        <p:spPr>
          <a:xfrm>
            <a:off x="232331" y="5529146"/>
            <a:ext cx="1328853" cy="13288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14E017C4-772A-99B4-DC68-B22CE6038F7B}"/>
              </a:ext>
            </a:extLst>
          </p:cNvPr>
          <p:cNvSpPr/>
          <p:nvPr userDrawn="1"/>
        </p:nvSpPr>
        <p:spPr>
          <a:xfrm>
            <a:off x="2890036" y="4200293"/>
            <a:ext cx="1328853" cy="132885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78997406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GRANDE PARTIE JAUN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4D14537-824D-83FF-CD75-92E87475BA55}"/>
              </a:ext>
            </a:extLst>
          </p:cNvPr>
          <p:cNvSpPr/>
          <p:nvPr userDrawn="1"/>
        </p:nvSpPr>
        <p:spPr>
          <a:xfrm>
            <a:off x="8329613" y="3009900"/>
            <a:ext cx="3862388" cy="386238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 name="Espace réservé pour une image  4">
            <a:extLst>
              <a:ext uri="{FF2B5EF4-FFF2-40B4-BE49-F238E27FC236}">
                <a16:creationId xmlns:a16="http://schemas.microsoft.com/office/drawing/2014/main" id="{27800121-4EDF-8DF9-A915-FF6153635A7E}"/>
              </a:ext>
            </a:extLst>
          </p:cNvPr>
          <p:cNvSpPr>
            <a:spLocks noGrp="1"/>
          </p:cNvSpPr>
          <p:nvPr>
            <p:ph type="pic" sz="quarter" idx="12" hasCustomPrompt="1"/>
          </p:nvPr>
        </p:nvSpPr>
        <p:spPr>
          <a:xfrm>
            <a:off x="6615113" y="1285875"/>
            <a:ext cx="3429000" cy="3448050"/>
          </a:xfrm>
          <a:prstGeom prst="rect">
            <a:avLst/>
          </a:prstGeom>
          <a:noFill/>
        </p:spPr>
        <p:txBody>
          <a:bodyPr anchor="ctr"/>
          <a:lstStyle>
            <a:lvl1pPr marL="0" indent="0" algn="ctr">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a:t>
            </a:r>
          </a:p>
        </p:txBody>
      </p:sp>
      <p:sp>
        <p:nvSpPr>
          <p:cNvPr id="3" name="Rectangle 2">
            <a:extLst>
              <a:ext uri="{FF2B5EF4-FFF2-40B4-BE49-F238E27FC236}">
                <a16:creationId xmlns:a16="http://schemas.microsoft.com/office/drawing/2014/main" id="{C2D568D0-7348-42A1-4257-C53C9BC89E1F}"/>
              </a:ext>
            </a:extLst>
          </p:cNvPr>
          <p:cNvSpPr/>
          <p:nvPr userDrawn="1"/>
        </p:nvSpPr>
        <p:spPr>
          <a:xfrm>
            <a:off x="1551087" y="5527841"/>
            <a:ext cx="1330160" cy="1330159"/>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Rectangle 6">
            <a:extLst>
              <a:ext uri="{FF2B5EF4-FFF2-40B4-BE49-F238E27FC236}">
                <a16:creationId xmlns:a16="http://schemas.microsoft.com/office/drawing/2014/main" id="{A8A37291-99D2-A063-A2A4-FE330D662E36}"/>
              </a:ext>
            </a:extLst>
          </p:cNvPr>
          <p:cNvSpPr/>
          <p:nvPr userDrawn="1"/>
        </p:nvSpPr>
        <p:spPr>
          <a:xfrm>
            <a:off x="229236" y="4197681"/>
            <a:ext cx="1330160" cy="133015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270E6AD6-E9D3-F7FD-6493-5A29A25D2FA0}"/>
              </a:ext>
            </a:extLst>
          </p:cNvPr>
          <p:cNvSpPr/>
          <p:nvPr userDrawn="1"/>
        </p:nvSpPr>
        <p:spPr>
          <a:xfrm>
            <a:off x="2867169" y="4197681"/>
            <a:ext cx="1330160" cy="133015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Espace réservé du texte 31">
            <a:extLst>
              <a:ext uri="{FF2B5EF4-FFF2-40B4-BE49-F238E27FC236}">
                <a16:creationId xmlns:a16="http://schemas.microsoft.com/office/drawing/2014/main" id="{8336ABEA-F061-23A5-6696-147D469396B0}"/>
              </a:ext>
            </a:extLst>
          </p:cNvPr>
          <p:cNvSpPr>
            <a:spLocks noGrp="1"/>
          </p:cNvSpPr>
          <p:nvPr>
            <p:ph type="body" sz="quarter" idx="11" hasCustomPrompt="1"/>
          </p:nvPr>
        </p:nvSpPr>
        <p:spPr>
          <a:xfrm>
            <a:off x="1047404" y="723208"/>
            <a:ext cx="4662011" cy="2921262"/>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17543225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801886" y="1237197"/>
            <a:ext cx="9088041" cy="2631887"/>
          </a:xfrm>
        </p:spPr>
        <p:txBody>
          <a:bodyPr anchor="b"/>
          <a:lstStyle>
            <a:lvl1pPr algn="ctr">
              <a:defRPr sz="6614"/>
            </a:lvl1pPr>
          </a:lstStyle>
          <a:p>
            <a:r>
              <a:rPr lang="fr-FR"/>
              <a:t>Modifiez le style du titre</a:t>
            </a:r>
            <a:endParaRPr lang="en-US" dirty="0"/>
          </a:p>
        </p:txBody>
      </p:sp>
      <p:sp>
        <p:nvSpPr>
          <p:cNvPr id="3" name="Subtitle 2"/>
          <p:cNvSpPr>
            <a:spLocks noGrp="1"/>
          </p:cNvSpPr>
          <p:nvPr>
            <p:ph type="subTitle" idx="1"/>
          </p:nvPr>
        </p:nvSpPr>
        <p:spPr>
          <a:xfrm>
            <a:off x="1336477" y="3970580"/>
            <a:ext cx="8018860" cy="1825171"/>
          </a:xfrm>
        </p:spPr>
        <p:txBody>
          <a:bodyPr/>
          <a:lstStyle>
            <a:lvl1pPr marL="0" indent="0" algn="ctr">
              <a:buNone/>
              <a:defRPr sz="2646"/>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lang="fr-FR"/>
              <a:t>Modifiez le style des sous-titres du masque</a:t>
            </a:r>
            <a:endParaRPr lang="en-US" dirty="0"/>
          </a:p>
        </p:txBody>
      </p:sp>
      <p:sp>
        <p:nvSpPr>
          <p:cNvPr id="4" name="Date Placeholder 3"/>
          <p:cNvSpPr>
            <a:spLocks noGrp="1"/>
          </p:cNvSpPr>
          <p:nvPr>
            <p:ph type="dt" sz="half" idx="10"/>
          </p:nvPr>
        </p:nvSpPr>
        <p:spPr/>
        <p:txBody>
          <a:bodyPr/>
          <a:lstStyle/>
          <a:p>
            <a:fld id="{CFE3C962-9C9D-46DF-A443-FF18222A4B08}" type="datetimeFigureOut">
              <a:rPr lang="fr-FR" smtClean="0"/>
              <a:t>01/04/2025</a:t>
            </a:fld>
            <a:endParaRPr lang="fr-FR"/>
          </a:p>
        </p:txBody>
      </p:sp>
      <p:sp>
        <p:nvSpPr>
          <p:cNvPr id="5" name="Footer Placeholder 4"/>
          <p:cNvSpPr>
            <a:spLocks noGrp="1"/>
          </p:cNvSpPr>
          <p:nvPr>
            <p:ph type="ftr" sz="quarter" idx="11"/>
          </p:nvPr>
        </p:nvSpPr>
        <p:spPr/>
        <p:txBody>
          <a:bodyPr/>
          <a:lstStyle/>
          <a:p>
            <a:endParaRPr lang="fr-FR" dirty="0"/>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dirty="0"/>
          </a:p>
        </p:txBody>
      </p:sp>
    </p:spTree>
    <p:extLst>
      <p:ext uri="{BB962C8B-B14F-4D97-AF65-F5344CB8AC3E}">
        <p14:creationId xmlns:p14="http://schemas.microsoft.com/office/powerpoint/2010/main" val="38566127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503978"/>
            <a:ext cx="3448388" cy="1763924"/>
          </a:xfrm>
        </p:spPr>
        <p:txBody>
          <a:bodyPr anchor="b"/>
          <a:lstStyle>
            <a:lvl1pPr>
              <a:defRPr sz="3527"/>
            </a:lvl1pPr>
          </a:lstStyle>
          <a:p>
            <a:r>
              <a:rPr lang="fr-FR"/>
              <a:t>Modifiez le style du titre</a:t>
            </a:r>
            <a:endParaRPr lang="en-US" dirty="0"/>
          </a:p>
        </p:txBody>
      </p:sp>
      <p:sp>
        <p:nvSpPr>
          <p:cNvPr id="3" name="Content Placeholder 2"/>
          <p:cNvSpPr>
            <a:spLocks noGrp="1"/>
          </p:cNvSpPr>
          <p:nvPr>
            <p:ph idx="1"/>
          </p:nvPr>
        </p:nvSpPr>
        <p:spPr>
          <a:xfrm>
            <a:off x="4545413" y="1088455"/>
            <a:ext cx="5412730" cy="5372269"/>
          </a:xfrm>
        </p:spPr>
        <p:txBody>
          <a:bodyPr/>
          <a:lstStyle>
            <a:lvl1pPr>
              <a:defRPr sz="3527"/>
            </a:lvl1pPr>
            <a:lvl2pPr>
              <a:defRPr sz="3086"/>
            </a:lvl2pPr>
            <a:lvl3pPr>
              <a:defRPr sz="2646"/>
            </a:lvl3pPr>
            <a:lvl4pPr>
              <a:defRPr sz="2205"/>
            </a:lvl4pPr>
            <a:lvl5pPr>
              <a:defRPr sz="2205"/>
            </a:lvl5pPr>
            <a:lvl6pPr>
              <a:defRPr sz="2205"/>
            </a:lvl6pPr>
            <a:lvl7pPr>
              <a:defRPr sz="2205"/>
            </a:lvl7pPr>
            <a:lvl8pPr>
              <a:defRPr sz="2205"/>
            </a:lvl8pPr>
            <a:lvl9pPr>
              <a:defRPr sz="2205"/>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736455" y="2267902"/>
            <a:ext cx="3448388" cy="4201570"/>
          </a:xfrm>
        </p:spPr>
        <p:txBody>
          <a:bodyPr/>
          <a:lstStyle>
            <a:lvl1pPr marL="0" indent="0">
              <a:buNone/>
              <a:defRPr sz="1764"/>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CFE3C962-9C9D-46DF-A443-FF18222A4B08}" type="datetimeFigureOut">
              <a:rPr lang="fr-FR" smtClean="0"/>
              <a:t>01/04/2025</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151703363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729494" y="1884671"/>
            <a:ext cx="9221689" cy="3144614"/>
          </a:xfrm>
        </p:spPr>
        <p:txBody>
          <a:bodyPr anchor="b"/>
          <a:lstStyle>
            <a:lvl1pPr>
              <a:defRPr sz="6614"/>
            </a:lvl1pPr>
          </a:lstStyle>
          <a:p>
            <a:r>
              <a:rPr lang="fr-FR"/>
              <a:t>Modifiez le style du titre</a:t>
            </a:r>
            <a:endParaRPr lang="en-US" dirty="0"/>
          </a:p>
        </p:txBody>
      </p:sp>
      <p:sp>
        <p:nvSpPr>
          <p:cNvPr id="3" name="Text Placeholder 2"/>
          <p:cNvSpPr>
            <a:spLocks noGrp="1"/>
          </p:cNvSpPr>
          <p:nvPr>
            <p:ph type="body" idx="1"/>
          </p:nvPr>
        </p:nvSpPr>
        <p:spPr>
          <a:xfrm>
            <a:off x="729494" y="5059035"/>
            <a:ext cx="9221689" cy="1653678"/>
          </a:xfrm>
        </p:spPr>
        <p:txBody>
          <a:bodyPr/>
          <a:lstStyle>
            <a:lvl1pPr marL="0" indent="0">
              <a:buNone/>
              <a:defRPr sz="2646">
                <a:solidFill>
                  <a:schemeClr val="tx1"/>
                </a:solidFill>
              </a:defRPr>
            </a:lvl1pPr>
            <a:lvl2pPr marL="503972" indent="0">
              <a:buNone/>
              <a:defRPr sz="2205">
                <a:solidFill>
                  <a:schemeClr val="tx1">
                    <a:tint val="75000"/>
                  </a:schemeClr>
                </a:solidFill>
              </a:defRPr>
            </a:lvl2pPr>
            <a:lvl3pPr marL="1007943" indent="0">
              <a:buNone/>
              <a:defRPr sz="1984">
                <a:solidFill>
                  <a:schemeClr val="tx1">
                    <a:tint val="75000"/>
                  </a:schemeClr>
                </a:solidFill>
              </a:defRPr>
            </a:lvl3pPr>
            <a:lvl4pPr marL="1511915" indent="0">
              <a:buNone/>
              <a:defRPr sz="1764">
                <a:solidFill>
                  <a:schemeClr val="tx1">
                    <a:tint val="75000"/>
                  </a:schemeClr>
                </a:solidFill>
              </a:defRPr>
            </a:lvl4pPr>
            <a:lvl5pPr marL="2015886" indent="0">
              <a:buNone/>
              <a:defRPr sz="1764">
                <a:solidFill>
                  <a:schemeClr val="tx1">
                    <a:tint val="75000"/>
                  </a:schemeClr>
                </a:solidFill>
              </a:defRPr>
            </a:lvl5pPr>
            <a:lvl6pPr marL="2519858" indent="0">
              <a:buNone/>
              <a:defRPr sz="1764">
                <a:solidFill>
                  <a:schemeClr val="tx1">
                    <a:tint val="75000"/>
                  </a:schemeClr>
                </a:solidFill>
              </a:defRPr>
            </a:lvl6pPr>
            <a:lvl7pPr marL="3023829" indent="0">
              <a:buNone/>
              <a:defRPr sz="1764">
                <a:solidFill>
                  <a:schemeClr val="tx1">
                    <a:tint val="75000"/>
                  </a:schemeClr>
                </a:solidFill>
              </a:defRPr>
            </a:lvl7pPr>
            <a:lvl8pPr marL="3527801" indent="0">
              <a:buNone/>
              <a:defRPr sz="1764">
                <a:solidFill>
                  <a:schemeClr val="tx1">
                    <a:tint val="75000"/>
                  </a:schemeClr>
                </a:solidFill>
              </a:defRPr>
            </a:lvl8pPr>
            <a:lvl9pPr marL="4031772" indent="0">
              <a:buNone/>
              <a:defRPr sz="1764">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CFE3C962-9C9D-46DF-A443-FF18222A4B08}" type="datetimeFigureOut">
              <a:rPr lang="fr-FR" smtClean="0"/>
              <a:t>01/04/2025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22176321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FE3C962-9C9D-46DF-A443-FF18222A4B08}" type="datetimeFigureOut">
              <a:rPr lang="fr-FR" smtClean="0"/>
              <a:t>01/04/2025</a:t>
            </a:fld>
            <a:endParaRPr lang="fr-FR"/>
          </a:p>
        </p:txBody>
      </p:sp>
      <p:sp>
        <p:nvSpPr>
          <p:cNvPr id="3" name="Footer Placeholder 2"/>
          <p:cNvSpPr>
            <a:spLocks noGrp="1"/>
          </p:cNvSpPr>
          <p:nvPr>
            <p:ph type="ftr" sz="quarter" idx="11"/>
          </p:nvPr>
        </p:nvSpPr>
        <p:spPr/>
        <p:txBody>
          <a:bodyPr/>
          <a:lstStyle/>
          <a:p>
            <a:endParaRPr lang="fr-FR"/>
          </a:p>
        </p:txBody>
      </p:sp>
      <p:sp>
        <p:nvSpPr>
          <p:cNvPr id="4" name="Slide Number Placeholder 3"/>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77920590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FE3C962-9C9D-46DF-A443-FF18222A4B08}" type="datetimeFigureOut">
              <a:rPr lang="fr-FR" smtClean="0"/>
              <a:t>01/04/2025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161803713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CFE3C962-9C9D-46DF-A443-FF18222A4B08}" type="datetimeFigureOut">
              <a:rPr lang="fr-FR" smtClean="0"/>
              <a:t>01/04/2025</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219070884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402483"/>
            <a:ext cx="2305422" cy="6406475"/>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735063" y="402483"/>
            <a:ext cx="6782619" cy="6406475"/>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FE3C962-9C9D-46DF-A443-FF18222A4B08}" type="datetimeFigureOut">
              <a:rPr lang="fr-FR" smtClean="0"/>
              <a:t>01/04/2025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38203013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736455" y="402484"/>
            <a:ext cx="9221689" cy="1461188"/>
          </a:xfrm>
        </p:spPr>
        <p:txBody>
          <a:bodyPr/>
          <a:lstStyle/>
          <a:p>
            <a:r>
              <a:rPr lang="fr-FR"/>
              <a:t>Modifiez le style du titre</a:t>
            </a:r>
            <a:endParaRPr lang="en-US" dirty="0"/>
          </a:p>
        </p:txBody>
      </p:sp>
      <p:sp>
        <p:nvSpPr>
          <p:cNvPr id="3" name="Text Placeholder 2"/>
          <p:cNvSpPr>
            <a:spLocks noGrp="1"/>
          </p:cNvSpPr>
          <p:nvPr>
            <p:ph type="body" idx="1"/>
          </p:nvPr>
        </p:nvSpPr>
        <p:spPr>
          <a:xfrm>
            <a:off x="736456" y="1853171"/>
            <a:ext cx="4523137" cy="908210"/>
          </a:xfrm>
        </p:spPr>
        <p:txBody>
          <a:bodyPr anchor="b"/>
          <a:lstStyle>
            <a:lvl1pPr marL="0" indent="0">
              <a:buNone/>
              <a:defRPr sz="2646" b="1"/>
            </a:lvl1pPr>
            <a:lvl2pPr marL="503972" indent="0">
              <a:buNone/>
              <a:defRPr sz="2205" b="1"/>
            </a:lvl2pPr>
            <a:lvl3pPr marL="1007943" indent="0">
              <a:buNone/>
              <a:defRPr sz="1984" b="1"/>
            </a:lvl3pPr>
            <a:lvl4pPr marL="1511915" indent="0">
              <a:buNone/>
              <a:defRPr sz="1764" b="1"/>
            </a:lvl4pPr>
            <a:lvl5pPr marL="2015886" indent="0">
              <a:buNone/>
              <a:defRPr sz="1764" b="1"/>
            </a:lvl5pPr>
            <a:lvl6pPr marL="2519858" indent="0">
              <a:buNone/>
              <a:defRPr sz="1764" b="1"/>
            </a:lvl6pPr>
            <a:lvl7pPr marL="3023829" indent="0">
              <a:buNone/>
              <a:defRPr sz="1764" b="1"/>
            </a:lvl7pPr>
            <a:lvl8pPr marL="3527801" indent="0">
              <a:buNone/>
              <a:defRPr sz="1764" b="1"/>
            </a:lvl8pPr>
            <a:lvl9pPr marL="4031772" indent="0">
              <a:buNone/>
              <a:defRPr sz="1764" b="1"/>
            </a:lvl9pPr>
          </a:lstStyle>
          <a:p>
            <a:pPr lvl="0"/>
            <a:r>
              <a:rPr lang="fr-FR"/>
              <a:t>Cliquez pour modifier les styles du texte du masque</a:t>
            </a:r>
          </a:p>
        </p:txBody>
      </p:sp>
      <p:sp>
        <p:nvSpPr>
          <p:cNvPr id="4" name="Content Placeholder 3"/>
          <p:cNvSpPr>
            <a:spLocks noGrp="1"/>
          </p:cNvSpPr>
          <p:nvPr>
            <p:ph sz="half" idx="2"/>
          </p:nvPr>
        </p:nvSpPr>
        <p:spPr>
          <a:xfrm>
            <a:off x="736456" y="2761381"/>
            <a:ext cx="4523137" cy="4061576"/>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5412731" y="1853171"/>
            <a:ext cx="4545413" cy="908210"/>
          </a:xfrm>
        </p:spPr>
        <p:txBody>
          <a:bodyPr anchor="b"/>
          <a:lstStyle>
            <a:lvl1pPr marL="0" indent="0">
              <a:buNone/>
              <a:defRPr sz="2646" b="1"/>
            </a:lvl1pPr>
            <a:lvl2pPr marL="503972" indent="0">
              <a:buNone/>
              <a:defRPr sz="2205" b="1"/>
            </a:lvl2pPr>
            <a:lvl3pPr marL="1007943" indent="0">
              <a:buNone/>
              <a:defRPr sz="1984" b="1"/>
            </a:lvl3pPr>
            <a:lvl4pPr marL="1511915" indent="0">
              <a:buNone/>
              <a:defRPr sz="1764" b="1"/>
            </a:lvl4pPr>
            <a:lvl5pPr marL="2015886" indent="0">
              <a:buNone/>
              <a:defRPr sz="1764" b="1"/>
            </a:lvl5pPr>
            <a:lvl6pPr marL="2519858" indent="0">
              <a:buNone/>
              <a:defRPr sz="1764" b="1"/>
            </a:lvl6pPr>
            <a:lvl7pPr marL="3023829" indent="0">
              <a:buNone/>
              <a:defRPr sz="1764" b="1"/>
            </a:lvl7pPr>
            <a:lvl8pPr marL="3527801" indent="0">
              <a:buNone/>
              <a:defRPr sz="1764" b="1"/>
            </a:lvl8pPr>
            <a:lvl9pPr marL="4031772" indent="0">
              <a:buNone/>
              <a:defRPr sz="1764" b="1"/>
            </a:lvl9pPr>
          </a:lstStyle>
          <a:p>
            <a:pPr lvl="0"/>
            <a:r>
              <a:rPr lang="fr-FR"/>
              <a:t>Cliquez pour modifier les styles du texte du masque</a:t>
            </a:r>
          </a:p>
        </p:txBody>
      </p:sp>
      <p:sp>
        <p:nvSpPr>
          <p:cNvPr id="6" name="Content Placeholder 5"/>
          <p:cNvSpPr>
            <a:spLocks noGrp="1"/>
          </p:cNvSpPr>
          <p:nvPr>
            <p:ph sz="quarter" idx="4"/>
          </p:nvPr>
        </p:nvSpPr>
        <p:spPr>
          <a:xfrm>
            <a:off x="5412731" y="2761381"/>
            <a:ext cx="4545413" cy="4061576"/>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CFE3C962-9C9D-46DF-A443-FF18222A4B08}" type="datetimeFigureOut">
              <a:rPr lang="fr-FR" smtClean="0"/>
              <a:t>01/04/2025</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34415217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FE3C962-9C9D-46DF-A443-FF18222A4B08}" type="datetimeFigureOut">
              <a:rPr lang="fr-FR" smtClean="0"/>
              <a:t>01/04/2025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222610300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735062" y="2012414"/>
            <a:ext cx="4544021" cy="479654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5412730" y="2012414"/>
            <a:ext cx="4544021" cy="479654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CFE3C962-9C9D-46DF-A443-FF18222A4B08}" type="datetimeFigureOut">
              <a:rPr lang="fr-FR" smtClean="0"/>
              <a:t>01/04/2025</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271478039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503978"/>
            <a:ext cx="3448388" cy="1763924"/>
          </a:xfrm>
        </p:spPr>
        <p:txBody>
          <a:bodyPr anchor="b"/>
          <a:lstStyle>
            <a:lvl1pPr>
              <a:defRPr sz="3527"/>
            </a:lvl1pPr>
          </a:lstStyle>
          <a:p>
            <a:r>
              <a:rPr lang="fr-FR"/>
              <a:t>Modifiez le style du titre</a:t>
            </a:r>
            <a:endParaRPr lang="en-US" dirty="0"/>
          </a:p>
        </p:txBody>
      </p:sp>
      <p:sp>
        <p:nvSpPr>
          <p:cNvPr id="3" name="Picture Placeholder 2"/>
          <p:cNvSpPr>
            <a:spLocks noGrp="1" noChangeAspect="1"/>
          </p:cNvSpPr>
          <p:nvPr>
            <p:ph type="pic" idx="1"/>
          </p:nvPr>
        </p:nvSpPr>
        <p:spPr>
          <a:xfrm>
            <a:off x="4545413" y="1088455"/>
            <a:ext cx="5412730" cy="5372269"/>
          </a:xfrm>
        </p:spPr>
        <p:txBody>
          <a:bodyPr anchor="t"/>
          <a:lstStyle>
            <a:lvl1pPr marL="0" indent="0">
              <a:buNone/>
              <a:defRPr sz="3527"/>
            </a:lvl1pPr>
            <a:lvl2pPr marL="503972" indent="0">
              <a:buNone/>
              <a:defRPr sz="3086"/>
            </a:lvl2pPr>
            <a:lvl3pPr marL="1007943" indent="0">
              <a:buNone/>
              <a:defRPr sz="2646"/>
            </a:lvl3pPr>
            <a:lvl4pPr marL="1511915" indent="0">
              <a:buNone/>
              <a:defRPr sz="2205"/>
            </a:lvl4pPr>
            <a:lvl5pPr marL="2015886" indent="0">
              <a:buNone/>
              <a:defRPr sz="2205"/>
            </a:lvl5pPr>
            <a:lvl6pPr marL="2519858" indent="0">
              <a:buNone/>
              <a:defRPr sz="2205"/>
            </a:lvl6pPr>
            <a:lvl7pPr marL="3023829" indent="0">
              <a:buNone/>
              <a:defRPr sz="2205"/>
            </a:lvl7pPr>
            <a:lvl8pPr marL="3527801" indent="0">
              <a:buNone/>
              <a:defRPr sz="2205"/>
            </a:lvl8pPr>
            <a:lvl9pPr marL="4031772" indent="0">
              <a:buNone/>
              <a:defRPr sz="2205"/>
            </a:lvl9pPr>
          </a:lstStyle>
          <a:p>
            <a:r>
              <a:rPr lang="fr-FR"/>
              <a:t>Cliquez sur l'icône pour ajouter une image</a:t>
            </a:r>
            <a:endParaRPr lang="en-US" dirty="0"/>
          </a:p>
        </p:txBody>
      </p:sp>
      <p:sp>
        <p:nvSpPr>
          <p:cNvPr id="4" name="Text Placeholder 3"/>
          <p:cNvSpPr>
            <a:spLocks noGrp="1"/>
          </p:cNvSpPr>
          <p:nvPr>
            <p:ph type="body" sz="half" idx="2"/>
          </p:nvPr>
        </p:nvSpPr>
        <p:spPr>
          <a:xfrm>
            <a:off x="736455" y="2267902"/>
            <a:ext cx="3448388" cy="4201570"/>
          </a:xfrm>
        </p:spPr>
        <p:txBody>
          <a:bodyPr/>
          <a:lstStyle>
            <a:lvl1pPr marL="0" indent="0">
              <a:buNone/>
              <a:defRPr sz="1764"/>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CFE3C962-9C9D-46DF-A443-FF18222A4B08}" type="datetimeFigureOut">
              <a:rPr lang="fr-FR" smtClean="0"/>
              <a:t>01/04/2025</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18803797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2_CONTENU VERT">
    <p:spTree>
      <p:nvGrpSpPr>
        <p:cNvPr id="1" name=""/>
        <p:cNvGrpSpPr/>
        <p:nvPr/>
      </p:nvGrpSpPr>
      <p:grpSpPr>
        <a:xfrm>
          <a:off x="0" y="0"/>
          <a:ext cx="0" cy="0"/>
          <a:chOff x="0" y="0"/>
          <a:chExt cx="0" cy="0"/>
        </a:xfrm>
      </p:grpSpPr>
      <p:sp>
        <p:nvSpPr>
          <p:cNvPr id="6" name="Espace réservé du texte 31">
            <a:extLst>
              <a:ext uri="{FF2B5EF4-FFF2-40B4-BE49-F238E27FC236}">
                <a16:creationId xmlns:a16="http://schemas.microsoft.com/office/drawing/2014/main" id="{01D4BEEE-C528-26A8-8441-EC58C49F22EF}"/>
              </a:ext>
            </a:extLst>
          </p:cNvPr>
          <p:cNvSpPr>
            <a:spLocks noGrp="1"/>
          </p:cNvSpPr>
          <p:nvPr>
            <p:ph type="body" sz="quarter" idx="11" hasCustomPrompt="1"/>
          </p:nvPr>
        </p:nvSpPr>
        <p:spPr>
          <a:xfrm>
            <a:off x="707598" y="753176"/>
            <a:ext cx="4261665" cy="664669"/>
          </a:xfrm>
          <a:prstGeom prst="rect">
            <a:avLst/>
          </a:prstGeom>
        </p:spPr>
        <p:txBody>
          <a:bodyPr>
            <a:normAutofit/>
          </a:bodyPr>
          <a:lstStyle>
            <a:lvl1pPr marL="0" indent="0">
              <a:buNone/>
              <a:defRPr sz="2100" b="1">
                <a:solidFill>
                  <a:schemeClr val="tx1"/>
                </a:solidFill>
                <a:latin typeface="+mj-lt"/>
              </a:defRPr>
            </a:lvl1pPr>
          </a:lstStyle>
          <a:p>
            <a:pPr lvl="0"/>
            <a:r>
              <a:rPr lang="fr-FR" dirty="0"/>
              <a:t>Insérez votre titre</a:t>
            </a:r>
          </a:p>
        </p:txBody>
      </p:sp>
      <p:sp>
        <p:nvSpPr>
          <p:cNvPr id="2" name="Espace réservé du texte 6">
            <a:extLst>
              <a:ext uri="{FF2B5EF4-FFF2-40B4-BE49-F238E27FC236}">
                <a16:creationId xmlns:a16="http://schemas.microsoft.com/office/drawing/2014/main" id="{C75EC255-9E3E-FDA9-8664-14249714B5BE}"/>
              </a:ext>
            </a:extLst>
          </p:cNvPr>
          <p:cNvSpPr>
            <a:spLocks noGrp="1"/>
          </p:cNvSpPr>
          <p:nvPr>
            <p:ph type="body" sz="quarter" idx="13"/>
          </p:nvPr>
        </p:nvSpPr>
        <p:spPr>
          <a:xfrm>
            <a:off x="707599" y="1679931"/>
            <a:ext cx="4771956" cy="5148477"/>
          </a:xfrm>
          <a:prstGeom prst="rect">
            <a:avLst/>
          </a:prstGeom>
        </p:spPr>
        <p:txBody>
          <a:bodyPr/>
          <a:lstStyle>
            <a:lvl1pPr marL="171446" indent="-171446">
              <a:buClr>
                <a:schemeClr val="bg2"/>
              </a:buClr>
              <a:buFont typeface="Arial Nova" panose="020B0504020202020204" pitchFamily="34" charset="0"/>
              <a:buChar char="&gt;"/>
              <a:defRPr sz="1800">
                <a:latin typeface="+mn-lt"/>
              </a:defRPr>
            </a:lvl1pPr>
            <a:lvl2pPr marL="514338" indent="-171446">
              <a:buClr>
                <a:schemeClr val="bg2"/>
              </a:buClr>
              <a:buFont typeface="Arial Nova" panose="020B0504020202020204" pitchFamily="34" charset="0"/>
              <a:buChar char="&gt;"/>
              <a:defRPr sz="1500">
                <a:latin typeface="+mn-lt"/>
              </a:defRPr>
            </a:lvl2pPr>
            <a:lvl3pPr marL="857230" indent="-171446">
              <a:buClr>
                <a:schemeClr val="bg2"/>
              </a:buClr>
              <a:buFont typeface="Arial Nova" panose="020B0504020202020204" pitchFamily="34" charset="0"/>
              <a:buChar char="&gt;"/>
              <a:defRPr sz="1350">
                <a:latin typeface="+mn-lt"/>
              </a:defRPr>
            </a:lvl3pPr>
            <a:lvl4pPr marL="1200122" indent="-171446">
              <a:buClr>
                <a:schemeClr val="bg2"/>
              </a:buClr>
              <a:buFont typeface="Arial Nova" panose="020B0504020202020204" pitchFamily="34" charset="0"/>
              <a:buChar char="&gt;"/>
              <a:defRPr sz="1050">
                <a:latin typeface="+mn-lt"/>
              </a:defRPr>
            </a:lvl4pPr>
            <a:lvl5pPr marL="1543013" indent="-171446">
              <a:buClr>
                <a:schemeClr val="bg2"/>
              </a:buClr>
              <a:buFont typeface="Arial Nova" panose="020B0504020202020204" pitchFamily="34" charset="0"/>
              <a:buChar char="&gt;"/>
              <a:defRPr sz="1050">
                <a:latin typeface="+mn-lt"/>
              </a:defRPr>
            </a:lvl5p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4" name="Espace réservé pour une image  4">
            <a:extLst>
              <a:ext uri="{FF2B5EF4-FFF2-40B4-BE49-F238E27FC236}">
                <a16:creationId xmlns:a16="http://schemas.microsoft.com/office/drawing/2014/main" id="{874A3F1B-998C-6FEB-BC1D-019E6E18139F}"/>
              </a:ext>
            </a:extLst>
          </p:cNvPr>
          <p:cNvSpPr>
            <a:spLocks noGrp="1"/>
          </p:cNvSpPr>
          <p:nvPr>
            <p:ph type="pic" sz="quarter" idx="10" hasCustomPrompt="1"/>
          </p:nvPr>
        </p:nvSpPr>
        <p:spPr>
          <a:xfrm>
            <a:off x="6185078" y="1679931"/>
            <a:ext cx="3566806" cy="4317065"/>
          </a:xfrm>
          <a:prstGeom prst="rect">
            <a:avLst/>
          </a:prstGeom>
        </p:spPr>
        <p:txBody>
          <a:bodyPr anchor="ctr"/>
          <a:lstStyle>
            <a:lvl1pPr marL="0" indent="0">
              <a:buNone/>
              <a:defRPr/>
            </a:lvl1pPr>
          </a:lstStyle>
          <a:p>
            <a:pPr marL="0" marR="0" lvl="0" indent="0" algn="l" defTabSz="685784" rtl="0" eaLnBrk="1" fontAlgn="auto" latinLnBrk="0" hangingPunct="1">
              <a:lnSpc>
                <a:spcPct val="90000"/>
              </a:lnSpc>
              <a:spcBef>
                <a:spcPts val="750"/>
              </a:spcBef>
              <a:spcAft>
                <a:spcPts val="0"/>
              </a:spcAft>
              <a:buClrTx/>
              <a:buSzTx/>
              <a:buFont typeface="Arial" panose="020B0604020202020204" pitchFamily="34" charset="0"/>
              <a:buNone/>
              <a:tabLst/>
              <a:defRPr/>
            </a:pPr>
            <a:r>
              <a:rPr lang="fr-FR" dirty="0"/>
              <a:t>Insérez une image si vous le souhaitez</a:t>
            </a:r>
          </a:p>
        </p:txBody>
      </p:sp>
    </p:spTree>
    <p:extLst>
      <p:ext uri="{BB962C8B-B14F-4D97-AF65-F5344CB8AC3E}">
        <p14:creationId xmlns:p14="http://schemas.microsoft.com/office/powerpoint/2010/main" val="1071115316"/>
      </p:ext>
    </p:extLst>
  </p:cSld>
  <p:clrMapOvr>
    <a:masterClrMapping/>
  </p:clrMapOvr>
  <p:extLst>
    <p:ext uri="{DCECCB84-F9BA-43D5-87BE-67443E8EF086}">
      <p15:sldGuideLst xmlns:p15="http://schemas.microsoft.com/office/powerpoint/2012/main">
        <p15:guide id="1" orient="horz" pos="2381">
          <p15:clr>
            <a:srgbClr val="FBAE40"/>
          </p15:clr>
        </p15:guide>
        <p15:guide id="2" pos="3368">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slideLayout" Target="../slideLayouts/slideLayout4.xml"/><Relationship Id="rId1" Type="http://schemas.openxmlformats.org/officeDocument/2006/relationships/slideLayout" Target="../slideLayouts/slideLayout3.xml"/><Relationship Id="rId6" Type="http://schemas.openxmlformats.org/officeDocument/2006/relationships/image" Target="../media/image8.png"/><Relationship Id="rId5" Type="http://schemas.openxmlformats.org/officeDocument/2006/relationships/theme" Target="../theme/theme2.xml"/><Relationship Id="rId4" Type="http://schemas.openxmlformats.org/officeDocument/2006/relationships/slideLayout" Target="../slideLayouts/slideLayout6.xml"/></Relationships>
</file>

<file path=ppt/slideMasters/_rels/slideMaster3.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slideLayout" Target="../slideLayouts/slideLayout9.xml"/><Relationship Id="rId7" Type="http://schemas.openxmlformats.org/officeDocument/2006/relationships/theme" Target="../theme/theme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5" Type="http://schemas.openxmlformats.org/officeDocument/2006/relationships/slideLayout" Target="../slideLayouts/slideLayout11.xml"/><Relationship Id="rId4" Type="http://schemas.openxmlformats.org/officeDocument/2006/relationships/slideLayout" Target="../slideLayouts/slideLayout10.xml"/></Relationships>
</file>

<file path=ppt/slideMasters/_rels/slideMaster4.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30442510"/>
      </p:ext>
    </p:extLst>
  </p:cSld>
  <p:clrMap bg1="lt1" tx1="dk1" bg2="lt2" tx2="dk2" accent1="accent1" accent2="accent2" accent3="accent3" accent4="accent4" accent5="accent5" accent6="accent6" hlink="hlink" folHlink="folHlink"/>
  <p:sldLayoutIdLst>
    <p:sldLayoutId id="2147483662" r:id="rId1"/>
    <p:sldLayoutId id="2147483663" r:id="rId2"/>
  </p:sldLayoutIdLst>
  <p:hf sldNum="0" hdr="0" ftr="0"/>
  <p:txStyles>
    <p:title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600" b="0" i="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24DA570-BA2D-AE1E-A728-2A975BDF56AE}"/>
              </a:ext>
            </a:extLst>
          </p:cNvPr>
          <p:cNvSpPr/>
          <p:nvPr userDrawn="1"/>
        </p:nvSpPr>
        <p:spPr>
          <a:xfrm>
            <a:off x="260" y="0"/>
            <a:ext cx="232071" cy="6858000"/>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4" name="Image 3">
            <a:extLst>
              <a:ext uri="{FF2B5EF4-FFF2-40B4-BE49-F238E27FC236}">
                <a16:creationId xmlns:a16="http://schemas.microsoft.com/office/drawing/2014/main" id="{DFD5BBFA-785D-299E-D33E-ACC37E4A9C8F}"/>
              </a:ext>
            </a:extLst>
          </p:cNvPr>
          <p:cNvPicPr>
            <a:picLocks noChangeAspect="1"/>
          </p:cNvPicPr>
          <p:nvPr userDrawn="1"/>
        </p:nvPicPr>
        <p:blipFill>
          <a:blip r:embed="rId6"/>
          <a:stretch>
            <a:fillRect/>
          </a:stretch>
        </p:blipFill>
        <p:spPr>
          <a:xfrm>
            <a:off x="0" y="204"/>
            <a:ext cx="3826364" cy="1946708"/>
          </a:xfrm>
          <a:prstGeom prst="rect">
            <a:avLst/>
          </a:prstGeom>
        </p:spPr>
      </p:pic>
    </p:spTree>
    <p:extLst>
      <p:ext uri="{BB962C8B-B14F-4D97-AF65-F5344CB8AC3E}">
        <p14:creationId xmlns:p14="http://schemas.microsoft.com/office/powerpoint/2010/main" val="708173882"/>
      </p:ext>
    </p:extLst>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Lst>
  <p:hf sldNum="0" hdr="0" ftr="0"/>
  <p:txStyles>
    <p:title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600" b="0" i="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Image 1" descr="Une image contenant texte, clipart, graphiques vectoriels&#10;&#10;Description générée automatiquement">
            <a:extLst>
              <a:ext uri="{FF2B5EF4-FFF2-40B4-BE49-F238E27FC236}">
                <a16:creationId xmlns:a16="http://schemas.microsoft.com/office/drawing/2014/main" id="{E2653195-FE6A-6B0C-3A7C-37F001DEC34D}"/>
              </a:ext>
            </a:extLst>
          </p:cNvPr>
          <p:cNvPicPr>
            <a:picLocks noChangeAspect="1"/>
          </p:cNvPicPr>
          <p:nvPr userDrawn="1"/>
        </p:nvPicPr>
        <p:blipFill>
          <a:blip r:embed="rId8"/>
          <a:stretch>
            <a:fillRect/>
          </a:stretch>
        </p:blipFill>
        <p:spPr>
          <a:xfrm>
            <a:off x="10121398" y="5921159"/>
            <a:ext cx="2070342" cy="933996"/>
          </a:xfrm>
          <a:prstGeom prst="rect">
            <a:avLst/>
          </a:prstGeom>
        </p:spPr>
      </p:pic>
      <p:sp>
        <p:nvSpPr>
          <p:cNvPr id="3" name="Rectangle 2">
            <a:extLst>
              <a:ext uri="{FF2B5EF4-FFF2-40B4-BE49-F238E27FC236}">
                <a16:creationId xmlns:a16="http://schemas.microsoft.com/office/drawing/2014/main" id="{CC65DB0D-C136-3820-FE40-0E1CDA4C084E}"/>
              </a:ext>
            </a:extLst>
          </p:cNvPr>
          <p:cNvSpPr/>
          <p:nvPr userDrawn="1"/>
        </p:nvSpPr>
        <p:spPr>
          <a:xfrm>
            <a:off x="260" y="0"/>
            <a:ext cx="232071" cy="6858000"/>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Tree>
    <p:extLst>
      <p:ext uri="{BB962C8B-B14F-4D97-AF65-F5344CB8AC3E}">
        <p14:creationId xmlns:p14="http://schemas.microsoft.com/office/powerpoint/2010/main" val="1131486565"/>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Lst>
  <p:hf sldNum="0" hdr="0" ftr="0"/>
  <p:txStyles>
    <p:title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600" b="0" i="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402484"/>
            <a:ext cx="9221689" cy="1461188"/>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735062" y="2012414"/>
            <a:ext cx="9221689" cy="4796544"/>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735062" y="7006700"/>
            <a:ext cx="2405658" cy="402483"/>
          </a:xfrm>
          <a:prstGeom prst="rect">
            <a:avLst/>
          </a:prstGeom>
        </p:spPr>
        <p:txBody>
          <a:bodyPr vert="horz" lIns="91440" tIns="45720" rIns="91440" bIns="45720" rtlCol="0" anchor="ctr"/>
          <a:lstStyle>
            <a:lvl1pPr algn="l">
              <a:defRPr sz="1323">
                <a:solidFill>
                  <a:schemeClr val="tx1">
                    <a:tint val="75000"/>
                  </a:schemeClr>
                </a:solidFill>
              </a:defRPr>
            </a:lvl1pPr>
          </a:lstStyle>
          <a:p>
            <a:fld id="{CFE3C962-9C9D-46DF-A443-FF18222A4B08}" type="datetimeFigureOut">
              <a:rPr lang="fr-FR" smtClean="0"/>
              <a:t>01/04/2025</a:t>
            </a:fld>
            <a:endParaRPr lang="fr-FR"/>
          </a:p>
        </p:txBody>
      </p:sp>
      <p:sp>
        <p:nvSpPr>
          <p:cNvPr id="5" name="Footer Placeholder 4"/>
          <p:cNvSpPr>
            <a:spLocks noGrp="1"/>
          </p:cNvSpPr>
          <p:nvPr>
            <p:ph type="ftr" sz="quarter" idx="3"/>
          </p:nvPr>
        </p:nvSpPr>
        <p:spPr>
          <a:xfrm>
            <a:off x="3541663" y="7006700"/>
            <a:ext cx="3608487" cy="402483"/>
          </a:xfrm>
          <a:prstGeom prst="rect">
            <a:avLst/>
          </a:prstGeom>
        </p:spPr>
        <p:txBody>
          <a:bodyPr vert="horz" lIns="91440" tIns="45720" rIns="91440" bIns="45720" rtlCol="0" anchor="ctr"/>
          <a:lstStyle>
            <a:lvl1pPr algn="ctr">
              <a:defRPr sz="1323">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551093" y="7006700"/>
            <a:ext cx="2405658" cy="402483"/>
          </a:xfrm>
          <a:prstGeom prst="rect">
            <a:avLst/>
          </a:prstGeom>
        </p:spPr>
        <p:txBody>
          <a:bodyPr vert="horz" lIns="91440" tIns="45720" rIns="91440" bIns="45720" rtlCol="0" anchor="ctr"/>
          <a:lstStyle>
            <a:lvl1pPr algn="r">
              <a:defRPr sz="1323">
                <a:solidFill>
                  <a:schemeClr val="tx1">
                    <a:tint val="75000"/>
                  </a:schemeClr>
                </a:solidFill>
              </a:defRPr>
            </a:lvl1pPr>
          </a:lstStyle>
          <a:p>
            <a:fld id="{5D775FE0-13D7-4BC4-85BA-C41BB144B18E}" type="slidenum">
              <a:rPr lang="fr-FR" smtClean="0"/>
              <a:t>‹N°›</a:t>
            </a:fld>
            <a:endParaRPr lang="fr-FR"/>
          </a:p>
        </p:txBody>
      </p:sp>
    </p:spTree>
    <p:extLst>
      <p:ext uri="{BB962C8B-B14F-4D97-AF65-F5344CB8AC3E}">
        <p14:creationId xmlns:p14="http://schemas.microsoft.com/office/powerpoint/2010/main" val="829090544"/>
      </p:ext>
    </p:extLst>
  </p:cSld>
  <p:clrMap bg1="lt1" tx1="dk1" bg2="lt2" tx2="dk2" accent1="accent1" accent2="accent2" accent3="accent3" accent4="accent4" accent5="accent5" accent6="accent6" hlink="hlink" folHlink="folHlink"/>
  <p:sldLayoutIdLst>
    <p:sldLayoutId id="2147483839" r:id="rId2"/>
    <p:sldLayoutId id="2147483840" r:id="rId3"/>
    <p:sldLayoutId id="2147483841" r:id="rId4"/>
    <p:sldLayoutId id="2147483842" r:id="rId5"/>
    <p:sldLayoutId id="2147483843" r:id="rId6"/>
    <p:sldLayoutId id="2147483844" r:id="rId7"/>
    <p:sldLayoutId id="2147483845" r:id="rId8"/>
    <p:sldLayoutId id="2147483846" r:id="rId9"/>
    <p:sldLayoutId id="2147483847" r:id="rId10"/>
    <p:sldLayoutId id="2147483848" r:id="rId11"/>
    <p:sldLayoutId id="2147483849" r:id="rId12"/>
    <p:sldLayoutId id="2147483850" r:id="rId13"/>
  </p:sldLayoutIdLst>
  <p:txStyles>
    <p:titleStyle>
      <a:lvl1pPr algn="l" defTabSz="1007943" rtl="0" eaLnBrk="1" latinLnBrk="0" hangingPunct="1">
        <a:lnSpc>
          <a:spcPct val="90000"/>
        </a:lnSpc>
        <a:spcBef>
          <a:spcPct val="0"/>
        </a:spcBef>
        <a:buNone/>
        <a:defRPr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p:bodyStyle>
    <p:otherStyle>
      <a:defPPr>
        <a:defRPr lang="en-US"/>
      </a:defPPr>
      <a:lvl1pPr marL="0" algn="l" defTabSz="1007943" rtl="0" eaLnBrk="1" latinLnBrk="0" hangingPunct="1">
        <a:defRPr sz="1984" kern="1200">
          <a:solidFill>
            <a:schemeClr val="tx1"/>
          </a:solidFill>
          <a:latin typeface="+mn-lt"/>
          <a:ea typeface="+mn-ea"/>
          <a:cs typeface="+mn-cs"/>
        </a:defRPr>
      </a:lvl1pPr>
      <a:lvl2pPr marL="503972" algn="l" defTabSz="1007943" rtl="0" eaLnBrk="1" latinLnBrk="0" hangingPunct="1">
        <a:defRPr sz="1984" kern="1200">
          <a:solidFill>
            <a:schemeClr val="tx1"/>
          </a:solidFill>
          <a:latin typeface="+mn-lt"/>
          <a:ea typeface="+mn-ea"/>
          <a:cs typeface="+mn-cs"/>
        </a:defRPr>
      </a:lvl2pPr>
      <a:lvl3pPr marL="1007943" algn="l" defTabSz="1007943" rtl="0" eaLnBrk="1" latinLnBrk="0" hangingPunct="1">
        <a:defRPr sz="1984" kern="1200">
          <a:solidFill>
            <a:schemeClr val="tx1"/>
          </a:solidFill>
          <a:latin typeface="+mn-lt"/>
          <a:ea typeface="+mn-ea"/>
          <a:cs typeface="+mn-cs"/>
        </a:defRPr>
      </a:lvl3pPr>
      <a:lvl4pPr marL="1511915" algn="l" defTabSz="1007943" rtl="0" eaLnBrk="1" latinLnBrk="0" hangingPunct="1">
        <a:defRPr sz="1984" kern="1200">
          <a:solidFill>
            <a:schemeClr val="tx1"/>
          </a:solidFill>
          <a:latin typeface="+mn-lt"/>
          <a:ea typeface="+mn-ea"/>
          <a:cs typeface="+mn-cs"/>
        </a:defRPr>
      </a:lvl4pPr>
      <a:lvl5pPr marL="2015886" algn="l" defTabSz="1007943" rtl="0" eaLnBrk="1" latinLnBrk="0" hangingPunct="1">
        <a:defRPr sz="1984" kern="1200">
          <a:solidFill>
            <a:schemeClr val="tx1"/>
          </a:solidFill>
          <a:latin typeface="+mn-lt"/>
          <a:ea typeface="+mn-ea"/>
          <a:cs typeface="+mn-cs"/>
        </a:defRPr>
      </a:lvl5pPr>
      <a:lvl6pPr marL="2519858" algn="l" defTabSz="1007943" rtl="0" eaLnBrk="1" latinLnBrk="0" hangingPunct="1">
        <a:defRPr sz="1984" kern="1200">
          <a:solidFill>
            <a:schemeClr val="tx1"/>
          </a:solidFill>
          <a:latin typeface="+mn-lt"/>
          <a:ea typeface="+mn-ea"/>
          <a:cs typeface="+mn-cs"/>
        </a:defRPr>
      </a:lvl6pPr>
      <a:lvl7pPr marL="3023829" algn="l" defTabSz="1007943" rtl="0" eaLnBrk="1" latinLnBrk="0" hangingPunct="1">
        <a:defRPr sz="1984" kern="1200">
          <a:solidFill>
            <a:schemeClr val="tx1"/>
          </a:solidFill>
          <a:latin typeface="+mn-lt"/>
          <a:ea typeface="+mn-ea"/>
          <a:cs typeface="+mn-cs"/>
        </a:defRPr>
      </a:lvl7pPr>
      <a:lvl8pPr marL="3527801" algn="l" defTabSz="1007943" rtl="0" eaLnBrk="1" latinLnBrk="0" hangingPunct="1">
        <a:defRPr sz="1984" kern="1200">
          <a:solidFill>
            <a:schemeClr val="tx1"/>
          </a:solidFill>
          <a:latin typeface="+mn-lt"/>
          <a:ea typeface="+mn-ea"/>
          <a:cs typeface="+mn-cs"/>
        </a:defRPr>
      </a:lvl8pPr>
      <a:lvl9pPr marL="4031772" algn="l" defTabSz="1007943" rtl="0" eaLnBrk="1" latinLnBrk="0" hangingPunct="1">
        <a:defRPr sz="1984"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1" userDrawn="1">
          <p15:clr>
            <a:srgbClr val="F26B43"/>
          </p15:clr>
        </p15:guide>
        <p15:guide id="2" pos="336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0.jpeg"/><Relationship Id="rId7" Type="http://schemas.openxmlformats.org/officeDocument/2006/relationships/image" Target="../media/image21.png"/><Relationship Id="rId2" Type="http://schemas.openxmlformats.org/officeDocument/2006/relationships/notesSlide" Target="../notesSlides/notesSlide1.xml"/><Relationship Id="rId1" Type="http://schemas.openxmlformats.org/officeDocument/2006/relationships/slideLayout" Target="../slideLayouts/slideLayout13.xml"/><Relationship Id="rId6" Type="http://schemas.openxmlformats.org/officeDocument/2006/relationships/image" Target="../media/image22.png"/><Relationship Id="rId5" Type="http://schemas.openxmlformats.org/officeDocument/2006/relationships/image" Target="../media/image23.png"/><Relationship Id="rId4" Type="http://schemas.openxmlformats.org/officeDocument/2006/relationships/image" Target="../media/image24.jpeg"/></Relationships>

</file>

<file path=ppt/slides/_rels/slide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6.png"/><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7.png"/><Relationship Id="rId1" Type="http://schemas.openxmlformats.org/officeDocument/2006/relationships/slideLayout" Target="../slideLayouts/slideLayout24.xml"/></Relationships>

</file>

<file path=ppt/slides/_rels/slide6.xml.rels><?xml version="1.0" encoding="UTF-8" standalone="yes"?>
<Relationships xmlns="http://schemas.openxmlformats.org/package/2006/relationships"><Relationship Id="rId8" Type="http://schemas.openxmlformats.org/officeDocument/2006/relationships/image" Target="../media/image26.png"/><Relationship Id="rId13" Type="http://schemas.openxmlformats.org/officeDocument/2006/relationships/image" Target="../media/image28.png"/><Relationship Id="rId3" Type="http://schemas.openxmlformats.org/officeDocument/2006/relationships/image" Target="../media/image29.svg"/><Relationship Id="rId7" Type="http://schemas.openxmlformats.org/officeDocument/2006/relationships/image" Target="../media/image30.svg"/><Relationship Id="rId12" Type="http://schemas.openxmlformats.org/officeDocument/2006/relationships/image" Target="../media/image31.svg"/><Relationship Id="rId2" Type="http://schemas.openxmlformats.org/officeDocument/2006/relationships/image" Target="../media/image32.png"/><Relationship Id="rId1" Type="http://schemas.openxmlformats.org/officeDocument/2006/relationships/slideLayout" Target="../slideLayouts/slideLayout24.xml"/><Relationship Id="rId6" Type="http://schemas.openxmlformats.org/officeDocument/2006/relationships/image" Target="../media/image33.png"/><Relationship Id="rId11" Type="http://schemas.openxmlformats.org/officeDocument/2006/relationships/image" Target="../media/image34.png"/><Relationship Id="rId5" Type="http://schemas.openxmlformats.org/officeDocument/2006/relationships/image" Target="../media/image35.png"/><Relationship Id="rId10" Type="http://schemas.openxmlformats.org/officeDocument/2006/relationships/image" Target="../media/image36.svg"/><Relationship Id="rId4" Type="http://schemas.openxmlformats.org/officeDocument/2006/relationships/image" Target="../media/image27.png"/><Relationship Id="rId9" Type="http://schemas.openxmlformats.org/officeDocument/2006/relationships/image" Target="../media/image37.png"/><Relationship Id="rId14" Type="http://schemas.openxmlformats.org/officeDocument/2006/relationships/image" Target="../media/image38.svg"/></Relationships>

</file>

<file path=ppt/slides/_rels/slide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4.xml"/></Relationships>

</file>

<file path=ppt/slides/_rels/slide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26.png"/><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image" Target="../media/image41.png"/><Relationship Id="rId1" Type="http://schemas.openxmlformats.org/officeDocument/2006/relationships/slideLayout" Target="../slideLayouts/slideLayout17.xml"/><Relationship Id="rId6" Type="http://schemas.openxmlformats.org/officeDocument/2006/relationships/image" Target="../media/image26.png"/><Relationship Id="rId5" Type="http://schemas.openxmlformats.org/officeDocument/2006/relationships/image" Target="../media/image42.jpeg"/><Relationship Id="rId4" Type="http://schemas.openxmlformats.org/officeDocument/2006/relationships/image" Target="../media/image43.png"/></Relationships>

</file>

<file path=ppt/slides/_rels/slide1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26.pn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e la date 2">
            <a:extLst>
              <a:ext uri="{FF2B5EF4-FFF2-40B4-BE49-F238E27FC236}">
                <a16:creationId xmlns:a16="http://schemas.microsoft.com/office/drawing/2014/main" id="{BA356F30-D97F-A58B-7F74-511DCA2CA181}"/>
              </a:ext>
            </a:extLst>
          </p:cNvPr>
          <p:cNvSpPr>
            <a:spLocks noGrp="1"/>
          </p:cNvSpPr>
          <p:nvPr>
            <p:ph type="dt" sz="half" idx="11"/>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6DE9782-4D0B-4C6D-B3CD-3DD9000CE490}" type="datetime1">
              <a:rPr kumimoji="0" lang="fr-FR" sz="1100" b="0" i="0" u="none" strike="noStrike" kern="1200" cap="none" spc="0" normalizeH="0" baseline="0" noProof="0" smtClean="0">
                <a:ln>
                  <a:noFill/>
                </a:ln>
                <a:solidFill>
                  <a:srgbClr val="434341"/>
                </a:solidFill>
                <a:effectLst/>
                <a:uLnTx/>
                <a:uFillTx/>
                <a:latin typeface="Arial Nova"/>
                <a:ea typeface="+mn-ea"/>
                <a:cs typeface="Arial" panose="020B0604020202020204" pitchFamily="34" charset="0"/>
              </a:rPr>
              <a:pPr marL="0" marR="0" lvl="0" indent="0" algn="r" defTabSz="457200" rtl="0" eaLnBrk="1" fontAlgn="auto" latinLnBrk="0" hangingPunct="1">
                <a:lnSpc>
                  <a:spcPct val="100000"/>
                </a:lnSpc>
                <a:spcBef>
                  <a:spcPts val="0"/>
                </a:spcBef>
                <a:spcAft>
                  <a:spcPts val="0"/>
                </a:spcAft>
                <a:buClrTx/>
                <a:buSzTx/>
                <a:buFontTx/>
                <a:buNone/>
                <a:tabLst/>
                <a:defRPr/>
              </a:pPr>
              <a:t>11/11/2025</a:t>
            </a:fld>
            <a:endParaRPr kumimoji="0" lang="fr-FR" sz="11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endParaRPr>
          </a:p>
        </p:txBody>
      </p:sp>
      <p:sp>
        <p:nvSpPr>
          <p:cNvPr id="4" name="Ellipse 3">
            <a:extLst>
              <a:ext uri="{FF2B5EF4-FFF2-40B4-BE49-F238E27FC236}">
                <a16:creationId xmlns:a16="http://schemas.microsoft.com/office/drawing/2014/main" id="{9DFC8859-3B05-A11D-B734-4617705C2FEA}"/>
              </a:ext>
            </a:extLst>
          </p:cNvPr>
          <p:cNvSpPr/>
          <p:nvPr/>
        </p:nvSpPr>
        <p:spPr>
          <a:xfrm flipV="1">
            <a:off x="494019" y="3381315"/>
            <a:ext cx="74005" cy="74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solidFill>
                <a:schemeClr val="tx1"/>
              </a:solidFill>
            </a:endParaRPr>
          </a:p>
        </p:txBody>
      </p:sp>
      <p:sp>
        <p:nvSpPr>
          <p:cNvPr id="5" name="Ellipse 4">
            <a:extLst>
              <a:ext uri="{FF2B5EF4-FFF2-40B4-BE49-F238E27FC236}">
                <a16:creationId xmlns:a16="http://schemas.microsoft.com/office/drawing/2014/main" id="{C27D0D62-A160-1591-D1FB-D0280BA5C4EB}"/>
              </a:ext>
            </a:extLst>
          </p:cNvPr>
          <p:cNvSpPr/>
          <p:nvPr/>
        </p:nvSpPr>
        <p:spPr>
          <a:xfrm flipV="1">
            <a:off x="523822" y="4271911"/>
            <a:ext cx="74005" cy="74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solidFill>
                <a:schemeClr val="tx1"/>
              </a:solidFill>
            </a:endParaRPr>
          </a:p>
        </p:txBody>
      </p:sp>
      <p:sp>
        <p:nvSpPr>
          <p:cNvPr id="6" name="Ellipse 5">
            <a:extLst>
              <a:ext uri="{FF2B5EF4-FFF2-40B4-BE49-F238E27FC236}">
                <a16:creationId xmlns:a16="http://schemas.microsoft.com/office/drawing/2014/main" id="{99F27B93-6A9A-2EA6-64F7-112CDAC13383}"/>
              </a:ext>
            </a:extLst>
          </p:cNvPr>
          <p:cNvSpPr/>
          <p:nvPr/>
        </p:nvSpPr>
        <p:spPr>
          <a:xfrm flipV="1">
            <a:off x="525365" y="2411808"/>
            <a:ext cx="74005" cy="74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solidFill>
                <a:schemeClr val="tx1"/>
              </a:solidFill>
            </a:endParaRPr>
          </a:p>
        </p:txBody>
      </p:sp>
      <p:sp>
        <p:nvSpPr>
          <p:cNvPr id="7" name="ZoneTexte 6">
            <a:extLst>
              <a:ext uri="{FF2B5EF4-FFF2-40B4-BE49-F238E27FC236}">
                <a16:creationId xmlns:a16="http://schemas.microsoft.com/office/drawing/2014/main" id="{0B6EB466-EC21-9DCB-3630-F043B7DE29FF}"/>
              </a:ext>
            </a:extLst>
          </p:cNvPr>
          <p:cNvSpPr txBox="1"/>
          <p:nvPr/>
        </p:nvSpPr>
        <p:spPr>
          <a:xfrm>
            <a:off x="2322701" y="1712437"/>
            <a:ext cx="6012191" cy="523220"/>
          </a:xfrm>
          <a:prstGeom prst="rect">
            <a:avLst/>
          </a:prstGeom>
          <a:noFill/>
        </p:spPr>
        <p:txBody>
          <a:bodyPr wrap="square" rtlCol="0" anchor="ctr">
            <a:spAutoFit/>
          </a:bodyPr>
          <a:lstStyle/>
          <a:p>
            <a:r>
              <a:rPr lang="fr-FR" sz="2800" b="1" dirty="0">
                <a:latin typeface="Arial" panose="020B0604020202020204" pitchFamily="34" charset="0"/>
                <a:cs typeface="Arial" panose="020B0604020202020204" pitchFamily="34" charset="0"/>
              </a:rPr>
              <a:t>{{</a:t>
            </a:r>
            <a:r>
              <a:rPr lang="fr-FR" sz="2800" b="1" dirty="0" err="1">
                <a:latin typeface="Arial" panose="020B0604020202020204" pitchFamily="34" charset="0"/>
                <a:cs typeface="Arial" panose="020B0604020202020204" pitchFamily="34" charset="0"/>
              </a:rPr>
              <a:t>simulation.projet.nomProjet</a:t>
            </a:r>
            <a:r>
              <a:rPr lang="fr-FR" sz="2800" b="1" dirty="0">
                <a:latin typeface="Arial" panose="020B0604020202020204" pitchFamily="34" charset="0"/>
                <a:cs typeface="Arial" panose="020B0604020202020204" pitchFamily="34" charset="0"/>
              </a:rPr>
              <a:t>}} </a:t>
            </a:r>
          </a:p>
        </p:txBody>
      </p:sp>
      <p:sp>
        <p:nvSpPr>
          <p:cNvPr id="8" name="ZoneTexte 7">
            <a:extLst>
              <a:ext uri="{FF2B5EF4-FFF2-40B4-BE49-F238E27FC236}">
                <a16:creationId xmlns:a16="http://schemas.microsoft.com/office/drawing/2014/main" id="{6AF74DBF-162D-2BCA-9971-F4955DE35774}"/>
              </a:ext>
            </a:extLst>
          </p:cNvPr>
          <p:cNvSpPr txBox="1"/>
          <p:nvPr/>
        </p:nvSpPr>
        <p:spPr>
          <a:xfrm>
            <a:off x="1372591" y="4181142"/>
            <a:ext cx="2838809" cy="461665"/>
          </a:xfrm>
          <a:prstGeom prst="rect">
            <a:avLst/>
          </a:prstGeom>
          <a:noFill/>
        </p:spPr>
        <p:txBody>
          <a:bodyPr wrap="square" numCol="1"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simulation.projet.contact.nom</a:t>
            </a:r>
            <a:r>
              <a:rPr lang="fr-FR" sz="1200" dirty="0">
                <a:solidFill>
                  <a:schemeClr val="tx1"/>
                </a:solidFill>
                <a:latin typeface="Arial" panose="020B0604020202020204" pitchFamily="34" charset="0"/>
                <a:cs typeface="Arial" panose="020B0604020202020204" pitchFamily="34" charset="0"/>
              </a:rPr>
              <a:t>}} {{</a:t>
            </a:r>
            <a:r>
              <a:rPr lang="fr-FR" sz="1200" dirty="0" err="1">
                <a:solidFill>
                  <a:schemeClr val="tx1"/>
                </a:solidFill>
                <a:latin typeface="Arial" panose="020B0604020202020204" pitchFamily="34" charset="0"/>
                <a:cs typeface="Arial" panose="020B0604020202020204" pitchFamily="34" charset="0"/>
              </a:rPr>
              <a:t>simulation.projet.contact.prenom</a:t>
            </a:r>
            <a:r>
              <a:rPr lang="fr-FR" sz="1200" dirty="0">
                <a:solidFill>
                  <a:schemeClr val="tx1"/>
                </a:solidFill>
                <a:latin typeface="Arial" panose="020B0604020202020204" pitchFamily="34" charset="0"/>
                <a:cs typeface="Arial" panose="020B0604020202020204" pitchFamily="34" charset="0"/>
              </a:rPr>
              <a:t>}} </a:t>
            </a:r>
          </a:p>
        </p:txBody>
      </p:sp>
      <p:sp>
        <p:nvSpPr>
          <p:cNvPr id="9" name="ZoneTexte 8">
            <a:extLst>
              <a:ext uri="{FF2B5EF4-FFF2-40B4-BE49-F238E27FC236}">
                <a16:creationId xmlns:a16="http://schemas.microsoft.com/office/drawing/2014/main" id="{FFD3A8F4-6F99-8B98-9BF8-475F31BB3DDC}"/>
              </a:ext>
            </a:extLst>
          </p:cNvPr>
          <p:cNvSpPr txBox="1"/>
          <p:nvPr/>
        </p:nvSpPr>
        <p:spPr>
          <a:xfrm>
            <a:off x="1372590" y="3868274"/>
            <a:ext cx="2534391" cy="369332"/>
          </a:xfrm>
          <a:prstGeom prst="rect">
            <a:avLst/>
          </a:prstGeom>
          <a:noFill/>
        </p:spPr>
        <p:txBody>
          <a:bodyPr wrap="square" rtlCol="0" anchor="ctr">
            <a:spAutoFit/>
          </a:bodyPr>
          <a:lstStyle>
            <a:defPPr>
              <a:defRPr lang="en-US"/>
            </a:defPPr>
            <a:lvl1pPr>
              <a:defRPr sz="1400" b="1">
                <a:solidFill>
                  <a:srgbClr val="353535"/>
                </a:solidFill>
              </a:defRPr>
            </a:lvl1pPr>
          </a:lstStyle>
          <a:p>
            <a:r>
              <a:rPr lang="fr-FR" sz="1800" dirty="0">
                <a:solidFill>
                  <a:schemeClr val="tx1"/>
                </a:solidFill>
                <a:latin typeface="Arial" panose="020B0604020202020204" pitchFamily="34" charset="0"/>
                <a:cs typeface="Arial" panose="020B0604020202020204" pitchFamily="34" charset="0"/>
              </a:rPr>
              <a:t>À l’attention de :</a:t>
            </a:r>
          </a:p>
        </p:txBody>
      </p:sp>
      <p:grpSp>
        <p:nvGrpSpPr>
          <p:cNvPr id="10" name="Groupe 9">
            <a:extLst>
              <a:ext uri="{FF2B5EF4-FFF2-40B4-BE49-F238E27FC236}">
                <a16:creationId xmlns:a16="http://schemas.microsoft.com/office/drawing/2014/main" id="{7D5AAB89-A1A6-B33F-F4ED-5DCDF1CF2F4F}"/>
              </a:ext>
            </a:extLst>
          </p:cNvPr>
          <p:cNvGrpSpPr/>
          <p:nvPr/>
        </p:nvGrpSpPr>
        <p:grpSpPr>
          <a:xfrm>
            <a:off x="1372590" y="2485813"/>
            <a:ext cx="6012191" cy="1145099"/>
            <a:chOff x="5995757" y="4036134"/>
            <a:chExt cx="6902811" cy="1526801"/>
          </a:xfrm>
        </p:grpSpPr>
        <p:sp>
          <p:nvSpPr>
            <p:cNvPr id="11" name="ZoneTexte 10">
              <a:extLst>
                <a:ext uri="{FF2B5EF4-FFF2-40B4-BE49-F238E27FC236}">
                  <a16:creationId xmlns:a16="http://schemas.microsoft.com/office/drawing/2014/main" id="{6B9B6DBE-3FE9-4FA4-6DB3-7D663F17A275}"/>
                </a:ext>
              </a:extLst>
            </p:cNvPr>
            <p:cNvSpPr txBox="1"/>
            <p:nvPr/>
          </p:nvSpPr>
          <p:spPr>
            <a:xfrm>
              <a:off x="5995757" y="4036134"/>
              <a:ext cx="6902811" cy="492444"/>
            </a:xfrm>
            <a:prstGeom prst="rect">
              <a:avLst/>
            </a:prstGeom>
            <a:noFill/>
          </p:spPr>
          <p:txBody>
            <a:bodyPr wrap="square" rtlCol="0" anchor="ctr">
              <a:spAutoFit/>
            </a:bodyPr>
            <a:lstStyle/>
            <a:p>
              <a:r>
                <a:rPr lang="fr-FR" b="1" dirty="0">
                  <a:latin typeface="Arial" panose="020B0604020202020204" pitchFamily="34" charset="0"/>
                  <a:cs typeface="Arial" panose="020B0604020202020204" pitchFamily="34" charset="0"/>
                </a:rPr>
                <a:t>{{</a:t>
              </a:r>
              <a:r>
                <a:rPr lang="fr-FR" b="1" dirty="0" err="1">
                  <a:latin typeface="Arial" panose="020B0604020202020204" pitchFamily="34" charset="0"/>
                  <a:cs typeface="Arial" panose="020B0604020202020204" pitchFamily="34" charset="0"/>
                </a:rPr>
                <a:t>simulation.projet.organisation.raisonSociale</a:t>
              </a:r>
              <a:r>
                <a:rPr lang="fr-FR" b="1" dirty="0">
                  <a:latin typeface="Arial" panose="020B0604020202020204" pitchFamily="34" charset="0"/>
                  <a:cs typeface="Arial" panose="020B0604020202020204" pitchFamily="34" charset="0"/>
                </a:rPr>
                <a:t>}} </a:t>
              </a:r>
            </a:p>
          </p:txBody>
        </p:sp>
        <p:sp>
          <p:nvSpPr>
            <p:cNvPr id="12" name="ZoneTexte 11">
              <a:extLst>
                <a:ext uri="{FF2B5EF4-FFF2-40B4-BE49-F238E27FC236}">
                  <a16:creationId xmlns:a16="http://schemas.microsoft.com/office/drawing/2014/main" id="{656D04D4-1E34-15CA-862C-7602A7A8A52E}"/>
                </a:ext>
              </a:extLst>
            </p:cNvPr>
            <p:cNvSpPr txBox="1"/>
            <p:nvPr/>
          </p:nvSpPr>
          <p:spPr>
            <a:xfrm>
              <a:off x="5995758" y="4454937"/>
              <a:ext cx="4603909" cy="1107998"/>
            </a:xfrm>
            <a:prstGeom prst="rect">
              <a:avLst/>
            </a:prstGeom>
            <a:noFill/>
          </p:spPr>
          <p:txBody>
            <a:bodyPr wrap="square" numCol="1"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r>
                <a:rPr lang="fr-FR" sz="1200" dirty="0">
                  <a:solidFill>
                    <a:schemeClr val="tx1"/>
                  </a:solidFill>
                  <a:latin typeface="Arial" panose="020B0604020202020204" pitchFamily="34" charset="0"/>
                  <a:cs typeface="Arial" panose="020B0604020202020204" pitchFamily="34" charset="0"/>
                </a:rPr>
                <a:t>{{simulation.projet.organisation.adresse1}}</a:t>
              </a:r>
            </a:p>
            <a:p>
              <a:r>
                <a:rPr lang="fr-FR" sz="1200" dirty="0">
                  <a:solidFill>
                    <a:schemeClr val="tx1"/>
                  </a:solidFill>
                  <a:latin typeface="Arial" panose="020B0604020202020204" pitchFamily="34" charset="0"/>
                  <a:cs typeface="Arial" panose="020B0604020202020204" pitchFamily="34" charset="0"/>
                </a:rPr>
                <a:t>{{simulation.projet.organisation.adresse2}}</a:t>
              </a:r>
            </a:p>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simulation.projet.organisation.codePostal</a:t>
              </a:r>
              <a:r>
                <a:rPr lang="fr-FR" sz="1200" dirty="0">
                  <a:solidFill>
                    <a:schemeClr val="tx1"/>
                  </a:solidFill>
                  <a:latin typeface="Arial" panose="020B0604020202020204" pitchFamily="34" charset="0"/>
                  <a:cs typeface="Arial" panose="020B0604020202020204" pitchFamily="34" charset="0"/>
                </a:rPr>
                <a:t>}} {{</a:t>
              </a:r>
              <a:r>
                <a:rPr lang="fr-FR" sz="1200" dirty="0" err="1">
                  <a:solidFill>
                    <a:schemeClr val="tx1"/>
                  </a:solidFill>
                  <a:latin typeface="Arial" panose="020B0604020202020204" pitchFamily="34" charset="0"/>
                  <a:cs typeface="Arial" panose="020B0604020202020204" pitchFamily="34" charset="0"/>
                </a:rPr>
                <a:t>simulation.projet.organisation.ville</a:t>
              </a:r>
              <a:r>
                <a:rPr lang="fr-FR" sz="1200" dirty="0">
                  <a:solidFill>
                    <a:schemeClr val="tx1"/>
                  </a:solidFill>
                  <a:latin typeface="Arial" panose="020B0604020202020204" pitchFamily="34" charset="0"/>
                  <a:cs typeface="Arial" panose="020B0604020202020204" pitchFamily="34" charset="0"/>
                </a:rPr>
                <a:t>}} </a:t>
              </a:r>
            </a:p>
          </p:txBody>
        </p:sp>
      </p:grpSp>
      <p:sp>
        <p:nvSpPr>
          <p:cNvPr id="13" name="ZoneTexte 12">
            <a:extLst>
              <a:ext uri="{FF2B5EF4-FFF2-40B4-BE49-F238E27FC236}">
                <a16:creationId xmlns:a16="http://schemas.microsoft.com/office/drawing/2014/main" id="{7B4EF55A-891A-0779-7ED1-5B01FBA0066C}"/>
              </a:ext>
            </a:extLst>
          </p:cNvPr>
          <p:cNvSpPr txBox="1"/>
          <p:nvPr/>
        </p:nvSpPr>
        <p:spPr>
          <a:xfrm>
            <a:off x="3861939" y="5618833"/>
            <a:ext cx="2933716" cy="830997"/>
          </a:xfrm>
          <a:prstGeom prst="rect">
            <a:avLst/>
          </a:prstGeom>
          <a:noFill/>
        </p:spPr>
        <p:txBody>
          <a:bodyPr wrap="square"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simulation.projet.utilisateur.prenom</a:t>
            </a:r>
            <a:r>
              <a:rPr lang="fr-FR" sz="1200" dirty="0">
                <a:solidFill>
                  <a:schemeClr val="tx1"/>
                </a:solidFill>
                <a:latin typeface="Arial" panose="020B0604020202020204" pitchFamily="34" charset="0"/>
                <a:cs typeface="Arial" panose="020B0604020202020204" pitchFamily="34" charset="0"/>
              </a:rPr>
              <a:t>}} {{</a:t>
            </a:r>
            <a:r>
              <a:rPr lang="fr-FR" sz="1200" dirty="0" err="1">
                <a:solidFill>
                  <a:schemeClr val="tx1"/>
                </a:solidFill>
                <a:latin typeface="Arial" panose="020B0604020202020204" pitchFamily="34" charset="0"/>
                <a:cs typeface="Arial" panose="020B0604020202020204" pitchFamily="34" charset="0"/>
              </a:rPr>
              <a:t>simulation.projet.utilisateur.nom</a:t>
            </a:r>
            <a:r>
              <a:rPr lang="fr-FR" sz="1200" dirty="0">
                <a:solidFill>
                  <a:schemeClr val="tx1"/>
                </a:solidFill>
                <a:latin typeface="Arial" panose="020B0604020202020204" pitchFamily="34" charset="0"/>
                <a:cs typeface="Arial" panose="020B0604020202020204" pitchFamily="34" charset="0"/>
              </a:rPr>
              <a:t>}}</a:t>
            </a:r>
          </a:p>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simulation.projet.utilisateur.telephone</a:t>
            </a:r>
            <a:r>
              <a:rPr lang="fr-FR" sz="1200" dirty="0">
                <a:solidFill>
                  <a:schemeClr val="tx1"/>
                </a:solidFill>
                <a:latin typeface="Arial" panose="020B0604020202020204" pitchFamily="34" charset="0"/>
                <a:cs typeface="Arial" panose="020B0604020202020204" pitchFamily="34" charset="0"/>
              </a:rPr>
              <a:t>}}</a:t>
            </a:r>
          </a:p>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simulation.projet.utilisateur.email</a:t>
            </a:r>
            <a:r>
              <a:rPr lang="fr-FR" sz="1200" dirty="0">
                <a:solidFill>
                  <a:schemeClr val="tx1"/>
                </a:solidFill>
                <a:latin typeface="Arial" panose="020B0604020202020204" pitchFamily="34" charset="0"/>
                <a:cs typeface="Arial" panose="020B0604020202020204" pitchFamily="34" charset="0"/>
              </a:rPr>
              <a:t>}} </a:t>
            </a:r>
          </a:p>
        </p:txBody>
      </p:sp>
      <p:sp>
        <p:nvSpPr>
          <p:cNvPr id="14" name="ZoneTexte 13">
            <a:extLst>
              <a:ext uri="{FF2B5EF4-FFF2-40B4-BE49-F238E27FC236}">
                <a16:creationId xmlns:a16="http://schemas.microsoft.com/office/drawing/2014/main" id="{928C2B64-DA6C-730E-E852-53E6567B9D7A}"/>
              </a:ext>
            </a:extLst>
          </p:cNvPr>
          <p:cNvSpPr txBox="1"/>
          <p:nvPr/>
        </p:nvSpPr>
        <p:spPr>
          <a:xfrm>
            <a:off x="3857979" y="5318752"/>
            <a:ext cx="3114321" cy="369332"/>
          </a:xfrm>
          <a:prstGeom prst="rect">
            <a:avLst/>
          </a:prstGeom>
          <a:noFill/>
        </p:spPr>
        <p:txBody>
          <a:bodyPr wrap="square" rtlCol="0" anchor="ctr">
            <a:spAutoFit/>
          </a:bodyPr>
          <a:lstStyle>
            <a:defPPr>
              <a:defRPr lang="en-US"/>
            </a:defPPr>
            <a:lvl1pPr>
              <a:defRPr sz="1400" b="1">
                <a:solidFill>
                  <a:srgbClr val="353535"/>
                </a:solidFill>
              </a:defRPr>
            </a:lvl1pPr>
          </a:lstStyle>
          <a:p>
            <a:r>
              <a:rPr lang="fr-FR" sz="1800" dirty="0">
                <a:solidFill>
                  <a:schemeClr val="tx1"/>
                </a:solidFill>
                <a:latin typeface="Arial" panose="020B0604020202020204" pitchFamily="34" charset="0"/>
                <a:cs typeface="Arial" panose="020B0604020202020204" pitchFamily="34" charset="0"/>
              </a:rPr>
              <a:t>Offre présentée par :</a:t>
            </a:r>
          </a:p>
        </p:txBody>
      </p:sp>
    </p:spTree>
    <p:extLst>
      <p:ext uri="{BB962C8B-B14F-4D97-AF65-F5344CB8AC3E}">
        <p14:creationId xmlns:p14="http://schemas.microsoft.com/office/powerpoint/2010/main" val="37498218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pour une image  4" descr="Une image contenant habits, personne, Visage humain, sourire&#10;&#10;Description générée automatiquement">
            <a:extLst>
              <a:ext uri="{FF2B5EF4-FFF2-40B4-BE49-F238E27FC236}">
                <a16:creationId xmlns:a16="http://schemas.microsoft.com/office/drawing/2014/main" id="{116AC627-3BBA-1ADC-130F-6802410B994F}"/>
              </a:ext>
            </a:extLst>
          </p:cNvPr>
          <p:cNvPicPr>
            <a:picLocks noGrp="1" noChangeAspect="1"/>
          </p:cNvPicPr>
          <p:nvPr>
            <p:ph type="pic" sz="quarter" idx="10"/>
          </p:nvPr>
        </p:nvPicPr>
        <p:blipFill>
          <a:blip r:embed="rId2" cstate="print">
            <a:extLst>
              <a:ext uri="{28A0092B-C50C-407E-A947-70E740481C1C}">
                <a14:useLocalDpi xmlns:a14="http://schemas.microsoft.com/office/drawing/2010/main"/>
              </a:ext>
            </a:extLst>
          </a:blip>
          <a:srcRect/>
          <a:stretch>
            <a:fillRect/>
          </a:stretch>
        </p:blipFill>
        <p:spPr/>
      </p:pic>
      <p:sp>
        <p:nvSpPr>
          <p:cNvPr id="3" name="Espace réservé du texte 2">
            <a:extLst>
              <a:ext uri="{FF2B5EF4-FFF2-40B4-BE49-F238E27FC236}">
                <a16:creationId xmlns:a16="http://schemas.microsoft.com/office/drawing/2014/main" id="{32440321-3FF7-5FEB-E1ED-5940F62FD818}"/>
              </a:ext>
            </a:extLst>
          </p:cNvPr>
          <p:cNvSpPr>
            <a:spLocks noGrp="1"/>
          </p:cNvSpPr>
          <p:nvPr>
            <p:ph type="body" sz="quarter" idx="11"/>
          </p:nvPr>
        </p:nvSpPr>
        <p:spPr/>
        <p:txBody>
          <a:bodyPr/>
          <a:lstStyle/>
          <a:p>
            <a:r>
              <a:rPr lang="fr-FR" dirty="0"/>
              <a:t>Présentation de l’entreprise</a:t>
            </a:r>
          </a:p>
        </p:txBody>
      </p:sp>
    </p:spTree>
    <p:extLst>
      <p:ext uri="{BB962C8B-B14F-4D97-AF65-F5344CB8AC3E}">
        <p14:creationId xmlns:p14="http://schemas.microsoft.com/office/powerpoint/2010/main" val="29121204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9EF477E2-C40B-53F2-4E73-E528D3A2C405}"/>
              </a:ext>
            </a:extLst>
          </p:cNvPr>
          <p:cNvSpPr/>
          <p:nvPr/>
        </p:nvSpPr>
        <p:spPr>
          <a:xfrm>
            <a:off x="773907" y="6260361"/>
            <a:ext cx="9144000" cy="950379"/>
          </a:xfrm>
          <a:prstGeom prst="rect">
            <a:avLst/>
          </a:prstGeom>
          <a:solidFill>
            <a:srgbClr val="E94C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539"/>
          </a:p>
        </p:txBody>
      </p:sp>
      <p:grpSp>
        <p:nvGrpSpPr>
          <p:cNvPr id="20" name="Groupe 19">
            <a:extLst>
              <a:ext uri="{FF2B5EF4-FFF2-40B4-BE49-F238E27FC236}">
                <a16:creationId xmlns:a16="http://schemas.microsoft.com/office/drawing/2014/main" id="{DD2BCCD6-264C-4806-801D-90037C7EBF61}"/>
              </a:ext>
            </a:extLst>
          </p:cNvPr>
          <p:cNvGrpSpPr/>
          <p:nvPr/>
        </p:nvGrpSpPr>
        <p:grpSpPr>
          <a:xfrm>
            <a:off x="4650338" y="3501649"/>
            <a:ext cx="5129126" cy="1008348"/>
            <a:chOff x="1309238" y="2095978"/>
            <a:chExt cx="4435954" cy="1179032"/>
          </a:xfrm>
        </p:grpSpPr>
        <p:sp>
          <p:nvSpPr>
            <p:cNvPr id="26" name="ZoneTexte 2">
              <a:extLst>
                <a:ext uri="{FF2B5EF4-FFF2-40B4-BE49-F238E27FC236}">
                  <a16:creationId xmlns:a16="http://schemas.microsoft.com/office/drawing/2014/main" id="{A86139E5-BF60-458F-9C83-52F185D91958}"/>
                </a:ext>
              </a:extLst>
            </p:cNvPr>
            <p:cNvSpPr txBox="1"/>
            <p:nvPr/>
          </p:nvSpPr>
          <p:spPr>
            <a:xfrm>
              <a:off x="1309239" y="2397817"/>
              <a:ext cx="3090948" cy="877193"/>
            </a:xfrm>
            <a:prstGeom prst="rect">
              <a:avLst/>
            </a:prstGeom>
            <a:noFill/>
          </p:spPr>
          <p:txBody>
            <a:bodyPr wrap="square" numCol="1" rtlCol="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855" dirty="0">
                  <a:solidFill>
                    <a:schemeClr val="bg2">
                      <a:lumMod val="25000"/>
                    </a:schemeClr>
                  </a:solidFill>
                  <a:latin typeface="Century Gothic" panose="020B0502020202020204" pitchFamily="34" charset="0"/>
                  <a:cs typeface="Arial" panose="020B0604020202020204" pitchFamily="34" charset="0"/>
                </a:rPr>
                <a:t>{{simulation.projet.utilisateur.agence.adresse1}}</a:t>
              </a:r>
            </a:p>
            <a:p>
              <a:r>
                <a:rPr lang="fr-FR" sz="855" dirty="0">
                  <a:solidFill>
                    <a:schemeClr val="bg2">
                      <a:lumMod val="25000"/>
                    </a:schemeClr>
                  </a:solidFill>
                  <a:latin typeface="Century Gothic" panose="020B0502020202020204" pitchFamily="34" charset="0"/>
                  <a:cs typeface="Arial" panose="020B0604020202020204" pitchFamily="34" charset="0"/>
                </a:rPr>
                <a:t>{{simulation.projet.utilisateur.agence.adresse2}}</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simulation.projet.utilisateur.agence.codePostal</a:t>
              </a:r>
              <a:r>
                <a:rPr lang="fr-FR" sz="855" dirty="0">
                  <a:solidFill>
                    <a:schemeClr val="bg2">
                      <a:lumMod val="25000"/>
                    </a:schemeClr>
                  </a:solidFill>
                  <a:latin typeface="Century Gothic" panose="020B0502020202020204" pitchFamily="34" charset="0"/>
                  <a:cs typeface="Arial" panose="020B0604020202020204" pitchFamily="34" charset="0"/>
                </a:rPr>
                <a:t>}}</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simulation.projet.utilisateur.agence.ville</a:t>
              </a:r>
              <a:r>
                <a:rPr lang="fr-FR" sz="855" dirty="0">
                  <a:solidFill>
                    <a:schemeClr val="bg2">
                      <a:lumMod val="25000"/>
                    </a:schemeClr>
                  </a:solidFill>
                  <a:latin typeface="Century Gothic" panose="020B0502020202020204" pitchFamily="34" charset="0"/>
                  <a:cs typeface="Arial" panose="020B0604020202020204" pitchFamily="34" charset="0"/>
                </a:rPr>
                <a:t>}}</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simulation.projet.utilisateur.agence.telephone</a:t>
              </a:r>
              <a:r>
                <a:rPr lang="fr-FR" sz="855" dirty="0">
                  <a:solidFill>
                    <a:schemeClr val="bg2">
                      <a:lumMod val="25000"/>
                    </a:schemeClr>
                  </a:solidFill>
                  <a:latin typeface="Century Gothic" panose="020B0502020202020204" pitchFamily="34" charset="0"/>
                  <a:cs typeface="Arial" panose="020B0604020202020204" pitchFamily="34" charset="0"/>
                </a:rPr>
                <a:t>}} </a:t>
              </a:r>
            </a:p>
          </p:txBody>
        </p:sp>
        <p:sp>
          <p:nvSpPr>
            <p:cNvPr id="27" name="ZoneTexte 3">
              <a:extLst>
                <a:ext uri="{FF2B5EF4-FFF2-40B4-BE49-F238E27FC236}">
                  <a16:creationId xmlns:a16="http://schemas.microsoft.com/office/drawing/2014/main" id="{B98D8036-2BAB-486D-8B68-E5D222374095}"/>
                </a:ext>
              </a:extLst>
            </p:cNvPr>
            <p:cNvSpPr txBox="1"/>
            <p:nvPr/>
          </p:nvSpPr>
          <p:spPr>
            <a:xfrm>
              <a:off x="1309238" y="2095978"/>
              <a:ext cx="4435954" cy="261808"/>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855" dirty="0">
                  <a:solidFill>
                    <a:schemeClr val="bg2">
                      <a:lumMod val="25000"/>
                    </a:schemeClr>
                  </a:solidFill>
                  <a:latin typeface="Century Gothic" panose="020B0502020202020204" pitchFamily="34" charset="0"/>
                  <a:cs typeface="Arial" panose="020B0604020202020204" pitchFamily="34" charset="0"/>
                </a:rPr>
                <a:t>Agence de {{</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simulation.projet.utilisateur.agence.nom</a:t>
              </a:r>
              <a:r>
                <a:rPr lang="fr-FR" sz="855" dirty="0">
                  <a:solidFill>
                    <a:schemeClr val="bg2">
                      <a:lumMod val="25000"/>
                    </a:schemeClr>
                  </a:solidFill>
                  <a:latin typeface="Century Gothic" panose="020B0502020202020204" pitchFamily="34" charset="0"/>
                  <a:cs typeface="Arial" panose="020B0604020202020204" pitchFamily="34" charset="0"/>
                </a:rPr>
                <a:t>}}</a:t>
              </a:r>
            </a:p>
          </p:txBody>
        </p:sp>
      </p:grpSp>
      <p:sp>
        <p:nvSpPr>
          <p:cNvPr id="21" name="ZoneTexte 4">
            <a:extLst>
              <a:ext uri="{FF2B5EF4-FFF2-40B4-BE49-F238E27FC236}">
                <a16:creationId xmlns:a16="http://schemas.microsoft.com/office/drawing/2014/main" id="{7A1E36F9-11B4-4546-8BD5-9E3F780AF026}"/>
              </a:ext>
            </a:extLst>
          </p:cNvPr>
          <p:cNvSpPr txBox="1"/>
          <p:nvPr/>
        </p:nvSpPr>
        <p:spPr>
          <a:xfrm>
            <a:off x="4650340" y="2163897"/>
            <a:ext cx="5129126" cy="223907"/>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855" b="1" dirty="0">
                <a:solidFill>
                  <a:schemeClr val="bg2">
                    <a:lumMod val="25000"/>
                  </a:schemeClr>
                </a:solidFill>
                <a:latin typeface="Century Gothic" panose="020B0502020202020204" pitchFamily="34" charset="0"/>
                <a:cs typeface="Arial" panose="020B0604020202020204" pitchFamily="34" charset="0"/>
              </a:rPr>
              <a:t>{{</a:t>
            </a:r>
            <a:r>
              <a:rPr lang="fr-FR" sz="855" b="1" dirty="0" err="1">
                <a:solidFill>
                  <a:schemeClr val="bg2">
                    <a:lumMod val="25000"/>
                  </a:schemeClr>
                </a:solidFill>
                <a:latin typeface="Century Gothic" panose="020B0502020202020204" pitchFamily="34" charset="0"/>
                <a:cs typeface="Arial" panose="020B0604020202020204" pitchFamily="34" charset="0"/>
              </a:rPr>
              <a:t>simulation.projet.utilisateur.prenom</a:t>
            </a:r>
            <a:r>
              <a:rPr lang="fr-FR" sz="855" b="1" dirty="0">
                <a:solidFill>
                  <a:schemeClr val="bg2">
                    <a:lumMod val="25000"/>
                  </a:schemeClr>
                </a:solidFill>
                <a:latin typeface="Century Gothic" panose="020B0502020202020204" pitchFamily="34" charset="0"/>
                <a:cs typeface="Arial" panose="020B0604020202020204" pitchFamily="34" charset="0"/>
              </a:rPr>
              <a:t>}} {{</a:t>
            </a:r>
            <a:r>
              <a:rPr lang="fr-FR" sz="855" b="1" dirty="0" err="1">
                <a:solidFill>
                  <a:schemeClr val="bg2">
                    <a:lumMod val="25000"/>
                  </a:schemeClr>
                </a:solidFill>
                <a:latin typeface="Century Gothic" panose="020B0502020202020204" pitchFamily="34" charset="0"/>
                <a:cs typeface="Arial" panose="020B0604020202020204" pitchFamily="34" charset="0"/>
              </a:rPr>
              <a:t>simulation.projet.utilisateur.nom</a:t>
            </a:r>
            <a:r>
              <a:rPr lang="fr-FR" sz="855" b="1" dirty="0">
                <a:solidFill>
                  <a:schemeClr val="bg2">
                    <a:lumMod val="25000"/>
                  </a:schemeClr>
                </a:solidFill>
                <a:latin typeface="Century Gothic" panose="020B0502020202020204" pitchFamily="34" charset="0"/>
                <a:cs typeface="Arial" panose="020B0604020202020204" pitchFamily="34" charset="0"/>
              </a:rPr>
              <a:t>}}</a:t>
            </a:r>
          </a:p>
        </p:txBody>
      </p:sp>
      <p:sp>
        <p:nvSpPr>
          <p:cNvPr id="22" name="ZoneTexte 5">
            <a:extLst>
              <a:ext uri="{FF2B5EF4-FFF2-40B4-BE49-F238E27FC236}">
                <a16:creationId xmlns:a16="http://schemas.microsoft.com/office/drawing/2014/main" id="{7CE2E556-393F-47B6-8154-E2C9CBD516AD}"/>
              </a:ext>
            </a:extLst>
          </p:cNvPr>
          <p:cNvSpPr txBox="1"/>
          <p:nvPr/>
        </p:nvSpPr>
        <p:spPr>
          <a:xfrm>
            <a:off x="4650339" y="2560222"/>
            <a:ext cx="2845448" cy="487056"/>
          </a:xfrm>
          <a:prstGeom prst="rect">
            <a:avLst/>
          </a:prstGeom>
          <a:noFill/>
        </p:spPr>
        <p:txBody>
          <a:bodyPr wrap="square" numCol="1" rtlCol="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simulation.projet.utilisateur.fonction.libelle</a:t>
            </a:r>
            <a:r>
              <a:rPr lang="fr-FR" sz="855" dirty="0">
                <a:solidFill>
                  <a:schemeClr val="bg2">
                    <a:lumMod val="25000"/>
                  </a:schemeClr>
                </a:solidFill>
                <a:latin typeface="Century Gothic" panose="020B0502020202020204" pitchFamily="34" charset="0"/>
                <a:cs typeface="Arial" panose="020B0604020202020204" pitchFamily="34" charset="0"/>
              </a:rPr>
              <a:t>}}</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simulation.projet.utilisateur.telephone</a:t>
            </a:r>
            <a:r>
              <a:rPr lang="fr-FR" sz="855" dirty="0">
                <a:solidFill>
                  <a:schemeClr val="bg2">
                    <a:lumMod val="25000"/>
                  </a:schemeClr>
                </a:solidFill>
                <a:latin typeface="Century Gothic" panose="020B0502020202020204" pitchFamily="34" charset="0"/>
                <a:cs typeface="Arial" panose="020B0604020202020204" pitchFamily="34" charset="0"/>
              </a:rPr>
              <a:t>}}</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simulation.projet.utilisateur.email</a:t>
            </a:r>
            <a:r>
              <a:rPr lang="fr-FR" sz="855" dirty="0">
                <a:solidFill>
                  <a:schemeClr val="bg2">
                    <a:lumMod val="25000"/>
                  </a:schemeClr>
                </a:solidFill>
                <a:latin typeface="Century Gothic" panose="020B0502020202020204" pitchFamily="34" charset="0"/>
                <a:cs typeface="Arial" panose="020B0604020202020204" pitchFamily="34" charset="0"/>
              </a:rPr>
              <a:t>}} </a:t>
            </a:r>
          </a:p>
        </p:txBody>
      </p:sp>
      <p:pic>
        <p:nvPicPr>
          <p:cNvPr id="23" name="Image 22" descr="simulation.projet.utilisateur.imageModel">
            <a:extLst>
              <a:ext uri="{FF2B5EF4-FFF2-40B4-BE49-F238E27FC236}">
                <a16:creationId xmlns:a16="http://schemas.microsoft.com/office/drawing/2014/main" id="{540CED81-BD0A-453E-9948-FA30A2C1CC94}"/>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8001056" y="2514167"/>
            <a:ext cx="551863" cy="554193"/>
          </a:xfrm>
          <a:prstGeom prst="ellipse">
            <a:avLst/>
          </a:prstGeom>
          <a:noFill/>
          <a:ln w="9525">
            <a:solidFill>
              <a:schemeClr val="bg1"/>
            </a:solidFill>
          </a:ln>
        </p:spPr>
      </p:pic>
      <p:pic>
        <p:nvPicPr>
          <p:cNvPr id="24" name="Image 23" descr="Une image contenant texte, clipart&#10;&#10;Description générée automatiquement">
            <a:extLst>
              <a:ext uri="{FF2B5EF4-FFF2-40B4-BE49-F238E27FC236}">
                <a16:creationId xmlns:a16="http://schemas.microsoft.com/office/drawing/2014/main" id="{4684AE28-7531-4A2C-B937-8E66BC224438}"/>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1694374" y="2801184"/>
            <a:ext cx="2083766" cy="908637"/>
          </a:xfrm>
          <a:prstGeom prst="rect">
            <a:avLst/>
          </a:prstGeom>
        </p:spPr>
      </p:pic>
      <p:cxnSp>
        <p:nvCxnSpPr>
          <p:cNvPr id="25" name="Connecteur droit 24">
            <a:extLst>
              <a:ext uri="{FF2B5EF4-FFF2-40B4-BE49-F238E27FC236}">
                <a16:creationId xmlns:a16="http://schemas.microsoft.com/office/drawing/2014/main" id="{EC0E3490-8873-4409-8CA5-98FA58BB64E0}"/>
              </a:ext>
            </a:extLst>
          </p:cNvPr>
          <p:cNvCxnSpPr/>
          <p:nvPr/>
        </p:nvCxnSpPr>
        <p:spPr>
          <a:xfrm>
            <a:off x="4197771" y="2275851"/>
            <a:ext cx="0" cy="2109093"/>
          </a:xfrm>
          <a:prstGeom prst="line">
            <a:avLst/>
          </a:prstGeom>
        </p:spPr>
        <p:style>
          <a:lnRef idx="1">
            <a:schemeClr val="dk1"/>
          </a:lnRef>
          <a:fillRef idx="0">
            <a:schemeClr val="dk1"/>
          </a:fillRef>
          <a:effectRef idx="0">
            <a:schemeClr val="dk1"/>
          </a:effectRef>
          <a:fontRef idx="minor">
            <a:schemeClr val="tx1"/>
          </a:fontRef>
        </p:style>
      </p:cxnSp>
      <p:sp>
        <p:nvSpPr>
          <p:cNvPr id="29" name="ZoneTexte 28">
            <a:extLst>
              <a:ext uri="{FF2B5EF4-FFF2-40B4-BE49-F238E27FC236}">
                <a16:creationId xmlns:a16="http://schemas.microsoft.com/office/drawing/2014/main" id="{4F944ED9-DC5E-3F49-E7CD-3129A8E1A59A}"/>
              </a:ext>
            </a:extLst>
          </p:cNvPr>
          <p:cNvSpPr txBox="1"/>
          <p:nvPr/>
        </p:nvSpPr>
        <p:spPr>
          <a:xfrm>
            <a:off x="1042730" y="6610547"/>
            <a:ext cx="6134015" cy="276679"/>
          </a:xfrm>
          <a:prstGeom prst="rect">
            <a:avLst/>
          </a:prstGeom>
          <a:noFill/>
        </p:spPr>
        <p:txBody>
          <a:bodyPr wrap="square" rtlCol="0">
            <a:spAutoFit/>
          </a:bodyPr>
          <a:lstStyle/>
          <a:p>
            <a:r>
              <a:rPr lang="fr-FR" sz="1198" b="1" dirty="0">
                <a:solidFill>
                  <a:schemeClr val="bg1"/>
                </a:solidFill>
                <a:latin typeface="Century Gothic" panose="020B0502020202020204" pitchFamily="34" charset="0"/>
              </a:rPr>
              <a:t>Retrouvez toute notre actualité sur www.koesio.com et sur nos réseaux sociaux !</a:t>
            </a:r>
          </a:p>
        </p:txBody>
      </p:sp>
      <p:cxnSp>
        <p:nvCxnSpPr>
          <p:cNvPr id="31" name="Connecteur droit 30">
            <a:extLst>
              <a:ext uri="{FF2B5EF4-FFF2-40B4-BE49-F238E27FC236}">
                <a16:creationId xmlns:a16="http://schemas.microsoft.com/office/drawing/2014/main" id="{5BA8092E-CF58-00B3-09CA-1F27773E2355}"/>
              </a:ext>
            </a:extLst>
          </p:cNvPr>
          <p:cNvCxnSpPr>
            <a:cxnSpLocks/>
          </p:cNvCxnSpPr>
          <p:nvPr/>
        </p:nvCxnSpPr>
        <p:spPr>
          <a:xfrm>
            <a:off x="7409808" y="6571268"/>
            <a:ext cx="0" cy="335082"/>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32" name="Image 31" descr="Une image contenant texte, clipart&#10;&#10;Description générée automatiquement">
            <a:extLst>
              <a:ext uri="{FF2B5EF4-FFF2-40B4-BE49-F238E27FC236}">
                <a16:creationId xmlns:a16="http://schemas.microsoft.com/office/drawing/2014/main" id="{2F3AE8E1-CF08-2DA7-D528-0BA5BE9FFC24}"/>
              </a:ext>
            </a:extLst>
          </p:cNvPr>
          <p:cNvPicPr>
            <a:picLocks noChangeAspect="1"/>
          </p:cNvPicPr>
          <p:nvPr/>
        </p:nvPicPr>
        <p:blipFill>
          <a:blip r:embed="rId5"/>
          <a:stretch>
            <a:fillRect/>
          </a:stretch>
        </p:blipFill>
        <p:spPr>
          <a:xfrm>
            <a:off x="7987064" y="6610545"/>
            <a:ext cx="274666" cy="274666"/>
          </a:xfrm>
          <a:prstGeom prst="rect">
            <a:avLst/>
          </a:prstGeom>
        </p:spPr>
      </p:pic>
      <p:pic>
        <p:nvPicPr>
          <p:cNvPr id="33" name="Image 32">
            <a:extLst>
              <a:ext uri="{FF2B5EF4-FFF2-40B4-BE49-F238E27FC236}">
                <a16:creationId xmlns:a16="http://schemas.microsoft.com/office/drawing/2014/main" id="{FA676583-F7C5-260E-EFB8-91769338208C}"/>
              </a:ext>
            </a:extLst>
          </p:cNvPr>
          <p:cNvPicPr>
            <a:picLocks noChangeAspect="1"/>
          </p:cNvPicPr>
          <p:nvPr/>
        </p:nvPicPr>
        <p:blipFill>
          <a:blip r:embed="rId6"/>
          <a:stretch>
            <a:fillRect/>
          </a:stretch>
        </p:blipFill>
        <p:spPr>
          <a:xfrm>
            <a:off x="8507706" y="6610545"/>
            <a:ext cx="274666" cy="274666"/>
          </a:xfrm>
          <a:prstGeom prst="rect">
            <a:avLst/>
          </a:prstGeom>
        </p:spPr>
      </p:pic>
      <p:pic>
        <p:nvPicPr>
          <p:cNvPr id="35" name="Image 34" descr="Une image contenant texte, clipart&#10;&#10;Description générée automatiquement">
            <a:extLst>
              <a:ext uri="{FF2B5EF4-FFF2-40B4-BE49-F238E27FC236}">
                <a16:creationId xmlns:a16="http://schemas.microsoft.com/office/drawing/2014/main" id="{4046D5FB-63AC-EE00-060B-CEB255E77E7F}"/>
              </a:ext>
            </a:extLst>
          </p:cNvPr>
          <p:cNvPicPr>
            <a:picLocks noChangeAspect="1"/>
          </p:cNvPicPr>
          <p:nvPr/>
        </p:nvPicPr>
        <p:blipFill>
          <a:blip r:embed="rId7"/>
          <a:stretch>
            <a:fillRect/>
          </a:stretch>
        </p:blipFill>
        <p:spPr>
          <a:xfrm>
            <a:off x="9028347" y="6610545"/>
            <a:ext cx="274666" cy="274666"/>
          </a:xfrm>
          <a:prstGeom prst="rect">
            <a:avLst/>
          </a:prstGeom>
        </p:spPr>
      </p:pic>
      <p:sp>
        <p:nvSpPr>
          <p:cNvPr id="3" name="Rectangle 2">
            <a:extLst>
              <a:ext uri="{FF2B5EF4-FFF2-40B4-BE49-F238E27FC236}">
                <a16:creationId xmlns:a16="http://schemas.microsoft.com/office/drawing/2014/main" id="{D027FA17-FC54-F58E-CCF3-358839F736C8}"/>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Tree>
    <p:extLst>
      <p:ext uri="{BB962C8B-B14F-4D97-AF65-F5344CB8AC3E}">
        <p14:creationId xmlns:p14="http://schemas.microsoft.com/office/powerpoint/2010/main" val="31830213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4D9E00-270A-43C5-7F38-150108F6F6E3}"/>
            </a:ext>
          </a:extLst>
        </p:cNvPr>
        <p:cNvGrpSpPr/>
        <p:nvPr/>
      </p:nvGrpSpPr>
      <p:grpSpPr>
        <a:xfrm>
          <a:off x="0" y="0"/>
          <a:ext cx="0" cy="0"/>
          <a:chOff x="0" y="0"/>
          <a:chExt cx="0" cy="0"/>
        </a:xfrm>
      </p:grpSpPr>
      <p:sp>
        <p:nvSpPr>
          <p:cNvPr id="3" name="Espace réservé du texte 1">
            <a:extLst>
              <a:ext uri="{FF2B5EF4-FFF2-40B4-BE49-F238E27FC236}">
                <a16:creationId xmlns:a16="http://schemas.microsoft.com/office/drawing/2014/main" id="{102C836B-2E17-5070-9D49-9CD6E3227760}"/>
              </a:ext>
            </a:extLst>
          </p:cNvPr>
          <p:cNvSpPr txBox="1">
            <a:spLocks/>
          </p:cNvSpPr>
          <p:nvPr/>
        </p:nvSpPr>
        <p:spPr>
          <a:xfrm>
            <a:off x="1416202" y="2985622"/>
            <a:ext cx="4374681" cy="886753"/>
          </a:xfrm>
          <a:prstGeom prst="rect">
            <a:avLst/>
          </a:prstGeom>
          <a:noFill/>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3600" b="1" dirty="0">
                <a:solidFill>
                  <a:schemeClr val="tx1"/>
                </a:solidFill>
                <a:latin typeface="Century Gothic" panose="020B0502020202020204" pitchFamily="34" charset="0"/>
              </a:rPr>
              <a:t>Notre synthèse </a:t>
            </a:r>
          </a:p>
          <a:p>
            <a:r>
              <a:rPr lang="fr-FR" sz="3600" b="1" dirty="0">
                <a:solidFill>
                  <a:schemeClr val="tx1"/>
                </a:solidFill>
                <a:latin typeface="Century Gothic" panose="020B0502020202020204" pitchFamily="34" charset="0"/>
              </a:rPr>
              <a:t>financière</a:t>
            </a:r>
          </a:p>
        </p:txBody>
      </p:sp>
      <p:sp>
        <p:nvSpPr>
          <p:cNvPr id="6" name="Rectangle 5">
            <a:extLst>
              <a:ext uri="{FF2B5EF4-FFF2-40B4-BE49-F238E27FC236}">
                <a16:creationId xmlns:a16="http://schemas.microsoft.com/office/drawing/2014/main" id="{9FAFEEBD-6640-29D5-F737-8F2AFC8A991F}"/>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2" name="Image 1">
            <a:extLst>
              <a:ext uri="{FF2B5EF4-FFF2-40B4-BE49-F238E27FC236}">
                <a16:creationId xmlns:a16="http://schemas.microsoft.com/office/drawing/2014/main" id="{71E5702E-04FC-447B-CF80-DEA759669152}"/>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7" name="Rectangle 6">
            <a:extLst>
              <a:ext uri="{FF2B5EF4-FFF2-40B4-BE49-F238E27FC236}">
                <a16:creationId xmlns:a16="http://schemas.microsoft.com/office/drawing/2014/main" id="{98531BA4-3EB2-CFB8-2962-DAD6C406A28D}"/>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9" name="Rectangle 8">
            <a:extLst>
              <a:ext uri="{FF2B5EF4-FFF2-40B4-BE49-F238E27FC236}">
                <a16:creationId xmlns:a16="http://schemas.microsoft.com/office/drawing/2014/main" id="{0832908A-78AD-88CD-28BA-B77ACF777AD1}"/>
              </a:ext>
            </a:extLst>
          </p:cNvPr>
          <p:cNvSpPr/>
          <p:nvPr/>
        </p:nvSpPr>
        <p:spPr>
          <a:xfrm>
            <a:off x="5775683" y="2769466"/>
            <a:ext cx="3270471" cy="3270471"/>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2D8605C1-4C0E-6AA5-2FEF-C8A4E9DA9884}"/>
              </a:ext>
            </a:extLst>
          </p:cNvPr>
          <p:cNvSpPr/>
          <p:nvPr/>
        </p:nvSpPr>
        <p:spPr>
          <a:xfrm>
            <a:off x="9046154" y="1123807"/>
            <a:ext cx="1645659" cy="1645659"/>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8" name="Image 7" descr="Une image contenant ordinateur portable, personne, habits, ordinateur&#10;&#10;Le contenu généré par l’IA peut être incorrect.">
            <a:extLst>
              <a:ext uri="{FF2B5EF4-FFF2-40B4-BE49-F238E27FC236}">
                <a16:creationId xmlns:a16="http://schemas.microsoft.com/office/drawing/2014/main" id="{6BE4015A-8E4E-E6E5-8A4D-D881991DC4F1}"/>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3526916" y="536141"/>
            <a:ext cx="8254008" cy="5503796"/>
          </a:xfrm>
          <a:prstGeom prst="rect">
            <a:avLst/>
          </a:prstGeom>
        </p:spPr>
      </p:pic>
    </p:spTree>
    <p:extLst>
      <p:ext uri="{BB962C8B-B14F-4D97-AF65-F5344CB8AC3E}">
        <p14:creationId xmlns:p14="http://schemas.microsoft.com/office/powerpoint/2010/main" val="39514422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803BA-A23B-E50F-BEB6-43D90F3482EE}"/>
            </a:ext>
          </a:extLst>
        </p:cNvPr>
        <p:cNvGrpSpPr/>
        <p:nvPr/>
      </p:nvGrpSpPr>
      <p:grpSpPr>
        <a:xfrm>
          <a:off x="0" y="0"/>
          <a:ext cx="0" cy="0"/>
          <a:chOff x="0" y="0"/>
          <a:chExt cx="0" cy="0"/>
        </a:xfrm>
      </p:grpSpPr>
      <p:sp>
        <p:nvSpPr>
          <p:cNvPr id="29" name="Espace réservé du texte 26">
            <a:extLst>
              <a:ext uri="{FF2B5EF4-FFF2-40B4-BE49-F238E27FC236}">
                <a16:creationId xmlns:a16="http://schemas.microsoft.com/office/drawing/2014/main" id="{C2F2CD77-A901-16D7-5500-E5050549097E}"/>
              </a:ext>
            </a:extLst>
          </p:cNvPr>
          <p:cNvSpPr>
            <a:spLocks noGrp="1"/>
          </p:cNvSpPr>
          <p:nvPr>
            <p:ph type="body" sz="quarter" idx="11"/>
          </p:nvPr>
        </p:nvSpPr>
        <p:spPr>
          <a:xfrm>
            <a:off x="628575" y="193325"/>
            <a:ext cx="4403526" cy="797254"/>
          </a:xfrm>
        </p:spPr>
        <p:txBody>
          <a:bodyPr>
            <a:normAutofit/>
          </a:bodyPr>
          <a:lstStyle/>
          <a:p>
            <a:pPr>
              <a:lnSpc>
                <a:spcPct val="100000"/>
              </a:lnSpc>
              <a:spcBef>
                <a:spcPts val="0"/>
              </a:spcBef>
            </a:pPr>
            <a:r>
              <a:rPr lang="fr-FR" dirty="0">
                <a:latin typeface="Century Gothic" panose="020B0502020202020204" pitchFamily="34" charset="0"/>
              </a:rPr>
              <a:t>La solution</a:t>
            </a:r>
          </a:p>
          <a:p>
            <a:pPr>
              <a:lnSpc>
                <a:spcPct val="100000"/>
              </a:lnSpc>
              <a:spcBef>
                <a:spcPts val="0"/>
              </a:spcBef>
            </a:pPr>
            <a:r>
              <a:rPr lang="fr-FR" sz="1800" b="0" dirty="0">
                <a:latin typeface="Century Gothic" panose="020B0502020202020204" pitchFamily="34" charset="0"/>
              </a:rPr>
              <a:t>LA SYNTHÈSE FINANCIÈRE GLOBALE</a:t>
            </a:r>
          </a:p>
        </p:txBody>
      </p:sp>
      <p:pic>
        <p:nvPicPr>
          <p:cNvPr id="30" name="Image 29" descr="Une image contenant Police, Graphique, logo, texte&#10;&#10;Description générée automatiquement">
            <a:extLst>
              <a:ext uri="{FF2B5EF4-FFF2-40B4-BE49-F238E27FC236}">
                <a16:creationId xmlns:a16="http://schemas.microsoft.com/office/drawing/2014/main" id="{5A99E0BF-CDE8-1CED-8CC1-903C9BC8626B}"/>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2144334" y="235574"/>
            <a:ext cx="1075840" cy="268960"/>
          </a:xfrm>
          <a:prstGeom prst="rect">
            <a:avLst/>
          </a:prstGeom>
        </p:spPr>
      </p:pic>
      <p:sp>
        <p:nvSpPr>
          <p:cNvPr id="67" name="Rectangle 66">
            <a:extLst>
              <a:ext uri="{FF2B5EF4-FFF2-40B4-BE49-F238E27FC236}">
                <a16:creationId xmlns:a16="http://schemas.microsoft.com/office/drawing/2014/main" id="{7463085B-453F-B018-7D0F-4493762B5D94}"/>
              </a:ext>
            </a:extLst>
          </p:cNvPr>
          <p:cNvSpPr/>
          <p:nvPr/>
        </p:nvSpPr>
        <p:spPr>
          <a:xfrm>
            <a:off x="6180852" y="4993461"/>
            <a:ext cx="2160420" cy="74595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contenu 2">
            <a:extLst>
              <a:ext uri="{FF2B5EF4-FFF2-40B4-BE49-F238E27FC236}">
                <a16:creationId xmlns:a16="http://schemas.microsoft.com/office/drawing/2014/main" id="{F544A846-D9A6-341C-A6B7-CDD14A6EF514}"/>
              </a:ext>
            </a:extLst>
          </p:cNvPr>
          <p:cNvSpPr txBox="1">
            <a:spLocks/>
          </p:cNvSpPr>
          <p:nvPr/>
        </p:nvSpPr>
        <p:spPr>
          <a:xfrm>
            <a:off x="773045" y="1386560"/>
            <a:ext cx="6282382" cy="695916"/>
          </a:xfrm>
          <a:prstGeom prst="rect">
            <a:avLst/>
          </a:prstGeom>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buNone/>
            </a:pPr>
            <a:r>
              <a:rPr lang="fr-FR" sz="1400" dirty="0">
                <a:solidFill>
                  <a:srgbClr val="434341"/>
                </a:solidFill>
                <a:latin typeface="Arial Nova" panose="020B0504020202020204" pitchFamily="34" charset="0"/>
              </a:rPr>
              <a:t>Suite à nos échanges et en fonction des différents éléments que vous nous avez communiqués, veuillez trouver ci-après une proposition personnalisée, étudiée pour répondre à vos attentes :</a:t>
            </a:r>
          </a:p>
        </p:txBody>
      </p:sp>
      <p:cxnSp>
        <p:nvCxnSpPr>
          <p:cNvPr id="26" name="Connecteur droit 25">
            <a:extLst>
              <a:ext uri="{FF2B5EF4-FFF2-40B4-BE49-F238E27FC236}">
                <a16:creationId xmlns:a16="http://schemas.microsoft.com/office/drawing/2014/main" id="{C71E685D-0FF5-5C48-826C-FF835A60FACC}"/>
              </a:ext>
            </a:extLst>
          </p:cNvPr>
          <p:cNvCxnSpPr>
            <a:cxnSpLocks/>
          </p:cNvCxnSpPr>
          <p:nvPr/>
        </p:nvCxnSpPr>
        <p:spPr>
          <a:xfrm>
            <a:off x="738203" y="1379579"/>
            <a:ext cx="0" cy="682115"/>
          </a:xfrm>
          <a:prstGeom prst="line">
            <a:avLst/>
          </a:prstGeom>
          <a:noFill/>
          <a:ln w="25400" cap="flat" cmpd="sng" algn="ctr">
            <a:solidFill>
              <a:srgbClr val="7030A0"/>
            </a:solidFill>
            <a:prstDash val="solid"/>
            <a:miter lim="800000"/>
          </a:ln>
          <a:effectLst/>
        </p:spPr>
      </p:cxnSp>
      <p:sp>
        <p:nvSpPr>
          <p:cNvPr id="6" name="Titre 10">
            <a:extLst>
              <a:ext uri="{FF2B5EF4-FFF2-40B4-BE49-F238E27FC236}">
                <a16:creationId xmlns:a16="http://schemas.microsoft.com/office/drawing/2014/main" id="{286F3856-D677-E87D-ADE0-F19E154E4D11}"/>
              </a:ext>
            </a:extLst>
          </p:cNvPr>
          <p:cNvSpPr txBox="1">
            <a:spLocks/>
          </p:cNvSpPr>
          <p:nvPr/>
        </p:nvSpPr>
        <p:spPr>
          <a:xfrm>
            <a:off x="5987409" y="2541800"/>
            <a:ext cx="960050" cy="3042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a:lstStyle>
          <a:p>
            <a:r>
              <a:rPr lang="fr-FR" sz="1200" dirty="0">
                <a:solidFill>
                  <a:srgbClr val="FFFFFF"/>
                </a:solidFill>
                <a:latin typeface="Century Gothic" panose="020B0502020202020204" pitchFamily="34" charset="0"/>
              </a:rPr>
              <a:t>APRES :</a:t>
            </a:r>
          </a:p>
        </p:txBody>
      </p:sp>
      <p:graphicFrame>
        <p:nvGraphicFramePr>
          <p:cNvPr id="16" name="tableau_recap_telecom">
            <a:extLst>
              <a:ext uri="{FF2B5EF4-FFF2-40B4-BE49-F238E27FC236}">
                <a16:creationId xmlns:a16="http://schemas.microsoft.com/office/drawing/2014/main" id="{C03D1603-D5F4-674C-CFE3-AF5FC6F252C9}"/>
              </a:ext>
            </a:extLst>
          </p:cNvPr>
          <p:cNvGraphicFramePr>
            <a:graphicFrameLocks noGrp="1"/>
          </p:cNvGraphicFramePr>
          <p:nvPr>
            <p:extLst>
              <p:ext uri="{D42A27DB-BD31-4B8C-83A1-F6EECF244321}">
                <p14:modId xmlns:p14="http://schemas.microsoft.com/office/powerpoint/2010/main" val="480161390"/>
              </p:ext>
            </p:extLst>
          </p:nvPr>
        </p:nvGraphicFramePr>
        <p:xfrm>
          <a:off x="1066488" y="3112654"/>
          <a:ext cx="4235819" cy="1523010"/>
        </p:xfrm>
        <a:graphic>
          <a:graphicData uri="http://schemas.openxmlformats.org/drawingml/2006/table">
            <a:tbl>
              <a:tblPr firstRow="1" bandRow="1"/>
              <a:tblGrid>
                <a:gridCol w="1080133">
                  <a:extLst>
                    <a:ext uri="{9D8B030D-6E8A-4147-A177-3AD203B41FA5}">
                      <a16:colId xmlns:a16="http://schemas.microsoft.com/office/drawing/2014/main" val="1769005819"/>
                    </a:ext>
                  </a:extLst>
                </a:gridCol>
                <a:gridCol w="2109587">
                  <a:extLst>
                    <a:ext uri="{9D8B030D-6E8A-4147-A177-3AD203B41FA5}">
                      <a16:colId xmlns:a16="http://schemas.microsoft.com/office/drawing/2014/main" val="42909584"/>
                    </a:ext>
                  </a:extLst>
                </a:gridCol>
                <a:gridCol w="1046099">
                  <a:extLst>
                    <a:ext uri="{9D8B030D-6E8A-4147-A177-3AD203B41FA5}">
                      <a16:colId xmlns:a16="http://schemas.microsoft.com/office/drawing/2014/main" val="2006166142"/>
                    </a:ext>
                  </a:extLst>
                </a:gridCol>
              </a:tblGrid>
              <a:tr h="243840">
                <a:tc gridSpan="2">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l"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Détail</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hMerge="1">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endParaRPr dirty="0"/>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ctr"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Montant</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extLst>
                  <a:ext uri="{0D108BD9-81ED-4DB2-BD59-A6C34878D82A}">
                    <a16:rowId xmlns:a16="http://schemas.microsoft.com/office/drawing/2014/main" val="3792040576"/>
                  </a:ext>
                </a:extLst>
              </a:tr>
              <a:tr h="421310">
                <a:tc gridSpan="3">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LIENS INTERNET + TÉLÉPHONIE FIXE + TÉLÉPHONIE MOBILE</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endParaRPr lang="fr-FR"/>
                    </a:p>
                  </a:txBody>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910777225"/>
                  </a:ext>
                </a:extLst>
              </a:tr>
              <a:tr h="421310">
                <a:tc gridSpan="2">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TOTAL</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fr-FR" sz="1100" u="none" strike="noStrike" kern="1200" cap="none" spc="0" normalizeH="0" baseline="0" dirty="0">
                          <a:ln>
                            <a:noFill/>
                          </a:ln>
                          <a:solidFill>
                            <a:schemeClr val="dk1"/>
                          </a:solidFill>
                          <a:effectLst/>
                          <a:uLnTx/>
                          <a:uFillTx/>
                          <a:latin typeface="Arial Nova" panose="020B0504020202020204" pitchFamily="34" charset="0"/>
                          <a:ea typeface="+mn-ea"/>
                          <a:cs typeface="+mn-cs"/>
                        </a:rPr>
                        <a:t>1250 €</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2084542455"/>
                  </a:ext>
                </a:extLst>
              </a:tr>
              <a:tr h="421310">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2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2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2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701410505"/>
                  </a:ext>
                </a:extLst>
              </a:tr>
            </a:tbl>
          </a:graphicData>
        </a:graphic>
      </p:graphicFrame>
      <p:graphicFrame>
        <p:nvGraphicFramePr>
          <p:cNvPr id="2" name="tableau_recap_telecom">
            <a:extLst>
              <a:ext uri="{FF2B5EF4-FFF2-40B4-BE49-F238E27FC236}">
                <a16:creationId xmlns:a16="http://schemas.microsoft.com/office/drawing/2014/main" id="{B14968AA-BF3E-F19C-1C0B-970AAC0BB9D2}"/>
              </a:ext>
            </a:extLst>
          </p:cNvPr>
          <p:cNvGraphicFramePr>
            <a:graphicFrameLocks noGrp="1"/>
          </p:cNvGraphicFramePr>
          <p:nvPr>
            <p:extLst>
              <p:ext uri="{D42A27DB-BD31-4B8C-83A1-F6EECF244321}">
                <p14:modId xmlns:p14="http://schemas.microsoft.com/office/powerpoint/2010/main" val="489820442"/>
              </p:ext>
            </p:extLst>
          </p:nvPr>
        </p:nvGraphicFramePr>
        <p:xfrm>
          <a:off x="5456932" y="3121492"/>
          <a:ext cx="4235819" cy="1523010"/>
        </p:xfrm>
        <a:graphic>
          <a:graphicData uri="http://schemas.openxmlformats.org/drawingml/2006/table">
            <a:tbl>
              <a:tblPr firstRow="1" bandRow="1"/>
              <a:tblGrid>
                <a:gridCol w="1080133">
                  <a:extLst>
                    <a:ext uri="{9D8B030D-6E8A-4147-A177-3AD203B41FA5}">
                      <a16:colId xmlns:a16="http://schemas.microsoft.com/office/drawing/2014/main" val="1769005819"/>
                    </a:ext>
                  </a:extLst>
                </a:gridCol>
                <a:gridCol w="2109587">
                  <a:extLst>
                    <a:ext uri="{9D8B030D-6E8A-4147-A177-3AD203B41FA5}">
                      <a16:colId xmlns:a16="http://schemas.microsoft.com/office/drawing/2014/main" val="42909584"/>
                    </a:ext>
                  </a:extLst>
                </a:gridCol>
                <a:gridCol w="1046099">
                  <a:extLst>
                    <a:ext uri="{9D8B030D-6E8A-4147-A177-3AD203B41FA5}">
                      <a16:colId xmlns:a16="http://schemas.microsoft.com/office/drawing/2014/main" val="2006166142"/>
                    </a:ext>
                  </a:extLst>
                </a:gridCol>
              </a:tblGrid>
              <a:tr h="243840">
                <a:tc gridSpan="2">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l"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Détail</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hMerge="1">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endParaRPr dirty="0"/>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ctr"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Montant</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extLst>
                  <a:ext uri="{0D108BD9-81ED-4DB2-BD59-A6C34878D82A}">
                    <a16:rowId xmlns:a16="http://schemas.microsoft.com/office/drawing/2014/main" val="3792040576"/>
                  </a:ext>
                </a:extLst>
              </a:tr>
              <a:tr h="421310">
                <a:tc gridSpan="3">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LIENS INTERNET + TÉLÉPHONIE FIXE + TÉLÉPHONIE MOBILE</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endParaRPr lang="fr-FR"/>
                    </a:p>
                  </a:txBody>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910777225"/>
                  </a:ext>
                </a:extLst>
              </a:tr>
              <a:tr h="421310">
                <a:tc gridSpan="2">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TOTAL</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fr-FR" sz="1100" u="none" strike="noStrike" kern="1200" cap="none" spc="0" normalizeH="0" baseline="0" dirty="0">
                          <a:ln>
                            <a:noFill/>
                          </a:ln>
                          <a:solidFill>
                            <a:schemeClr val="dk1"/>
                          </a:solidFill>
                          <a:effectLst/>
                          <a:uLnTx/>
                          <a:uFillTx/>
                          <a:latin typeface="Arial Nova" panose="020B0504020202020204" pitchFamily="34" charset="0"/>
                          <a:ea typeface="+mn-ea"/>
                          <a:cs typeface="+mn-cs"/>
                        </a:rPr>
                        <a:t>1500 €</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2084542455"/>
                  </a:ext>
                </a:extLst>
              </a:tr>
              <a:tr h="421310">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701410505"/>
                  </a:ext>
                </a:extLst>
              </a:tr>
            </a:tbl>
          </a:graphicData>
        </a:graphic>
      </p:graphicFrame>
      <p:sp>
        <p:nvSpPr>
          <p:cNvPr id="5" name="Rectangle 4">
            <a:extLst>
              <a:ext uri="{FF2B5EF4-FFF2-40B4-BE49-F238E27FC236}">
                <a16:creationId xmlns:a16="http://schemas.microsoft.com/office/drawing/2014/main" id="{4C0A0F56-B0ED-9E34-E133-DD99C779B025}"/>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7" name="Image 6">
            <a:extLst>
              <a:ext uri="{FF2B5EF4-FFF2-40B4-BE49-F238E27FC236}">
                <a16:creationId xmlns:a16="http://schemas.microsoft.com/office/drawing/2014/main" id="{2CB9E32D-EE3F-4390-EB47-7224364884D5}"/>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9" name="Rectangle 8">
            <a:extLst>
              <a:ext uri="{FF2B5EF4-FFF2-40B4-BE49-F238E27FC236}">
                <a16:creationId xmlns:a16="http://schemas.microsoft.com/office/drawing/2014/main" id="{A63F8EA7-3AB1-DEBD-3EA0-BF574384245C}"/>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10" name="Rectangle 9">
            <a:extLst>
              <a:ext uri="{FF2B5EF4-FFF2-40B4-BE49-F238E27FC236}">
                <a16:creationId xmlns:a16="http://schemas.microsoft.com/office/drawing/2014/main" id="{94123837-4E58-BC14-4F1B-72F2DB319288}"/>
              </a:ext>
            </a:extLst>
          </p:cNvPr>
          <p:cNvSpPr/>
          <p:nvPr/>
        </p:nvSpPr>
        <p:spPr>
          <a:xfrm>
            <a:off x="129215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AVANT :</a:t>
            </a:r>
          </a:p>
        </p:txBody>
      </p:sp>
      <p:sp>
        <p:nvSpPr>
          <p:cNvPr id="11" name="Rectangle 10">
            <a:extLst>
              <a:ext uri="{FF2B5EF4-FFF2-40B4-BE49-F238E27FC236}">
                <a16:creationId xmlns:a16="http://schemas.microsoft.com/office/drawing/2014/main" id="{46BFEE75-18A5-45B2-BA90-BD7AF3722EF8}"/>
              </a:ext>
            </a:extLst>
          </p:cNvPr>
          <p:cNvSpPr/>
          <p:nvPr/>
        </p:nvSpPr>
        <p:spPr>
          <a:xfrm>
            <a:off x="598740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APRÈS :</a:t>
            </a:r>
          </a:p>
        </p:txBody>
      </p:sp>
    </p:spTree>
    <p:extLst>
      <p:ext uri="{BB962C8B-B14F-4D97-AF65-F5344CB8AC3E}">
        <p14:creationId xmlns:p14="http://schemas.microsoft.com/office/powerpoint/2010/main" val="11833219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1B7B6-95E3-0574-64EE-2161E910EBA8}"/>
            </a:ext>
          </a:extLst>
        </p:cNvPr>
        <p:cNvGrpSpPr/>
        <p:nvPr/>
      </p:nvGrpSpPr>
      <p:grpSpPr>
        <a:xfrm>
          <a:off x="0" y="0"/>
          <a:ext cx="0" cy="0"/>
          <a:chOff x="0" y="0"/>
          <a:chExt cx="0" cy="0"/>
        </a:xfrm>
      </p:grpSpPr>
      <p:pic>
        <p:nvPicPr>
          <p:cNvPr id="36" name="Graphique 35">
            <a:extLst>
              <a:ext uri="{FF2B5EF4-FFF2-40B4-BE49-F238E27FC236}">
                <a16:creationId xmlns:a16="http://schemas.microsoft.com/office/drawing/2014/main" id="{778F7C06-9565-7EDD-9D41-E7E7906B4C3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92159" y="4766046"/>
            <a:ext cx="372400" cy="372400"/>
          </a:xfrm>
          <a:prstGeom prst="rect">
            <a:avLst/>
          </a:prstGeom>
        </p:spPr>
      </p:pic>
      <p:sp>
        <p:nvSpPr>
          <p:cNvPr id="29" name="Espace réservé du texte 26">
            <a:extLst>
              <a:ext uri="{FF2B5EF4-FFF2-40B4-BE49-F238E27FC236}">
                <a16:creationId xmlns:a16="http://schemas.microsoft.com/office/drawing/2014/main" id="{BB37AE82-BFBA-A47B-FD4A-168E59C2D775}"/>
              </a:ext>
            </a:extLst>
          </p:cNvPr>
          <p:cNvSpPr>
            <a:spLocks noGrp="1"/>
          </p:cNvSpPr>
          <p:nvPr>
            <p:ph type="body" sz="quarter" idx="11"/>
          </p:nvPr>
        </p:nvSpPr>
        <p:spPr>
          <a:xfrm>
            <a:off x="629636" y="187291"/>
            <a:ext cx="4403526" cy="797254"/>
          </a:xfrm>
        </p:spPr>
        <p:txBody>
          <a:bodyPr>
            <a:normAutofit/>
          </a:bodyPr>
          <a:lstStyle/>
          <a:p>
            <a:pPr>
              <a:lnSpc>
                <a:spcPct val="100000"/>
              </a:lnSpc>
              <a:spcBef>
                <a:spcPts val="0"/>
              </a:spcBef>
            </a:pPr>
            <a:r>
              <a:rPr lang="fr-FR" dirty="0">
                <a:latin typeface="Century Gothic" panose="020B0502020202020204" pitchFamily="34" charset="0"/>
              </a:rPr>
              <a:t>La solution</a:t>
            </a:r>
          </a:p>
          <a:p>
            <a:pPr>
              <a:lnSpc>
                <a:spcPct val="100000"/>
              </a:lnSpc>
              <a:spcBef>
                <a:spcPts val="0"/>
              </a:spcBef>
            </a:pPr>
            <a:r>
              <a:rPr lang="fr-FR" sz="1800" b="0" dirty="0">
                <a:latin typeface="Century Gothic" panose="020B0502020202020204" pitchFamily="34" charset="0"/>
              </a:rPr>
              <a:t>POUR REPONDRE A VOS ENJEUX</a:t>
            </a:r>
          </a:p>
        </p:txBody>
      </p:sp>
      <p:pic>
        <p:nvPicPr>
          <p:cNvPr id="30" name="Image 29" descr="Une image contenant Police, Graphique, logo, texte&#10;&#10;Description générée automatiquement">
            <a:extLst>
              <a:ext uri="{FF2B5EF4-FFF2-40B4-BE49-F238E27FC236}">
                <a16:creationId xmlns:a16="http://schemas.microsoft.com/office/drawing/2014/main" id="{5F45743F-F28A-DC02-DF13-7D4C3F907C38}"/>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2145395" y="229540"/>
            <a:ext cx="1075840" cy="268960"/>
          </a:xfrm>
          <a:prstGeom prst="rect">
            <a:avLst/>
          </a:prstGeom>
        </p:spPr>
      </p:pic>
      <p:sp>
        <p:nvSpPr>
          <p:cNvPr id="67" name="Rectangle 66">
            <a:extLst>
              <a:ext uri="{FF2B5EF4-FFF2-40B4-BE49-F238E27FC236}">
                <a16:creationId xmlns:a16="http://schemas.microsoft.com/office/drawing/2014/main" id="{B3859E4F-EBB4-4E29-86E7-4A6692A3973A}"/>
              </a:ext>
            </a:extLst>
          </p:cNvPr>
          <p:cNvSpPr/>
          <p:nvPr/>
        </p:nvSpPr>
        <p:spPr>
          <a:xfrm>
            <a:off x="5987409" y="3517733"/>
            <a:ext cx="2160420" cy="74595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Titre 10">
            <a:extLst>
              <a:ext uri="{FF2B5EF4-FFF2-40B4-BE49-F238E27FC236}">
                <a16:creationId xmlns:a16="http://schemas.microsoft.com/office/drawing/2014/main" id="{3F2B2049-DE85-5CC1-364A-97BC7735ACC2}"/>
              </a:ext>
            </a:extLst>
          </p:cNvPr>
          <p:cNvSpPr txBox="1">
            <a:spLocks/>
          </p:cNvSpPr>
          <p:nvPr/>
        </p:nvSpPr>
        <p:spPr>
          <a:xfrm>
            <a:off x="1493045" y="2579950"/>
            <a:ext cx="960050" cy="3042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a:lstStyle>
          <a:p>
            <a:r>
              <a:rPr lang="fr-FR" sz="1200" dirty="0">
                <a:solidFill>
                  <a:srgbClr val="FFFFFF"/>
                </a:solidFill>
                <a:latin typeface="Century Gothic" panose="020B0502020202020204" pitchFamily="34" charset="0"/>
              </a:rPr>
              <a:t>AVANT :</a:t>
            </a:r>
          </a:p>
        </p:txBody>
      </p:sp>
      <p:sp>
        <p:nvSpPr>
          <p:cNvPr id="25" name="Espace réservé du contenu 2">
            <a:extLst>
              <a:ext uri="{FF2B5EF4-FFF2-40B4-BE49-F238E27FC236}">
                <a16:creationId xmlns:a16="http://schemas.microsoft.com/office/drawing/2014/main" id="{3C07BC40-0925-98BC-50CD-725BE9A60F4E}"/>
              </a:ext>
            </a:extLst>
          </p:cNvPr>
          <p:cNvSpPr txBox="1">
            <a:spLocks/>
          </p:cNvSpPr>
          <p:nvPr/>
        </p:nvSpPr>
        <p:spPr>
          <a:xfrm>
            <a:off x="825083" y="1410511"/>
            <a:ext cx="7198055" cy="695916"/>
          </a:xfrm>
          <a:prstGeom prst="rect">
            <a:avLst/>
          </a:prstGeom>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buNone/>
            </a:pPr>
            <a:r>
              <a:rPr lang="fr-FR" sz="1400" dirty="0">
                <a:solidFill>
                  <a:srgbClr val="434341"/>
                </a:solidFill>
                <a:latin typeface="Arial Nova" panose="020B0504020202020204" pitchFamily="34" charset="0"/>
              </a:rPr>
              <a:t>Nous avons cherché la solution la plus adaptée pour répondre à vos enjeux essentiels. Au travers de nos offres, vous allez pouvoir améliorer les points attendus et op</a:t>
            </a:r>
          </a:p>
        </p:txBody>
      </p:sp>
      <p:cxnSp>
        <p:nvCxnSpPr>
          <p:cNvPr id="26" name="Connecteur droit 25">
            <a:extLst>
              <a:ext uri="{FF2B5EF4-FFF2-40B4-BE49-F238E27FC236}">
                <a16:creationId xmlns:a16="http://schemas.microsoft.com/office/drawing/2014/main" id="{7ADD80ED-D913-4764-5875-6B6334EED656}"/>
              </a:ext>
            </a:extLst>
          </p:cNvPr>
          <p:cNvCxnSpPr>
            <a:cxnSpLocks/>
          </p:cNvCxnSpPr>
          <p:nvPr/>
        </p:nvCxnSpPr>
        <p:spPr>
          <a:xfrm>
            <a:off x="809363" y="1450664"/>
            <a:ext cx="0" cy="408610"/>
          </a:xfrm>
          <a:prstGeom prst="line">
            <a:avLst/>
          </a:prstGeom>
          <a:noFill/>
          <a:ln w="25400" cap="flat" cmpd="sng" algn="ctr">
            <a:solidFill>
              <a:srgbClr val="7030A0"/>
            </a:solidFill>
            <a:prstDash val="solid"/>
            <a:miter lim="800000"/>
          </a:ln>
          <a:effectLst/>
        </p:spPr>
      </p:cxnSp>
      <p:pic>
        <p:nvPicPr>
          <p:cNvPr id="27" name="Image 26">
            <a:extLst>
              <a:ext uri="{FF2B5EF4-FFF2-40B4-BE49-F238E27FC236}">
                <a16:creationId xmlns:a16="http://schemas.microsoft.com/office/drawing/2014/main" id="{9D4B16E9-94CD-8D92-247A-9584C6820A03}"/>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5991165" y="3199305"/>
            <a:ext cx="360979" cy="360979"/>
          </a:xfrm>
          <a:prstGeom prst="rect">
            <a:avLst/>
          </a:prstGeom>
        </p:spPr>
      </p:pic>
      <p:sp>
        <p:nvSpPr>
          <p:cNvPr id="33" name="ZoneTexte 32">
            <a:extLst>
              <a:ext uri="{FF2B5EF4-FFF2-40B4-BE49-F238E27FC236}">
                <a16:creationId xmlns:a16="http://schemas.microsoft.com/office/drawing/2014/main" id="{1494686B-88E9-85D6-680C-2A66FF95A61D}"/>
              </a:ext>
            </a:extLst>
          </p:cNvPr>
          <p:cNvSpPr txBox="1"/>
          <p:nvPr/>
        </p:nvSpPr>
        <p:spPr>
          <a:xfrm>
            <a:off x="6432264" y="3566455"/>
            <a:ext cx="2160420" cy="1061829"/>
          </a:xfrm>
          <a:prstGeom prst="rect">
            <a:avLst/>
          </a:prstGeom>
          <a:noFill/>
        </p:spPr>
        <p:txBody>
          <a:bodyPr wrap="square">
            <a:spAutoFit/>
          </a:bodyPr>
          <a:lstStyle/>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endParaRPr lang="fr-FR" sz="1050" dirty="0">
              <a:solidFill>
                <a:srgbClr val="434341"/>
              </a:solidFill>
              <a:latin typeface="Arial Nova" panose="020B0504020202020204" pitchFamily="34" charset="0"/>
            </a:endParaRPr>
          </a:p>
        </p:txBody>
      </p:sp>
      <p:sp>
        <p:nvSpPr>
          <p:cNvPr id="6" name="Titre 10">
            <a:extLst>
              <a:ext uri="{FF2B5EF4-FFF2-40B4-BE49-F238E27FC236}">
                <a16:creationId xmlns:a16="http://schemas.microsoft.com/office/drawing/2014/main" id="{4108FB63-49A6-B0BD-3668-2CB348910CEE}"/>
              </a:ext>
            </a:extLst>
          </p:cNvPr>
          <p:cNvSpPr txBox="1">
            <a:spLocks/>
          </p:cNvSpPr>
          <p:nvPr/>
        </p:nvSpPr>
        <p:spPr>
          <a:xfrm>
            <a:off x="5987409" y="2541800"/>
            <a:ext cx="960050" cy="3042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a:lstStyle>
          <a:p>
            <a:r>
              <a:rPr lang="fr-FR" sz="1200" dirty="0">
                <a:solidFill>
                  <a:srgbClr val="FFFFFF"/>
                </a:solidFill>
                <a:latin typeface="Century Gothic" panose="020B0502020202020204" pitchFamily="34" charset="0"/>
              </a:rPr>
              <a:t>APRES :</a:t>
            </a:r>
          </a:p>
        </p:txBody>
      </p:sp>
      <p:sp>
        <p:nvSpPr>
          <p:cNvPr id="10" name="Rectangle 9">
            <a:extLst>
              <a:ext uri="{FF2B5EF4-FFF2-40B4-BE49-F238E27FC236}">
                <a16:creationId xmlns:a16="http://schemas.microsoft.com/office/drawing/2014/main" id="{52195249-1186-858C-9A30-743E3DD65A06}"/>
              </a:ext>
            </a:extLst>
          </p:cNvPr>
          <p:cNvSpPr/>
          <p:nvPr/>
        </p:nvSpPr>
        <p:spPr>
          <a:xfrm>
            <a:off x="1808458" y="3187333"/>
            <a:ext cx="2397222" cy="229430"/>
          </a:xfrm>
          <a:prstGeom prst="rect">
            <a:avLst/>
          </a:prstGeom>
          <a:solidFill>
            <a:srgbClr val="FFD618"/>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Améliorations attendues :</a:t>
            </a:r>
          </a:p>
        </p:txBody>
      </p:sp>
      <p:sp>
        <p:nvSpPr>
          <p:cNvPr id="12" name="ZoneTexte 11">
            <a:extLst>
              <a:ext uri="{FF2B5EF4-FFF2-40B4-BE49-F238E27FC236}">
                <a16:creationId xmlns:a16="http://schemas.microsoft.com/office/drawing/2014/main" id="{6D5ED66A-C3CB-FCD6-0A0E-F0D6032617FD}"/>
              </a:ext>
            </a:extLst>
          </p:cNvPr>
          <p:cNvSpPr txBox="1"/>
          <p:nvPr/>
        </p:nvSpPr>
        <p:spPr>
          <a:xfrm>
            <a:off x="1559300" y="3596655"/>
            <a:ext cx="3678656" cy="1061829"/>
          </a:xfrm>
          <a:prstGeom prst="rect">
            <a:avLst/>
          </a:prstGeom>
          <a:noFill/>
        </p:spPr>
        <p:txBody>
          <a:bodyPr wrap="square">
            <a:spAutoFit/>
          </a:bodyPr>
          <a:lstStyle/>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endParaRPr lang="fr-FR" sz="1050" dirty="0">
              <a:solidFill>
                <a:srgbClr val="434341"/>
              </a:solidFill>
              <a:latin typeface="Arial Nova" panose="020B0504020202020204" pitchFamily="34" charset="0"/>
            </a:endParaRPr>
          </a:p>
        </p:txBody>
      </p:sp>
      <p:grpSp>
        <p:nvGrpSpPr>
          <p:cNvPr id="13" name="Groupe 12">
            <a:extLst>
              <a:ext uri="{FF2B5EF4-FFF2-40B4-BE49-F238E27FC236}">
                <a16:creationId xmlns:a16="http://schemas.microsoft.com/office/drawing/2014/main" id="{F974D3CC-D9FD-1B63-0BEB-27AEFD2CA5BF}"/>
              </a:ext>
            </a:extLst>
          </p:cNvPr>
          <p:cNvGrpSpPr/>
          <p:nvPr/>
        </p:nvGrpSpPr>
        <p:grpSpPr>
          <a:xfrm>
            <a:off x="1299601" y="3186415"/>
            <a:ext cx="360000" cy="360000"/>
            <a:chOff x="3955774" y="3413099"/>
            <a:chExt cx="360000" cy="360000"/>
          </a:xfrm>
        </p:grpSpPr>
        <p:sp>
          <p:nvSpPr>
            <p:cNvPr id="8" name="Rectangle 7">
              <a:extLst>
                <a:ext uri="{FF2B5EF4-FFF2-40B4-BE49-F238E27FC236}">
                  <a16:creationId xmlns:a16="http://schemas.microsoft.com/office/drawing/2014/main" id="{98904387-903C-14ED-69DC-6F0E1F22660B}"/>
                </a:ext>
              </a:extLst>
            </p:cNvPr>
            <p:cNvSpPr/>
            <p:nvPr/>
          </p:nvSpPr>
          <p:spPr>
            <a:xfrm>
              <a:off x="3955774" y="3413099"/>
              <a:ext cx="360000" cy="360000"/>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Graphique 6" descr="Avertissement avec un remplissage uni">
              <a:extLst>
                <a:ext uri="{FF2B5EF4-FFF2-40B4-BE49-F238E27FC236}">
                  <a16:creationId xmlns:a16="http://schemas.microsoft.com/office/drawing/2014/main" id="{465640F5-F3BE-62D5-751E-04B3F7A4F96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987583" y="3434798"/>
              <a:ext cx="293254" cy="293254"/>
            </a:xfrm>
            <a:prstGeom prst="rect">
              <a:avLst/>
            </a:prstGeom>
          </p:spPr>
        </p:pic>
      </p:grpSp>
      <p:sp>
        <p:nvSpPr>
          <p:cNvPr id="3" name="ZoneTexte 2">
            <a:extLst>
              <a:ext uri="{FF2B5EF4-FFF2-40B4-BE49-F238E27FC236}">
                <a16:creationId xmlns:a16="http://schemas.microsoft.com/office/drawing/2014/main" id="{94F7F8EF-DE50-6C04-CDA7-548198A80C4D}"/>
              </a:ext>
            </a:extLst>
          </p:cNvPr>
          <p:cNvSpPr txBox="1"/>
          <p:nvPr/>
        </p:nvSpPr>
        <p:spPr>
          <a:xfrm>
            <a:off x="6432264" y="5272381"/>
            <a:ext cx="3790522" cy="630942"/>
          </a:xfrm>
          <a:prstGeom prst="rect">
            <a:avLst/>
          </a:prstGeom>
          <a:noFill/>
        </p:spPr>
        <p:txBody>
          <a:bodyPr wrap="square" rtlCol="0">
            <a:spAutoFit/>
          </a:bodyPr>
          <a:lstStyle/>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Une solution qui répond à toutes vos attentes.</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Une solution qui répond aux exigences de sécurité.</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Un service client de proximité</a:t>
            </a:r>
            <a:r>
              <a:rPr lang="fr-FR" sz="1400" dirty="0">
                <a:solidFill>
                  <a:srgbClr val="434341"/>
                </a:solidFill>
                <a:latin typeface="Arial Nova" panose="020B0504020202020204" pitchFamily="34" charset="0"/>
              </a:rPr>
              <a:t>.</a:t>
            </a:r>
          </a:p>
        </p:txBody>
      </p:sp>
      <p:sp>
        <p:nvSpPr>
          <p:cNvPr id="17" name="ZoneTexte 16">
            <a:extLst>
              <a:ext uri="{FF2B5EF4-FFF2-40B4-BE49-F238E27FC236}">
                <a16:creationId xmlns:a16="http://schemas.microsoft.com/office/drawing/2014/main" id="{F31187D4-569B-0153-DBE1-4AC127C0598D}"/>
              </a:ext>
            </a:extLst>
          </p:cNvPr>
          <p:cNvSpPr txBox="1"/>
          <p:nvPr/>
        </p:nvSpPr>
        <p:spPr>
          <a:xfrm>
            <a:off x="1493045" y="5245626"/>
            <a:ext cx="3678656" cy="1061829"/>
          </a:xfrm>
          <a:prstGeom prst="rect">
            <a:avLst/>
          </a:prstGeom>
          <a:noFill/>
        </p:spPr>
        <p:txBody>
          <a:bodyPr wrap="square">
            <a:spAutoFit/>
          </a:bodyPr>
          <a:lstStyle/>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endParaRPr lang="fr-FR" sz="1050" dirty="0">
              <a:solidFill>
                <a:srgbClr val="434341"/>
              </a:solidFill>
              <a:latin typeface="Arial Nova" panose="020B0504020202020204" pitchFamily="34" charset="0"/>
            </a:endParaRPr>
          </a:p>
        </p:txBody>
      </p:sp>
      <p:sp>
        <p:nvSpPr>
          <p:cNvPr id="16" name="Rectangle 15">
            <a:extLst>
              <a:ext uri="{FF2B5EF4-FFF2-40B4-BE49-F238E27FC236}">
                <a16:creationId xmlns:a16="http://schemas.microsoft.com/office/drawing/2014/main" id="{32B3C7B9-17C6-2022-8130-264B7454F06F}"/>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18" name="Image 17">
            <a:extLst>
              <a:ext uri="{FF2B5EF4-FFF2-40B4-BE49-F238E27FC236}">
                <a16:creationId xmlns:a16="http://schemas.microsoft.com/office/drawing/2014/main" id="{3318299E-2E6D-BE48-1295-C91B0CE597F5}"/>
              </a:ext>
            </a:extLst>
          </p:cNvPr>
          <p:cNvPicPr>
            <a:picLocks noChangeAspect="1"/>
          </p:cNvPicPr>
          <p:nvPr/>
        </p:nvPicPr>
        <p:blipFill>
          <a:blip r:embed="rId8"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21" name="Rectangle 20">
            <a:extLst>
              <a:ext uri="{FF2B5EF4-FFF2-40B4-BE49-F238E27FC236}">
                <a16:creationId xmlns:a16="http://schemas.microsoft.com/office/drawing/2014/main" id="{818FE28A-B9AB-CD5D-C77D-67A367941F9E}"/>
              </a:ext>
            </a:extLst>
          </p:cNvPr>
          <p:cNvSpPr/>
          <p:nvPr/>
        </p:nvSpPr>
        <p:spPr>
          <a:xfrm>
            <a:off x="6506861" y="3199305"/>
            <a:ext cx="1223975" cy="249369"/>
          </a:xfrm>
          <a:prstGeom prst="rect">
            <a:avLst/>
          </a:prstGeom>
          <a:solidFill>
            <a:schemeClr val="accent6"/>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Avantages :</a:t>
            </a:r>
          </a:p>
        </p:txBody>
      </p:sp>
      <p:sp>
        <p:nvSpPr>
          <p:cNvPr id="22" name="Rectangle 21">
            <a:extLst>
              <a:ext uri="{FF2B5EF4-FFF2-40B4-BE49-F238E27FC236}">
                <a16:creationId xmlns:a16="http://schemas.microsoft.com/office/drawing/2014/main" id="{DD0FD39D-6B1B-ECDF-1BB9-EB4633B5C4DA}"/>
              </a:ext>
            </a:extLst>
          </p:cNvPr>
          <p:cNvSpPr/>
          <p:nvPr/>
        </p:nvSpPr>
        <p:spPr>
          <a:xfrm>
            <a:off x="1808458" y="4809316"/>
            <a:ext cx="2397222" cy="229430"/>
          </a:xfrm>
          <a:prstGeom prst="rect">
            <a:avLst/>
          </a:prstGeom>
          <a:solidFill>
            <a:srgbClr val="FFD618"/>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Nouveautés / évolutions :</a:t>
            </a:r>
          </a:p>
        </p:txBody>
      </p:sp>
      <p:pic>
        <p:nvPicPr>
          <p:cNvPr id="38" name="Graphique 37">
            <a:extLst>
              <a:ext uri="{FF2B5EF4-FFF2-40B4-BE49-F238E27FC236}">
                <a16:creationId xmlns:a16="http://schemas.microsoft.com/office/drawing/2014/main" id="{0A1A2F55-70F6-276C-046F-F6BDABADA42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485036" y="4968228"/>
            <a:ext cx="203515" cy="215924"/>
          </a:xfrm>
          <a:prstGeom prst="rect">
            <a:avLst/>
          </a:prstGeom>
        </p:spPr>
      </p:pic>
      <p:pic>
        <p:nvPicPr>
          <p:cNvPr id="39" name="Graphique 38">
            <a:extLst>
              <a:ext uri="{FF2B5EF4-FFF2-40B4-BE49-F238E27FC236}">
                <a16:creationId xmlns:a16="http://schemas.microsoft.com/office/drawing/2014/main" id="{9C81C322-660A-C3DD-66D1-DA090C13A535}"/>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501308" y="3354174"/>
            <a:ext cx="203515" cy="215924"/>
          </a:xfrm>
          <a:prstGeom prst="rect">
            <a:avLst/>
          </a:prstGeom>
        </p:spPr>
      </p:pic>
      <p:pic>
        <p:nvPicPr>
          <p:cNvPr id="40" name="Graphique 39">
            <a:extLst>
              <a:ext uri="{FF2B5EF4-FFF2-40B4-BE49-F238E27FC236}">
                <a16:creationId xmlns:a16="http://schemas.microsoft.com/office/drawing/2014/main" id="{EE6B72BD-6959-565B-881C-9527EE789108}"/>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185031" y="3380731"/>
            <a:ext cx="203515" cy="215924"/>
          </a:xfrm>
          <a:prstGeom prst="rect">
            <a:avLst/>
          </a:prstGeom>
        </p:spPr>
      </p:pic>
      <p:sp>
        <p:nvSpPr>
          <p:cNvPr id="41" name="Rectangle 40">
            <a:extLst>
              <a:ext uri="{FF2B5EF4-FFF2-40B4-BE49-F238E27FC236}">
                <a16:creationId xmlns:a16="http://schemas.microsoft.com/office/drawing/2014/main" id="{FF69EAF5-DF51-2392-6E4D-0A5F1A109C02}"/>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42" name="Rectangle 41">
            <a:extLst>
              <a:ext uri="{FF2B5EF4-FFF2-40B4-BE49-F238E27FC236}">
                <a16:creationId xmlns:a16="http://schemas.microsoft.com/office/drawing/2014/main" id="{98028C3E-0EFD-C117-666B-77860DD15ED6}"/>
              </a:ext>
            </a:extLst>
          </p:cNvPr>
          <p:cNvSpPr/>
          <p:nvPr/>
        </p:nvSpPr>
        <p:spPr>
          <a:xfrm>
            <a:off x="129215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AVANT :</a:t>
            </a:r>
          </a:p>
        </p:txBody>
      </p:sp>
      <p:sp>
        <p:nvSpPr>
          <p:cNvPr id="43" name="Rectangle 42">
            <a:extLst>
              <a:ext uri="{FF2B5EF4-FFF2-40B4-BE49-F238E27FC236}">
                <a16:creationId xmlns:a16="http://schemas.microsoft.com/office/drawing/2014/main" id="{FECB4141-64E2-7F2B-DF0A-EFFC48D4A4EE}"/>
              </a:ext>
            </a:extLst>
          </p:cNvPr>
          <p:cNvSpPr/>
          <p:nvPr/>
        </p:nvSpPr>
        <p:spPr>
          <a:xfrm>
            <a:off x="598740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APRÈS :</a:t>
            </a:r>
          </a:p>
        </p:txBody>
      </p:sp>
      <p:sp>
        <p:nvSpPr>
          <p:cNvPr id="9" name="Rectangle 8">
            <a:extLst>
              <a:ext uri="{FF2B5EF4-FFF2-40B4-BE49-F238E27FC236}">
                <a16:creationId xmlns:a16="http://schemas.microsoft.com/office/drawing/2014/main" id="{A9324E0C-A9AD-F782-5418-EC0D2B56C853}"/>
              </a:ext>
            </a:extLst>
          </p:cNvPr>
          <p:cNvSpPr/>
          <p:nvPr/>
        </p:nvSpPr>
        <p:spPr>
          <a:xfrm>
            <a:off x="6506861" y="4718859"/>
            <a:ext cx="1223975" cy="249369"/>
          </a:xfrm>
          <a:prstGeom prst="rect">
            <a:avLst/>
          </a:prstGeom>
          <a:solidFill>
            <a:schemeClr val="accent6"/>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LES + </a:t>
            </a:r>
          </a:p>
        </p:txBody>
      </p:sp>
      <p:pic>
        <p:nvPicPr>
          <p:cNvPr id="11" name="Graphique 10">
            <a:extLst>
              <a:ext uri="{FF2B5EF4-FFF2-40B4-BE49-F238E27FC236}">
                <a16:creationId xmlns:a16="http://schemas.microsoft.com/office/drawing/2014/main" id="{F4FAD2F2-6840-EBF0-3D4B-4F9027A5C2D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185031" y="4900285"/>
            <a:ext cx="203515" cy="215924"/>
          </a:xfrm>
          <a:prstGeom prst="rect">
            <a:avLst/>
          </a:prstGeom>
        </p:spPr>
      </p:pic>
      <p:sp>
        <p:nvSpPr>
          <p:cNvPr id="14" name="Rectangle 13">
            <a:extLst>
              <a:ext uri="{FF2B5EF4-FFF2-40B4-BE49-F238E27FC236}">
                <a16:creationId xmlns:a16="http://schemas.microsoft.com/office/drawing/2014/main" id="{038BFA60-49B5-D303-1619-61B7A269A0DA}"/>
              </a:ext>
            </a:extLst>
          </p:cNvPr>
          <p:cNvSpPr/>
          <p:nvPr/>
        </p:nvSpPr>
        <p:spPr>
          <a:xfrm>
            <a:off x="5987409" y="4717700"/>
            <a:ext cx="360979" cy="338301"/>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Graphique 3" descr="Case cochée avec un remplissage uni">
            <a:extLst>
              <a:ext uri="{FF2B5EF4-FFF2-40B4-BE49-F238E27FC236}">
                <a16:creationId xmlns:a16="http://schemas.microsoft.com/office/drawing/2014/main" id="{399D42EE-E721-AD64-E472-99D84461193B}"/>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5987408" y="4713663"/>
            <a:ext cx="360979" cy="360979"/>
          </a:xfrm>
          <a:prstGeom prst="rect">
            <a:avLst/>
          </a:prstGeom>
        </p:spPr>
      </p:pic>
    </p:spTree>
    <p:extLst>
      <p:ext uri="{BB962C8B-B14F-4D97-AF65-F5344CB8AC3E}">
        <p14:creationId xmlns:p14="http://schemas.microsoft.com/office/powerpoint/2010/main" val="37607551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571A-844A-132B-AA68-979A9546873D}"/>
            </a:ext>
          </a:extLst>
        </p:cNvPr>
        <p:cNvGrpSpPr/>
        <p:nvPr/>
      </p:nvGrpSpPr>
      <p:grpSpPr>
        <a:xfrm>
          <a:off x="0" y="0"/>
          <a:ext cx="0" cy="0"/>
          <a:chOff x="0" y="0"/>
          <a:chExt cx="0" cy="0"/>
        </a:xfrm>
      </p:grpSpPr>
      <p:sp>
        <p:nvSpPr>
          <p:cNvPr id="29" name="Espace réservé du texte 26">
            <a:extLst>
              <a:ext uri="{FF2B5EF4-FFF2-40B4-BE49-F238E27FC236}">
                <a16:creationId xmlns:a16="http://schemas.microsoft.com/office/drawing/2014/main" id="{F1DC4789-5BE8-BC72-5E4A-BD107DBE4E7D}"/>
              </a:ext>
            </a:extLst>
          </p:cNvPr>
          <p:cNvSpPr>
            <a:spLocks noGrp="1"/>
          </p:cNvSpPr>
          <p:nvPr>
            <p:ph type="body" sz="quarter" idx="11"/>
          </p:nvPr>
        </p:nvSpPr>
        <p:spPr>
          <a:xfrm>
            <a:off x="584871" y="215746"/>
            <a:ext cx="4403526" cy="797254"/>
          </a:xfrm>
        </p:spPr>
        <p:txBody>
          <a:bodyPr>
            <a:normAutofit/>
          </a:bodyPr>
          <a:lstStyle/>
          <a:p>
            <a:pPr>
              <a:lnSpc>
                <a:spcPct val="100000"/>
              </a:lnSpc>
              <a:spcBef>
                <a:spcPts val="0"/>
              </a:spcBef>
            </a:pPr>
            <a:r>
              <a:rPr lang="fr-FR" dirty="0">
                <a:latin typeface="Century Gothic" panose="020B0502020202020204" pitchFamily="34" charset="0"/>
              </a:rPr>
              <a:t>COMMANDE</a:t>
            </a:r>
          </a:p>
          <a:p>
            <a:pPr>
              <a:lnSpc>
                <a:spcPct val="100000"/>
              </a:lnSpc>
              <a:spcBef>
                <a:spcPts val="0"/>
              </a:spcBef>
            </a:pPr>
            <a:r>
              <a:rPr lang="fr-FR" sz="1800" b="0" dirty="0">
                <a:latin typeface="Century Gothic" panose="020B0502020202020204" pitchFamily="34" charset="0"/>
              </a:rPr>
              <a:t>VOTRE PROPOSITION</a:t>
            </a:r>
          </a:p>
        </p:txBody>
      </p:sp>
      <p:sp>
        <p:nvSpPr>
          <p:cNvPr id="25" name="Espace réservé du contenu 2">
            <a:extLst>
              <a:ext uri="{FF2B5EF4-FFF2-40B4-BE49-F238E27FC236}">
                <a16:creationId xmlns:a16="http://schemas.microsoft.com/office/drawing/2014/main" id="{D4DD870D-99F6-9A75-44DA-C499C58E1F84}"/>
              </a:ext>
            </a:extLst>
          </p:cNvPr>
          <p:cNvSpPr txBox="1">
            <a:spLocks/>
          </p:cNvSpPr>
          <p:nvPr/>
        </p:nvSpPr>
        <p:spPr>
          <a:xfrm>
            <a:off x="726065" y="1301999"/>
            <a:ext cx="6643616" cy="695916"/>
          </a:xfrm>
          <a:prstGeom prst="rect">
            <a:avLst/>
          </a:prstGeom>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buNone/>
            </a:pPr>
            <a:r>
              <a:rPr lang="fr-FR" sz="1400" dirty="0">
                <a:solidFill>
                  <a:srgbClr val="434341"/>
                </a:solidFill>
                <a:latin typeface="Arial Nova" panose="020B0504020202020204" pitchFamily="34" charset="0"/>
              </a:rPr>
              <a:t>Suite à nos échanges et en fonction des différents éléments que vous nous avez communiqués, veuillez confirmer votre accord pour cette proposition personnalisée, étudiée pour répondre à vos attentes :</a:t>
            </a:r>
          </a:p>
        </p:txBody>
      </p:sp>
      <p:cxnSp>
        <p:nvCxnSpPr>
          <p:cNvPr id="26" name="Connecteur droit 25">
            <a:extLst>
              <a:ext uri="{FF2B5EF4-FFF2-40B4-BE49-F238E27FC236}">
                <a16:creationId xmlns:a16="http://schemas.microsoft.com/office/drawing/2014/main" id="{F3F1D159-28A3-3043-76D3-09FC324472CC}"/>
              </a:ext>
            </a:extLst>
          </p:cNvPr>
          <p:cNvCxnSpPr>
            <a:cxnSpLocks/>
          </p:cNvCxnSpPr>
          <p:nvPr/>
        </p:nvCxnSpPr>
        <p:spPr>
          <a:xfrm>
            <a:off x="661771" y="1290721"/>
            <a:ext cx="0" cy="707194"/>
          </a:xfrm>
          <a:prstGeom prst="line">
            <a:avLst/>
          </a:prstGeom>
          <a:noFill/>
          <a:ln w="25400" cap="flat" cmpd="sng" algn="ctr">
            <a:solidFill>
              <a:srgbClr val="7030A0"/>
            </a:solidFill>
            <a:prstDash val="solid"/>
            <a:miter lim="800000"/>
          </a:ln>
          <a:effectLst/>
        </p:spPr>
      </p:cxnSp>
      <p:sp>
        <p:nvSpPr>
          <p:cNvPr id="5" name="Rectangle 4">
            <a:extLst>
              <a:ext uri="{FF2B5EF4-FFF2-40B4-BE49-F238E27FC236}">
                <a16:creationId xmlns:a16="http://schemas.microsoft.com/office/drawing/2014/main" id="{4619E384-CE6F-CC6B-DF28-9EEB164091A8}"/>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graphicFrame>
        <p:nvGraphicFramePr>
          <p:cNvPr id="9" name="Tableau 8">
            <a:extLst>
              <a:ext uri="{FF2B5EF4-FFF2-40B4-BE49-F238E27FC236}">
                <a16:creationId xmlns:a16="http://schemas.microsoft.com/office/drawing/2014/main" id="{DF64DC74-4752-A33D-5A90-7A19C887DCD7}"/>
              </a:ext>
            </a:extLst>
          </p:cNvPr>
          <p:cNvGraphicFramePr>
            <a:graphicFrameLocks noGrp="1"/>
          </p:cNvGraphicFramePr>
          <p:nvPr>
            <p:extLst>
              <p:ext uri="{D42A27DB-BD31-4B8C-83A1-F6EECF244321}">
                <p14:modId xmlns:p14="http://schemas.microsoft.com/office/powerpoint/2010/main" val="2140372091"/>
              </p:ext>
            </p:extLst>
          </p:nvPr>
        </p:nvGraphicFramePr>
        <p:xfrm>
          <a:off x="846138" y="2350411"/>
          <a:ext cx="8462754" cy="1101700"/>
        </p:xfrm>
        <a:graphic>
          <a:graphicData uri="http://schemas.openxmlformats.org/drawingml/2006/table">
            <a:tbl>
              <a:tblPr firstRow="1" bandRow="1"/>
              <a:tblGrid>
                <a:gridCol w="6372750">
                  <a:extLst>
                    <a:ext uri="{9D8B030D-6E8A-4147-A177-3AD203B41FA5}">
                      <a16:colId xmlns:a16="http://schemas.microsoft.com/office/drawing/2014/main" val="1388680963"/>
                    </a:ext>
                  </a:extLst>
                </a:gridCol>
                <a:gridCol w="2090004">
                  <a:extLst>
                    <a:ext uri="{9D8B030D-6E8A-4147-A177-3AD203B41FA5}">
                      <a16:colId xmlns:a16="http://schemas.microsoft.com/office/drawing/2014/main" val="4262916439"/>
                    </a:ext>
                  </a:extLst>
                </a:gridCol>
              </a:tblGrid>
              <a:tr h="243840">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l"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Détail</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ctr"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Montant</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extLst>
                  <a:ext uri="{0D108BD9-81ED-4DB2-BD59-A6C34878D82A}">
                    <a16:rowId xmlns:a16="http://schemas.microsoft.com/office/drawing/2014/main" val="3662008187"/>
                  </a:ext>
                </a:extLst>
              </a:tr>
              <a:tr h="421310">
                <a:tc gridSpan="2">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NOM DES SOLUTIONS VENDUES</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1985111899"/>
                  </a:ext>
                </a:extLst>
              </a:tr>
              <a:tr h="421310">
                <a:tc>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TOTAL</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fr-FR" sz="1100" u="none" strike="noStrike" kern="1200" cap="none" spc="0" normalizeH="0" baseline="0" dirty="0">
                          <a:ln>
                            <a:noFill/>
                          </a:ln>
                          <a:solidFill>
                            <a:schemeClr val="dk1"/>
                          </a:solidFill>
                          <a:effectLst/>
                          <a:uLnTx/>
                          <a:uFillTx/>
                          <a:latin typeface="Arial Nova" panose="020B0504020202020204" pitchFamily="34" charset="0"/>
                          <a:ea typeface="+mn-ea"/>
                          <a:cs typeface="+mn-cs"/>
                        </a:rPr>
                        <a:t>€</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179854567"/>
                  </a:ext>
                </a:extLst>
              </a:tr>
            </a:tbl>
          </a:graphicData>
        </a:graphic>
      </p:graphicFrame>
      <p:sp>
        <p:nvSpPr>
          <p:cNvPr id="12" name="Rectangle 11">
            <a:extLst>
              <a:ext uri="{FF2B5EF4-FFF2-40B4-BE49-F238E27FC236}">
                <a16:creationId xmlns:a16="http://schemas.microsoft.com/office/drawing/2014/main" id="{0BE28793-D272-35E6-F639-7D2131EA7A49}"/>
              </a:ext>
            </a:extLst>
          </p:cNvPr>
          <p:cNvSpPr/>
          <p:nvPr/>
        </p:nvSpPr>
        <p:spPr>
          <a:xfrm>
            <a:off x="5545679" y="4107562"/>
            <a:ext cx="3763213" cy="2443139"/>
          </a:xfrm>
          <a:prstGeom prst="rect">
            <a:avLst/>
          </a:prstGeom>
          <a:solidFill>
            <a:schemeClr val="bg1"/>
          </a:solidFill>
          <a:ln>
            <a:solidFill>
              <a:schemeClr val="tx2"/>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13" name="ZoneTexte 12">
            <a:extLst>
              <a:ext uri="{FF2B5EF4-FFF2-40B4-BE49-F238E27FC236}">
                <a16:creationId xmlns:a16="http://schemas.microsoft.com/office/drawing/2014/main" id="{6CA8F299-EAD8-F44C-1AC0-C156C99BFE79}"/>
              </a:ext>
            </a:extLst>
          </p:cNvPr>
          <p:cNvSpPr txBox="1"/>
          <p:nvPr/>
        </p:nvSpPr>
        <p:spPr>
          <a:xfrm>
            <a:off x="5545679" y="4175430"/>
            <a:ext cx="2777299" cy="830997"/>
          </a:xfrm>
          <a:prstGeom prst="rect">
            <a:avLst/>
          </a:prstGeom>
          <a:noFill/>
        </p:spPr>
        <p:txBody>
          <a:bodyPr wrap="none" rtlCol="0">
            <a:spAutoFit/>
          </a:bodyPr>
          <a:lstStyle/>
          <a:p>
            <a:r>
              <a:rPr lang="fr-FR" sz="1200" b="1" dirty="0">
                <a:latin typeface="Arial Nova" panose="020B0504020202020204" pitchFamily="34" charset="0"/>
              </a:rPr>
              <a:t>Bon pour accord</a:t>
            </a:r>
          </a:p>
          <a:p>
            <a:r>
              <a:rPr lang="fr-FR" sz="1200" dirty="0">
                <a:latin typeface="Arial Nova" panose="020B0504020202020204" pitchFamily="34" charset="0"/>
              </a:rPr>
              <a:t>Date </a:t>
            </a:r>
          </a:p>
          <a:p>
            <a:r>
              <a:rPr lang="fr-FR" sz="1200" dirty="0">
                <a:latin typeface="Arial Nova" panose="020B0504020202020204" pitchFamily="34" charset="0"/>
              </a:rPr>
              <a:t>Nom, prénom et fonction du signataire</a:t>
            </a:r>
          </a:p>
          <a:p>
            <a:r>
              <a:rPr lang="fr-FR" sz="1200" dirty="0">
                <a:latin typeface="Arial Nova" panose="020B0504020202020204" pitchFamily="34" charset="0"/>
              </a:rPr>
              <a:t>Signature et cachet</a:t>
            </a:r>
          </a:p>
        </p:txBody>
      </p:sp>
      <p:sp>
        <p:nvSpPr>
          <p:cNvPr id="14" name="ZoneTexte 13">
            <a:extLst>
              <a:ext uri="{FF2B5EF4-FFF2-40B4-BE49-F238E27FC236}">
                <a16:creationId xmlns:a16="http://schemas.microsoft.com/office/drawing/2014/main" id="{09B4CB37-7983-FBF9-400D-1D0E67B08DD2}"/>
              </a:ext>
            </a:extLst>
          </p:cNvPr>
          <p:cNvSpPr txBox="1"/>
          <p:nvPr/>
        </p:nvSpPr>
        <p:spPr>
          <a:xfrm>
            <a:off x="753872" y="4077583"/>
            <a:ext cx="3159839" cy="261610"/>
          </a:xfrm>
          <a:prstGeom prst="rect">
            <a:avLst/>
          </a:prstGeom>
          <a:noFill/>
        </p:spPr>
        <p:txBody>
          <a:bodyPr wrap="none" rtlCol="0">
            <a:spAutoFit/>
          </a:bodyPr>
          <a:lstStyle/>
          <a:p>
            <a:r>
              <a:rPr lang="fr-FR" sz="1100" b="1" dirty="0">
                <a:latin typeface="Arial Nova" panose="020B0504020202020204" pitchFamily="34" charset="0"/>
              </a:rPr>
              <a:t>Frais d’accès aux service et mise en service :</a:t>
            </a:r>
          </a:p>
        </p:txBody>
      </p:sp>
      <p:sp>
        <p:nvSpPr>
          <p:cNvPr id="15" name="ZoneTexte 14">
            <a:extLst>
              <a:ext uri="{FF2B5EF4-FFF2-40B4-BE49-F238E27FC236}">
                <a16:creationId xmlns:a16="http://schemas.microsoft.com/office/drawing/2014/main" id="{ACAE46B7-D0B1-9C7E-16DD-B6EA9B68603B}"/>
              </a:ext>
            </a:extLst>
          </p:cNvPr>
          <p:cNvSpPr txBox="1"/>
          <p:nvPr/>
        </p:nvSpPr>
        <p:spPr>
          <a:xfrm>
            <a:off x="753872" y="4442385"/>
            <a:ext cx="1656223" cy="261610"/>
          </a:xfrm>
          <a:prstGeom prst="rect">
            <a:avLst/>
          </a:prstGeom>
          <a:noFill/>
        </p:spPr>
        <p:txBody>
          <a:bodyPr wrap="none" rtlCol="0">
            <a:spAutoFit/>
          </a:bodyPr>
          <a:lstStyle/>
          <a:p>
            <a:r>
              <a:rPr lang="fr-FR" sz="1100" b="1" dirty="0">
                <a:latin typeface="Arial Nova" panose="020B0504020202020204" pitchFamily="34" charset="0"/>
              </a:rPr>
              <a:t>Durée d’engagement :</a:t>
            </a:r>
          </a:p>
        </p:txBody>
      </p:sp>
      <p:sp>
        <p:nvSpPr>
          <p:cNvPr id="16" name="ZoneTexte 15">
            <a:extLst>
              <a:ext uri="{FF2B5EF4-FFF2-40B4-BE49-F238E27FC236}">
                <a16:creationId xmlns:a16="http://schemas.microsoft.com/office/drawing/2014/main" id="{18BF1AA4-8820-B18B-84B2-99DB334E0508}"/>
              </a:ext>
            </a:extLst>
          </p:cNvPr>
          <p:cNvSpPr txBox="1"/>
          <p:nvPr/>
        </p:nvSpPr>
        <p:spPr>
          <a:xfrm>
            <a:off x="753872" y="4845677"/>
            <a:ext cx="1023037" cy="261610"/>
          </a:xfrm>
          <a:prstGeom prst="rect">
            <a:avLst/>
          </a:prstGeom>
          <a:noFill/>
        </p:spPr>
        <p:txBody>
          <a:bodyPr wrap="none" rtlCol="0">
            <a:spAutoFit/>
          </a:bodyPr>
          <a:lstStyle/>
          <a:p>
            <a:r>
              <a:rPr lang="fr-FR" sz="1100" b="1" dirty="0">
                <a:latin typeface="Arial Nova" panose="020B0504020202020204" pitchFamily="34" charset="0"/>
              </a:rPr>
              <a:t>Facturation :</a:t>
            </a:r>
          </a:p>
        </p:txBody>
      </p:sp>
      <p:sp>
        <p:nvSpPr>
          <p:cNvPr id="19" name="ZoneTexte 18">
            <a:extLst>
              <a:ext uri="{FF2B5EF4-FFF2-40B4-BE49-F238E27FC236}">
                <a16:creationId xmlns:a16="http://schemas.microsoft.com/office/drawing/2014/main" id="{FA701CE2-97D5-B269-58DA-B84EDE213AC5}"/>
              </a:ext>
            </a:extLst>
          </p:cNvPr>
          <p:cNvSpPr txBox="1"/>
          <p:nvPr/>
        </p:nvSpPr>
        <p:spPr>
          <a:xfrm>
            <a:off x="732978" y="5494234"/>
            <a:ext cx="4369610" cy="1061829"/>
          </a:xfrm>
          <a:prstGeom prst="rect">
            <a:avLst/>
          </a:prstGeom>
          <a:noFill/>
        </p:spPr>
        <p:txBody>
          <a:bodyPr wrap="square" rtlCol="0">
            <a:spAutoFit/>
          </a:bodyPr>
          <a:lstStyle/>
          <a:p>
            <a:r>
              <a:rPr lang="fr-FR" sz="1050" dirty="0">
                <a:latin typeface="Arial Nova" panose="020B0504020202020204" pitchFamily="34" charset="0"/>
              </a:rPr>
              <a:t>Le Client reconnait avoir pris connaissance et accepter sans réserve les Conditions Générales et les Conditions spécifiques se rapportant aux produits et services visés dans ce Bon de commande. La signature de celui-ci vaut engagement ferme et définitif du Client sur l'ensemble des termes et conditions de l'offre. Le Client accepte un paiement par prélèvement bancaire et joins à cette fin un relevé d'identité bancaire.</a:t>
            </a:r>
          </a:p>
        </p:txBody>
      </p:sp>
      <p:pic>
        <p:nvPicPr>
          <p:cNvPr id="2" name="Image 1">
            <a:extLst>
              <a:ext uri="{FF2B5EF4-FFF2-40B4-BE49-F238E27FC236}">
                <a16:creationId xmlns:a16="http://schemas.microsoft.com/office/drawing/2014/main" id="{405F1643-7EA9-2771-BEB2-43589BBB9CAA}"/>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3" name="Rectangle 2">
            <a:extLst>
              <a:ext uri="{FF2B5EF4-FFF2-40B4-BE49-F238E27FC236}">
                <a16:creationId xmlns:a16="http://schemas.microsoft.com/office/drawing/2014/main" id="{2AB92045-915F-C0ED-D303-4A28D03F8474}"/>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4" name="ZoneTexte 3">
            <a:extLst>
              <a:ext uri="{FF2B5EF4-FFF2-40B4-BE49-F238E27FC236}">
                <a16:creationId xmlns:a16="http://schemas.microsoft.com/office/drawing/2014/main" id="{E390E96C-B70B-C1B1-9D66-55B2D5AB33CC}"/>
              </a:ext>
            </a:extLst>
          </p:cNvPr>
          <p:cNvSpPr txBox="1"/>
          <p:nvPr/>
        </p:nvSpPr>
        <p:spPr>
          <a:xfrm>
            <a:off x="753872" y="5223541"/>
            <a:ext cx="4299575" cy="261610"/>
          </a:xfrm>
          <a:prstGeom prst="rect">
            <a:avLst/>
          </a:prstGeom>
          <a:noFill/>
        </p:spPr>
        <p:txBody>
          <a:bodyPr wrap="none" rtlCol="0">
            <a:spAutoFit/>
          </a:bodyPr>
          <a:lstStyle/>
          <a:p>
            <a:r>
              <a:rPr lang="fr-FR" sz="1100" b="1" dirty="0">
                <a:latin typeface="Arial Nova" panose="020B0504020202020204" pitchFamily="34" charset="0"/>
              </a:rPr>
              <a:t>Échéance du prélèvement : </a:t>
            </a:r>
            <a:r>
              <a:rPr lang="fr-FR" sz="1000" dirty="0">
                <a:latin typeface="Arial Nova" panose="020B0504020202020204" pitchFamily="34" charset="0"/>
              </a:rPr>
              <a:t>Règlement par prélèvement </a:t>
            </a:r>
            <a:r>
              <a:rPr lang="fr-FR" sz="1000" dirty="0">
                <a:highlight>
                  <a:srgbClr val="FFFF00"/>
                </a:highlight>
                <a:latin typeface="Arial Nova" panose="020B0504020202020204" pitchFamily="34" charset="0"/>
              </a:rPr>
              <a:t>[périodicité]</a:t>
            </a:r>
            <a:endParaRPr lang="fr-FR" sz="1100" b="1" dirty="0">
              <a:highlight>
                <a:srgbClr val="FFFF00"/>
              </a:highlight>
              <a:latin typeface="Arial Nova" panose="020B0504020202020204" pitchFamily="34" charset="0"/>
            </a:endParaRPr>
          </a:p>
        </p:txBody>
      </p:sp>
      <p:sp>
        <p:nvSpPr>
          <p:cNvPr id="7" name="ZoneTexte 6">
            <a:extLst>
              <a:ext uri="{FF2B5EF4-FFF2-40B4-BE49-F238E27FC236}">
                <a16:creationId xmlns:a16="http://schemas.microsoft.com/office/drawing/2014/main" id="{0FF9AB31-BC16-B05D-02AA-4A4CCE040FCF}"/>
              </a:ext>
            </a:extLst>
          </p:cNvPr>
          <p:cNvSpPr txBox="1"/>
          <p:nvPr/>
        </p:nvSpPr>
        <p:spPr>
          <a:xfrm>
            <a:off x="753872" y="6692383"/>
            <a:ext cx="8555020" cy="830997"/>
          </a:xfrm>
          <a:prstGeom prst="rect">
            <a:avLst/>
          </a:prstGeom>
          <a:noFill/>
        </p:spPr>
        <p:txBody>
          <a:bodyPr wrap="square">
            <a:spAutoFit/>
          </a:bodyPr>
          <a:lstStyle/>
          <a:p>
            <a:pPr algn="just"/>
            <a:r>
              <a:rPr lang="fr-FR" sz="800" dirty="0"/>
              <a:t>Les données à caractère personnel collectées dans le cadre des présentes sont nécessaires pour l'exécution de la commande reçue du Client et font l'objet d'un usage strictement réservé à </a:t>
            </a:r>
            <a:r>
              <a:rPr lang="fr-FR" sz="800" dirty="0" err="1"/>
              <a:t>Koesio</a:t>
            </a:r>
            <a:r>
              <a:rPr lang="fr-FR" sz="800" dirty="0"/>
              <a:t>. Conformément à la loi "Informatique et Libertés" du 6 janvier 1978 modifiée et au Règlement Européen sur la Protection des Données n°2016/679, toute personne concernée dispose à tout moment d'un droit d'accès, d'opposition, de rectification, de copie et de suppression ainsi qu'un droit à la portabilité et à la limitation du traitement des données la concernant, y compris le droit de définir des directives, spécifiques ou générales, relatives au sort de mes données post-mortem, en adressant sa demande via le formulaire disponible sur koesio.com soit par voie postale (cf. adresse de </a:t>
            </a:r>
            <a:r>
              <a:rPr lang="fr-FR" sz="800" dirty="0" err="1"/>
              <a:t>koesio</a:t>
            </a:r>
            <a:r>
              <a:rPr lang="fr-FR" sz="800" dirty="0"/>
              <a:t> mentionnée en tête des présentes ou disponible sur koesio.com). Toute personne concernée peut introduire une réclamation auprès de la CNIL dans le cas où ses données personnelles ne seraient pas traitées de manière conforme à la réglementation. Pour plus d'information le Client est invité à consulter la Politique de protection des données personnelles de </a:t>
            </a:r>
            <a:r>
              <a:rPr lang="fr-FR" sz="800" dirty="0" err="1"/>
              <a:t>Koesio</a:t>
            </a:r>
            <a:r>
              <a:rPr lang="fr-FR" sz="800" dirty="0"/>
              <a:t> disponible sur koesio.com</a:t>
            </a:r>
          </a:p>
        </p:txBody>
      </p:sp>
    </p:spTree>
    <p:extLst>
      <p:ext uri="{BB962C8B-B14F-4D97-AF65-F5344CB8AC3E}">
        <p14:creationId xmlns:p14="http://schemas.microsoft.com/office/powerpoint/2010/main" val="34180822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785E3-1601-D8DC-8AC7-08D5CC495291}"/>
            </a:ext>
          </a:extLst>
        </p:cNvPr>
        <p:cNvGrpSpPr/>
        <p:nvPr/>
      </p:nvGrpSpPr>
      <p:grpSpPr>
        <a:xfrm>
          <a:off x="0" y="0"/>
          <a:ext cx="0" cy="0"/>
          <a:chOff x="0" y="0"/>
          <a:chExt cx="0" cy="0"/>
        </a:xfrm>
      </p:grpSpPr>
      <p:sp>
        <p:nvSpPr>
          <p:cNvPr id="3" name="Espace réservé du texte 1">
            <a:extLst>
              <a:ext uri="{FF2B5EF4-FFF2-40B4-BE49-F238E27FC236}">
                <a16:creationId xmlns:a16="http://schemas.microsoft.com/office/drawing/2014/main" id="{97F1DEF5-6DBD-249C-6DAA-6482FF45E0B5}"/>
              </a:ext>
            </a:extLst>
          </p:cNvPr>
          <p:cNvSpPr txBox="1">
            <a:spLocks/>
          </p:cNvSpPr>
          <p:nvPr/>
        </p:nvSpPr>
        <p:spPr>
          <a:xfrm>
            <a:off x="1599902" y="2985622"/>
            <a:ext cx="4407198" cy="886753"/>
          </a:xfrm>
          <a:prstGeom prst="rect">
            <a:avLst/>
          </a:prstGeom>
          <a:noFill/>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3600" b="1" dirty="0">
                <a:solidFill>
                  <a:schemeClr val="tx1"/>
                </a:solidFill>
                <a:latin typeface="Century Gothic" panose="020B0502020202020204" pitchFamily="34" charset="0"/>
              </a:rPr>
              <a:t>Koesio vous accompagne dans vos enjeux numériques</a:t>
            </a:r>
          </a:p>
        </p:txBody>
      </p:sp>
      <p:sp>
        <p:nvSpPr>
          <p:cNvPr id="4" name="Rectangle 3">
            <a:extLst>
              <a:ext uri="{FF2B5EF4-FFF2-40B4-BE49-F238E27FC236}">
                <a16:creationId xmlns:a16="http://schemas.microsoft.com/office/drawing/2014/main" id="{C13B1F5B-EF5C-A815-4A70-EAAD2C58C60F}"/>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6" name="Image 5">
            <a:extLst>
              <a:ext uri="{FF2B5EF4-FFF2-40B4-BE49-F238E27FC236}">
                <a16:creationId xmlns:a16="http://schemas.microsoft.com/office/drawing/2014/main" id="{99EF226B-A24C-2CA4-CC2E-864560A78F1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8" name="Rectangle 7">
            <a:extLst>
              <a:ext uri="{FF2B5EF4-FFF2-40B4-BE49-F238E27FC236}">
                <a16:creationId xmlns:a16="http://schemas.microsoft.com/office/drawing/2014/main" id="{8B0887B9-58C9-CFDE-090C-F1A5388318C7}"/>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9" name="Rectangle 8">
            <a:extLst>
              <a:ext uri="{FF2B5EF4-FFF2-40B4-BE49-F238E27FC236}">
                <a16:creationId xmlns:a16="http://schemas.microsoft.com/office/drawing/2014/main" id="{F58F9ECA-E043-339B-50A3-F6E77C631268}"/>
              </a:ext>
            </a:extLst>
          </p:cNvPr>
          <p:cNvSpPr/>
          <p:nvPr/>
        </p:nvSpPr>
        <p:spPr>
          <a:xfrm>
            <a:off x="6168735" y="2643545"/>
            <a:ext cx="3270471" cy="3270471"/>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2639C00F-3242-C77F-4C4F-559700418DC4}"/>
              </a:ext>
            </a:extLst>
          </p:cNvPr>
          <p:cNvSpPr/>
          <p:nvPr/>
        </p:nvSpPr>
        <p:spPr>
          <a:xfrm>
            <a:off x="4523076" y="5914016"/>
            <a:ext cx="1645659" cy="164565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Image 6" descr="Une image contenant habits, Visage humain, personne, sourire&#10;&#10;Le contenu généré par l’IA peut être incorrect.">
            <a:extLst>
              <a:ext uri="{FF2B5EF4-FFF2-40B4-BE49-F238E27FC236}">
                <a16:creationId xmlns:a16="http://schemas.microsoft.com/office/drawing/2014/main" id="{8C352D7F-9452-0D70-EA05-0D7DB7FF3529}"/>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5052484" y="170777"/>
            <a:ext cx="5743239" cy="5743239"/>
          </a:xfrm>
          <a:prstGeom prst="rect">
            <a:avLst/>
          </a:prstGeom>
        </p:spPr>
      </p:pic>
    </p:spTree>
    <p:extLst>
      <p:ext uri="{BB962C8B-B14F-4D97-AF65-F5344CB8AC3E}">
        <p14:creationId xmlns:p14="http://schemas.microsoft.com/office/powerpoint/2010/main" val="21611700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CE9E1-A0B7-D0CD-7DDF-6762DC02B51E}"/>
            </a:ext>
          </a:extLst>
        </p:cNvPr>
        <p:cNvGrpSpPr/>
        <p:nvPr/>
      </p:nvGrpSpPr>
      <p:grpSpPr>
        <a:xfrm>
          <a:off x="0" y="0"/>
          <a:ext cx="0" cy="0"/>
          <a:chOff x="0" y="0"/>
          <a:chExt cx="0" cy="0"/>
        </a:xfrm>
      </p:grpSpPr>
      <p:grpSp>
        <p:nvGrpSpPr>
          <p:cNvPr id="35" name="Groupe 34">
            <a:extLst>
              <a:ext uri="{FF2B5EF4-FFF2-40B4-BE49-F238E27FC236}">
                <a16:creationId xmlns:a16="http://schemas.microsoft.com/office/drawing/2014/main" id="{49A2C608-42D2-07F9-BE93-86CB53397BA8}"/>
              </a:ext>
            </a:extLst>
          </p:cNvPr>
          <p:cNvGrpSpPr/>
          <p:nvPr/>
        </p:nvGrpSpPr>
        <p:grpSpPr>
          <a:xfrm>
            <a:off x="5485670" y="2911256"/>
            <a:ext cx="4307221" cy="3187283"/>
            <a:chOff x="218022" y="2103185"/>
            <a:chExt cx="5036307" cy="3726796"/>
          </a:xfrm>
        </p:grpSpPr>
        <p:sp>
          <p:nvSpPr>
            <p:cNvPr id="36" name="Rectangle 35">
              <a:extLst>
                <a:ext uri="{FF2B5EF4-FFF2-40B4-BE49-F238E27FC236}">
                  <a16:creationId xmlns:a16="http://schemas.microsoft.com/office/drawing/2014/main" id="{F5F4BA96-6E58-A28A-F14F-7EC9AEA7D7AF}"/>
                </a:ext>
              </a:extLst>
            </p:cNvPr>
            <p:cNvSpPr/>
            <p:nvPr/>
          </p:nvSpPr>
          <p:spPr>
            <a:xfrm>
              <a:off x="3525371" y="4151953"/>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37" name="Rectangle 36">
              <a:extLst>
                <a:ext uri="{FF2B5EF4-FFF2-40B4-BE49-F238E27FC236}">
                  <a16:creationId xmlns:a16="http://schemas.microsoft.com/office/drawing/2014/main" id="{3806B0D5-18B1-6FEE-E379-7684E47C8DEC}"/>
                </a:ext>
              </a:extLst>
            </p:cNvPr>
            <p:cNvSpPr/>
            <p:nvPr/>
          </p:nvSpPr>
          <p:spPr>
            <a:xfrm>
              <a:off x="2387803" y="3037306"/>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grpSp>
          <p:nvGrpSpPr>
            <p:cNvPr id="38" name="Groupe 37">
              <a:extLst>
                <a:ext uri="{FF2B5EF4-FFF2-40B4-BE49-F238E27FC236}">
                  <a16:creationId xmlns:a16="http://schemas.microsoft.com/office/drawing/2014/main" id="{5DAEDF27-BCB3-3E5E-98CC-A281871DF7F6}"/>
                </a:ext>
              </a:extLst>
            </p:cNvPr>
            <p:cNvGrpSpPr/>
            <p:nvPr/>
          </p:nvGrpSpPr>
          <p:grpSpPr>
            <a:xfrm>
              <a:off x="218022" y="3609424"/>
              <a:ext cx="1291986" cy="1116353"/>
              <a:chOff x="3167259" y="4757935"/>
              <a:chExt cx="1813982" cy="1567390"/>
            </a:xfrm>
          </p:grpSpPr>
          <p:sp>
            <p:nvSpPr>
              <p:cNvPr id="59" name="Rectangle 58">
                <a:extLst>
                  <a:ext uri="{FF2B5EF4-FFF2-40B4-BE49-F238E27FC236}">
                    <a16:creationId xmlns:a16="http://schemas.microsoft.com/office/drawing/2014/main" id="{4B5CB016-F080-7A9A-5780-4C16B76502A9}"/>
                  </a:ext>
                </a:extLst>
              </p:cNvPr>
              <p:cNvSpPr/>
              <p:nvPr/>
            </p:nvSpPr>
            <p:spPr>
              <a:xfrm>
                <a:off x="3326994" y="4757935"/>
                <a:ext cx="1567390" cy="156739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60" name="ZoneTexte 59">
                <a:extLst>
                  <a:ext uri="{FF2B5EF4-FFF2-40B4-BE49-F238E27FC236}">
                    <a16:creationId xmlns:a16="http://schemas.microsoft.com/office/drawing/2014/main" id="{C33A5FFB-0E95-53EF-C16A-B7EA22DD76BC}"/>
                  </a:ext>
                </a:extLst>
              </p:cNvPr>
              <p:cNvSpPr txBox="1"/>
              <p:nvPr/>
            </p:nvSpPr>
            <p:spPr>
              <a:xfrm>
                <a:off x="3167259" y="5422727"/>
                <a:ext cx="1813982" cy="682118"/>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collaborateurs</a:t>
                </a:r>
              </a:p>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informatiques</a:t>
                </a:r>
              </a:p>
            </p:txBody>
          </p:sp>
          <p:sp>
            <p:nvSpPr>
              <p:cNvPr id="61" name="ZoneTexte 60">
                <a:extLst>
                  <a:ext uri="{FF2B5EF4-FFF2-40B4-BE49-F238E27FC236}">
                    <a16:creationId xmlns:a16="http://schemas.microsoft.com/office/drawing/2014/main" id="{7B8A93F5-55A7-0E88-36A9-D9DAC92BF6D1}"/>
                  </a:ext>
                </a:extLst>
              </p:cNvPr>
              <p:cNvSpPr txBox="1"/>
              <p:nvPr/>
            </p:nvSpPr>
            <p:spPr>
              <a:xfrm>
                <a:off x="3209670" y="4979844"/>
                <a:ext cx="1729159"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1000</a:t>
                </a:r>
              </a:p>
            </p:txBody>
          </p:sp>
        </p:grpSp>
        <p:grpSp>
          <p:nvGrpSpPr>
            <p:cNvPr id="39" name="Groupe 38">
              <a:extLst>
                <a:ext uri="{FF2B5EF4-FFF2-40B4-BE49-F238E27FC236}">
                  <a16:creationId xmlns:a16="http://schemas.microsoft.com/office/drawing/2014/main" id="{B4016718-2106-C5B3-7B49-1E59251CA223}"/>
                </a:ext>
              </a:extLst>
            </p:cNvPr>
            <p:cNvGrpSpPr/>
            <p:nvPr/>
          </p:nvGrpSpPr>
          <p:grpSpPr>
            <a:xfrm>
              <a:off x="1371183" y="2649148"/>
              <a:ext cx="1116354" cy="940724"/>
              <a:chOff x="4644036" y="3412813"/>
              <a:chExt cx="1567391" cy="1320800"/>
            </a:xfrm>
          </p:grpSpPr>
          <p:sp>
            <p:nvSpPr>
              <p:cNvPr id="56" name="Rectangle 55">
                <a:extLst>
                  <a:ext uri="{FF2B5EF4-FFF2-40B4-BE49-F238E27FC236}">
                    <a16:creationId xmlns:a16="http://schemas.microsoft.com/office/drawing/2014/main" id="{A47A22B4-FEAF-2BA7-0BA4-919B92CE4ED7}"/>
                  </a:ext>
                </a:extLst>
              </p:cNvPr>
              <p:cNvSpPr/>
              <p:nvPr/>
            </p:nvSpPr>
            <p:spPr>
              <a:xfrm>
                <a:off x="4767332" y="3412813"/>
                <a:ext cx="1320800" cy="1320800"/>
              </a:xfrm>
              <a:prstGeom prst="rect">
                <a:avLst/>
              </a:prstGeom>
              <a:solidFill>
                <a:schemeClr val="accent2"/>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7" name="ZoneTexte 56">
                <a:extLst>
                  <a:ext uri="{FF2B5EF4-FFF2-40B4-BE49-F238E27FC236}">
                    <a16:creationId xmlns:a16="http://schemas.microsoft.com/office/drawing/2014/main" id="{2A4A9BB9-2C3F-0216-8704-421726358C52}"/>
                  </a:ext>
                </a:extLst>
              </p:cNvPr>
              <p:cNvSpPr txBox="1"/>
              <p:nvPr/>
            </p:nvSpPr>
            <p:spPr>
              <a:xfrm>
                <a:off x="4767333" y="4031855"/>
                <a:ext cx="1336021" cy="416850"/>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M€ de CA</a:t>
                </a:r>
              </a:p>
            </p:txBody>
          </p:sp>
          <p:sp>
            <p:nvSpPr>
              <p:cNvPr id="58" name="ZoneTexte 57">
                <a:extLst>
                  <a:ext uri="{FF2B5EF4-FFF2-40B4-BE49-F238E27FC236}">
                    <a16:creationId xmlns:a16="http://schemas.microsoft.com/office/drawing/2014/main" id="{B7A46F56-9831-5320-8930-A0BEC6B8AB44}"/>
                  </a:ext>
                </a:extLst>
              </p:cNvPr>
              <p:cNvSpPr txBox="1"/>
              <p:nvPr/>
            </p:nvSpPr>
            <p:spPr>
              <a:xfrm>
                <a:off x="4644036" y="3674683"/>
                <a:ext cx="1567391" cy="530535"/>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450 </a:t>
                </a:r>
              </a:p>
            </p:txBody>
          </p:sp>
        </p:grpSp>
        <p:grpSp>
          <p:nvGrpSpPr>
            <p:cNvPr id="40" name="Groupe 39">
              <a:extLst>
                <a:ext uri="{FF2B5EF4-FFF2-40B4-BE49-F238E27FC236}">
                  <a16:creationId xmlns:a16="http://schemas.microsoft.com/office/drawing/2014/main" id="{85A7B732-DD74-8789-F1E8-FE67E767234D}"/>
                </a:ext>
              </a:extLst>
            </p:cNvPr>
            <p:cNvGrpSpPr/>
            <p:nvPr/>
          </p:nvGrpSpPr>
          <p:grpSpPr>
            <a:xfrm>
              <a:off x="2410560" y="3589872"/>
              <a:ext cx="1129218" cy="1116354"/>
              <a:chOff x="2127764" y="3438741"/>
              <a:chExt cx="1336020" cy="1320800"/>
            </a:xfrm>
          </p:grpSpPr>
          <p:sp>
            <p:nvSpPr>
              <p:cNvPr id="53" name="Rectangle 52">
                <a:extLst>
                  <a:ext uri="{FF2B5EF4-FFF2-40B4-BE49-F238E27FC236}">
                    <a16:creationId xmlns:a16="http://schemas.microsoft.com/office/drawing/2014/main" id="{CBA2D50B-F592-922A-A5A3-2BA6DFF9ADA5}"/>
                  </a:ext>
                </a:extLst>
              </p:cNvPr>
              <p:cNvSpPr/>
              <p:nvPr/>
            </p:nvSpPr>
            <p:spPr>
              <a:xfrm>
                <a:off x="2127764" y="3438741"/>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54" name="ZoneTexte 53">
                <a:extLst>
                  <a:ext uri="{FF2B5EF4-FFF2-40B4-BE49-F238E27FC236}">
                    <a16:creationId xmlns:a16="http://schemas.microsoft.com/office/drawing/2014/main" id="{515B2F68-9863-0F45-200F-8EBF6C324C6E}"/>
                  </a:ext>
                </a:extLst>
              </p:cNvPr>
              <p:cNvSpPr txBox="1"/>
              <p:nvPr/>
            </p:nvSpPr>
            <p:spPr>
              <a:xfrm>
                <a:off x="2127764" y="4095113"/>
                <a:ext cx="1336020" cy="351269"/>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Datacenters</a:t>
                </a:r>
                <a:endParaRPr lang="fr-FR" sz="750" kern="0" dirty="0">
                  <a:solidFill>
                    <a:schemeClr val="bg1"/>
                  </a:solidFill>
                  <a:latin typeface="Arial Nova" panose="020B0504020202020204" pitchFamily="34" charset="0"/>
                  <a:cs typeface="Arial" panose="020B0604020202020204" pitchFamily="34" charset="0"/>
                </a:endParaRPr>
              </a:p>
            </p:txBody>
          </p:sp>
          <p:sp>
            <p:nvSpPr>
              <p:cNvPr id="55" name="ZoneTexte 54">
                <a:extLst>
                  <a:ext uri="{FF2B5EF4-FFF2-40B4-BE49-F238E27FC236}">
                    <a16:creationId xmlns:a16="http://schemas.microsoft.com/office/drawing/2014/main" id="{CB79A269-69B9-0319-4AC2-5DB478D7387F}"/>
                  </a:ext>
                </a:extLst>
              </p:cNvPr>
              <p:cNvSpPr txBox="1"/>
              <p:nvPr/>
            </p:nvSpPr>
            <p:spPr>
              <a:xfrm>
                <a:off x="2127765" y="3785565"/>
                <a:ext cx="1320798" cy="447069"/>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4</a:t>
                </a:r>
              </a:p>
            </p:txBody>
          </p:sp>
        </p:grpSp>
        <p:grpSp>
          <p:nvGrpSpPr>
            <p:cNvPr id="41" name="Groupe 40">
              <a:extLst>
                <a:ext uri="{FF2B5EF4-FFF2-40B4-BE49-F238E27FC236}">
                  <a16:creationId xmlns:a16="http://schemas.microsoft.com/office/drawing/2014/main" id="{E65A0E00-6BA7-8865-B1DC-4EFD5CB8CC8E}"/>
                </a:ext>
              </a:extLst>
            </p:cNvPr>
            <p:cNvGrpSpPr/>
            <p:nvPr/>
          </p:nvGrpSpPr>
          <p:grpSpPr>
            <a:xfrm>
              <a:off x="3468034" y="2634496"/>
              <a:ext cx="1116354" cy="940723"/>
              <a:chOff x="3323236" y="4757935"/>
              <a:chExt cx="1567391" cy="1320800"/>
            </a:xfrm>
          </p:grpSpPr>
          <p:sp>
            <p:nvSpPr>
              <p:cNvPr id="50" name="Rectangle 49">
                <a:extLst>
                  <a:ext uri="{FF2B5EF4-FFF2-40B4-BE49-F238E27FC236}">
                    <a16:creationId xmlns:a16="http://schemas.microsoft.com/office/drawing/2014/main" id="{72161A86-0798-8F2D-0949-8279098BB7A2}"/>
                  </a:ext>
                </a:extLst>
              </p:cNvPr>
              <p:cNvSpPr/>
              <p:nvPr/>
            </p:nvSpPr>
            <p:spPr>
              <a:xfrm>
                <a:off x="3446532" y="4757935"/>
                <a:ext cx="1320800" cy="132080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1" name="ZoneTexte 50">
                <a:extLst>
                  <a:ext uri="{FF2B5EF4-FFF2-40B4-BE49-F238E27FC236}">
                    <a16:creationId xmlns:a16="http://schemas.microsoft.com/office/drawing/2014/main" id="{2F87650E-C0AC-5E8A-7874-B0D6FCD00B2F}"/>
                  </a:ext>
                </a:extLst>
              </p:cNvPr>
              <p:cNvSpPr txBox="1"/>
              <p:nvPr/>
            </p:nvSpPr>
            <p:spPr>
              <a:xfrm>
                <a:off x="3446533" y="5295885"/>
                <a:ext cx="1336020" cy="682118"/>
              </a:xfrm>
              <a:prstGeom prst="rect">
                <a:avLst/>
              </a:prstGeom>
              <a:noFill/>
            </p:spPr>
            <p:txBody>
              <a:bodyPr wrap="square" rtlCol="0">
                <a:spAutoFit/>
              </a:bodyPr>
              <a:lstStyle/>
              <a:p>
                <a:pPr algn="ctr" defTabSz="781976">
                  <a:buClr>
                    <a:srgbClr val="3799E8"/>
                  </a:buClr>
                  <a:defRPr/>
                </a:pPr>
                <a:r>
                  <a:rPr lang="fr-FR" sz="1050" kern="0" dirty="0" err="1">
                    <a:solidFill>
                      <a:schemeClr val="bg1"/>
                    </a:solidFill>
                    <a:latin typeface="Arial Nova" panose="020B0504020202020204" pitchFamily="34" charset="0"/>
                    <a:cs typeface="Arial" panose="020B0604020202020204" pitchFamily="34" charset="0"/>
                  </a:rPr>
                  <a:t>Users</a:t>
                </a:r>
                <a:r>
                  <a:rPr lang="fr-FR" sz="1050" kern="0" dirty="0">
                    <a:solidFill>
                      <a:schemeClr val="bg1"/>
                    </a:solidFill>
                    <a:latin typeface="Arial Nova" panose="020B0504020202020204" pitchFamily="34" charset="0"/>
                    <a:cs typeface="Arial" panose="020B0604020202020204" pitchFamily="34" charset="0"/>
                  </a:rPr>
                  <a:t> managés</a:t>
                </a:r>
              </a:p>
            </p:txBody>
          </p:sp>
          <p:sp>
            <p:nvSpPr>
              <p:cNvPr id="52" name="ZoneTexte 51">
                <a:extLst>
                  <a:ext uri="{FF2B5EF4-FFF2-40B4-BE49-F238E27FC236}">
                    <a16:creationId xmlns:a16="http://schemas.microsoft.com/office/drawing/2014/main" id="{F593B589-3BB3-512C-AFA2-7DBB013EF365}"/>
                  </a:ext>
                </a:extLst>
              </p:cNvPr>
              <p:cNvSpPr txBox="1"/>
              <p:nvPr/>
            </p:nvSpPr>
            <p:spPr>
              <a:xfrm>
                <a:off x="3323236" y="4869214"/>
                <a:ext cx="1567391"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10 000</a:t>
                </a:r>
              </a:p>
            </p:txBody>
          </p:sp>
        </p:grpSp>
        <p:sp>
          <p:nvSpPr>
            <p:cNvPr id="42" name="Rectangle 41">
              <a:extLst>
                <a:ext uri="{FF2B5EF4-FFF2-40B4-BE49-F238E27FC236}">
                  <a16:creationId xmlns:a16="http://schemas.microsoft.com/office/drawing/2014/main" id="{5A2FCF93-CDDF-B380-D7D0-CA159CF90EE6}"/>
                </a:ext>
              </a:extLst>
            </p:cNvPr>
            <p:cNvSpPr/>
            <p:nvPr/>
          </p:nvSpPr>
          <p:spPr>
            <a:xfrm>
              <a:off x="1873306" y="4706226"/>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3" name="Rectangle 42">
              <a:extLst>
                <a:ext uri="{FF2B5EF4-FFF2-40B4-BE49-F238E27FC236}">
                  <a16:creationId xmlns:a16="http://schemas.microsoft.com/office/drawing/2014/main" id="{56A02A08-F783-E6CB-9FB1-2D49D93B35D8}"/>
                </a:ext>
              </a:extLst>
            </p:cNvPr>
            <p:cNvSpPr/>
            <p:nvPr/>
          </p:nvSpPr>
          <p:spPr>
            <a:xfrm>
              <a:off x="4507413" y="3575219"/>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5" name="Rectangle 44">
              <a:extLst>
                <a:ext uri="{FF2B5EF4-FFF2-40B4-BE49-F238E27FC236}">
                  <a16:creationId xmlns:a16="http://schemas.microsoft.com/office/drawing/2014/main" id="{78469E32-1AFF-99D2-A951-BA6D1E50B486}"/>
                </a:ext>
              </a:extLst>
            </p:cNvPr>
            <p:cNvSpPr/>
            <p:nvPr/>
          </p:nvSpPr>
          <p:spPr>
            <a:xfrm>
              <a:off x="905715" y="2103185"/>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grpSp>
          <p:nvGrpSpPr>
            <p:cNvPr id="46" name="Groupe 45">
              <a:extLst>
                <a:ext uri="{FF2B5EF4-FFF2-40B4-BE49-F238E27FC236}">
                  <a16:creationId xmlns:a16="http://schemas.microsoft.com/office/drawing/2014/main" id="{DD1E1650-A894-1D8C-D43A-A0C5982D8318}"/>
                </a:ext>
              </a:extLst>
            </p:cNvPr>
            <p:cNvGrpSpPr/>
            <p:nvPr/>
          </p:nvGrpSpPr>
          <p:grpSpPr>
            <a:xfrm>
              <a:off x="4050849" y="4713627"/>
              <a:ext cx="1203480" cy="1116354"/>
              <a:chOff x="2076222" y="3424366"/>
              <a:chExt cx="1423882" cy="1320800"/>
            </a:xfrm>
          </p:grpSpPr>
          <p:sp>
            <p:nvSpPr>
              <p:cNvPr id="47" name="Rectangle 46">
                <a:extLst>
                  <a:ext uri="{FF2B5EF4-FFF2-40B4-BE49-F238E27FC236}">
                    <a16:creationId xmlns:a16="http://schemas.microsoft.com/office/drawing/2014/main" id="{D1CAB370-B70A-CE88-94E0-33457B496D01}"/>
                  </a:ext>
                </a:extLst>
              </p:cNvPr>
              <p:cNvSpPr/>
              <p:nvPr/>
            </p:nvSpPr>
            <p:spPr>
              <a:xfrm>
                <a:off x="2127764" y="3424366"/>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8" name="ZoneTexte 47">
                <a:extLst>
                  <a:ext uri="{FF2B5EF4-FFF2-40B4-BE49-F238E27FC236}">
                    <a16:creationId xmlns:a16="http://schemas.microsoft.com/office/drawing/2014/main" id="{254D3E4F-6594-8459-8A64-C8E1CCA52047}"/>
                  </a:ext>
                </a:extLst>
              </p:cNvPr>
              <p:cNvSpPr txBox="1"/>
              <p:nvPr/>
            </p:nvSpPr>
            <p:spPr>
              <a:xfrm>
                <a:off x="2120153" y="3969505"/>
                <a:ext cx="1336020" cy="574803"/>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serveurs supervisés</a:t>
                </a:r>
                <a:endParaRPr lang="fr-FR" sz="750" kern="0" dirty="0">
                  <a:solidFill>
                    <a:schemeClr val="bg1"/>
                  </a:solidFill>
                  <a:latin typeface="Arial Nova" panose="020B0504020202020204" pitchFamily="34" charset="0"/>
                  <a:cs typeface="Arial" panose="020B0604020202020204" pitchFamily="34" charset="0"/>
                </a:endParaRPr>
              </a:p>
            </p:txBody>
          </p:sp>
          <p:sp>
            <p:nvSpPr>
              <p:cNvPr id="49" name="ZoneTexte 48">
                <a:extLst>
                  <a:ext uri="{FF2B5EF4-FFF2-40B4-BE49-F238E27FC236}">
                    <a16:creationId xmlns:a16="http://schemas.microsoft.com/office/drawing/2014/main" id="{AD2F365A-764B-FB57-1045-3626ECE9D563}"/>
                  </a:ext>
                </a:extLst>
              </p:cNvPr>
              <p:cNvSpPr txBox="1"/>
              <p:nvPr/>
            </p:nvSpPr>
            <p:spPr>
              <a:xfrm>
                <a:off x="2076222" y="3693778"/>
                <a:ext cx="1423882" cy="447069"/>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5 000</a:t>
                </a:r>
              </a:p>
            </p:txBody>
          </p:sp>
        </p:grpSp>
      </p:grpSp>
      <p:sp>
        <p:nvSpPr>
          <p:cNvPr id="70" name="Espace réservé du texte 1">
            <a:extLst>
              <a:ext uri="{FF2B5EF4-FFF2-40B4-BE49-F238E27FC236}">
                <a16:creationId xmlns:a16="http://schemas.microsoft.com/office/drawing/2014/main" id="{29DEE302-95E6-A7F9-9B1E-603EA0F3637E}"/>
              </a:ext>
            </a:extLst>
          </p:cNvPr>
          <p:cNvSpPr txBox="1">
            <a:spLocks/>
          </p:cNvSpPr>
          <p:nvPr/>
        </p:nvSpPr>
        <p:spPr>
          <a:xfrm>
            <a:off x="692906" y="191723"/>
            <a:ext cx="7151005" cy="655243"/>
          </a:xfrm>
          <a:prstGeom prst="rect">
            <a:avLst/>
          </a:prstGeom>
        </p:spPr>
        <p:txBody>
          <a:bodyPr>
            <a:noAutofit/>
          </a:bodyPr>
          <a:lstStyle>
            <a:lvl1pPr marL="0" indent="0" algn="l" defTabSz="1007943" rtl="0" eaLnBrk="1" latinLnBrk="0" hangingPunct="1">
              <a:lnSpc>
                <a:spcPct val="90000"/>
              </a:lnSpc>
              <a:spcBef>
                <a:spcPts val="1102"/>
              </a:spcBef>
              <a:buFont typeface="Arial" panose="020B0604020202020204" pitchFamily="34" charset="0"/>
              <a:buNone/>
              <a:defRPr sz="2400" b="1" i="0" kern="1200">
                <a:solidFill>
                  <a:schemeClr val="tx1"/>
                </a:solidFill>
                <a:latin typeface="+mj-lt"/>
                <a:ea typeface="+mn-ea"/>
                <a:cs typeface="Arial" panose="020B0604020202020204" pitchFamily="34" charset="0"/>
              </a:defRPr>
            </a:lvl1pPr>
            <a:lvl2pPr marL="755957" indent="-251986" algn="l" defTabSz="1007943" rtl="0" eaLnBrk="1" latinLnBrk="0" hangingPunct="1">
              <a:lnSpc>
                <a:spcPct val="90000"/>
              </a:lnSpc>
              <a:spcBef>
                <a:spcPts val="551"/>
              </a:spcBef>
              <a:buFont typeface="Arial" panose="020B0604020202020204" pitchFamily="34" charset="0"/>
              <a:buChar char="•"/>
              <a:defRPr sz="2425" b="0" i="0" kern="1200">
                <a:solidFill>
                  <a:schemeClr val="tx1"/>
                </a:solidFill>
                <a:latin typeface="Arial" panose="020B0604020202020204" pitchFamily="34" charset="0"/>
                <a:ea typeface="+mn-ea"/>
                <a:cs typeface="Arial" panose="020B0604020202020204" pitchFamily="34" charset="0"/>
              </a:defRPr>
            </a:lvl2pPr>
            <a:lvl3pPr marL="1259929" indent="-251986" algn="l" defTabSz="1007943" rtl="0" eaLnBrk="1" latinLnBrk="0" hangingPunct="1">
              <a:lnSpc>
                <a:spcPct val="90000"/>
              </a:lnSpc>
              <a:spcBef>
                <a:spcPts val="551"/>
              </a:spcBef>
              <a:buFont typeface="Arial" panose="020B0604020202020204" pitchFamily="34" charset="0"/>
              <a:buChar char="•"/>
              <a:defRPr sz="2205" b="0" i="0" kern="1200">
                <a:solidFill>
                  <a:schemeClr val="tx1"/>
                </a:solidFill>
                <a:latin typeface="Arial" panose="020B0604020202020204" pitchFamily="34" charset="0"/>
                <a:ea typeface="+mn-ea"/>
                <a:cs typeface="Arial" panose="020B0604020202020204" pitchFamily="34" charset="0"/>
              </a:defRPr>
            </a:lvl3pPr>
            <a:lvl4pPr marL="1763900"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4pPr>
            <a:lvl5pPr marL="2267872"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r>
              <a:rPr lang="fr-FR" sz="2051" dirty="0">
                <a:latin typeface="Century Gothic" panose="020B0502020202020204" pitchFamily="34" charset="0"/>
              </a:rPr>
              <a:t>L’expertise métier comme réponse à vos enjeux IT </a:t>
            </a:r>
            <a:r>
              <a:rPr lang="fr-FR" sz="2051" dirty="0">
                <a:solidFill>
                  <a:srgbClr val="E94B57"/>
                </a:solidFill>
                <a:latin typeface="Century Gothic" panose="020B0502020202020204" pitchFamily="34" charset="0"/>
              </a:rPr>
              <a:t>Informatique &amp; Sécurité</a:t>
            </a:r>
          </a:p>
          <a:p>
            <a:endParaRPr lang="fr-FR" sz="2051" dirty="0">
              <a:latin typeface="Century Gothic" panose="020B0502020202020204" pitchFamily="34" charset="0"/>
            </a:endParaRPr>
          </a:p>
        </p:txBody>
      </p:sp>
      <p:sp>
        <p:nvSpPr>
          <p:cNvPr id="72" name="ZoneTexte 71">
            <a:extLst>
              <a:ext uri="{FF2B5EF4-FFF2-40B4-BE49-F238E27FC236}">
                <a16:creationId xmlns:a16="http://schemas.microsoft.com/office/drawing/2014/main" id="{90D5CBDF-8D76-F3BB-72F5-3F675EE8399B}"/>
              </a:ext>
            </a:extLst>
          </p:cNvPr>
          <p:cNvSpPr txBox="1"/>
          <p:nvPr/>
        </p:nvSpPr>
        <p:spPr>
          <a:xfrm>
            <a:off x="692906" y="1364836"/>
            <a:ext cx="7819508" cy="738664"/>
          </a:xfrm>
          <a:prstGeom prst="rect">
            <a:avLst/>
          </a:prstGeom>
          <a:noFill/>
        </p:spPr>
        <p:txBody>
          <a:bodyPr wrap="square">
            <a:spAutoFit/>
          </a:bodyPr>
          <a:lstStyle>
            <a:defPPr>
              <a:defRPr lang="en-US"/>
            </a:defPPr>
            <a:lvl1pPr marR="0" lvl="0" indent="0" defTabSz="914400" fontAlgn="auto">
              <a:lnSpc>
                <a:spcPct val="100000"/>
              </a:lnSpc>
              <a:spcBef>
                <a:spcPts val="0"/>
              </a:spcBef>
              <a:spcAft>
                <a:spcPts val="600"/>
              </a:spcAft>
              <a:buClrTx/>
              <a:buSzTx/>
              <a:buFontTx/>
              <a:buNone/>
              <a:tabLst/>
              <a:defRPr kumimoji="0" sz="1200" b="0" i="0" u="none" strike="noStrike" cap="none" spc="0" normalizeH="0" baseline="0">
                <a:ln>
                  <a:noFill/>
                </a:ln>
                <a:effectLst/>
                <a:uLnTx/>
                <a:uFillTx/>
                <a:latin typeface="Century Gothic" panose="020B0502020202020204" pitchFamily="34" charset="0"/>
                <a:ea typeface="Open Sans" panose="020B0606030504020204" pitchFamily="34" charset="0"/>
                <a:cs typeface="Open Sans" panose="020B0606030504020204" pitchFamily="34" charset="0"/>
              </a:defRPr>
            </a:lvl1pPr>
          </a:lstStyle>
          <a:p>
            <a:r>
              <a:rPr lang="fr-FR" sz="1400" dirty="0">
                <a:latin typeface="Arial Nova" panose="020B0504020202020204" pitchFamily="34" charset="0"/>
                <a:sym typeface="Open Sans"/>
              </a:rPr>
              <a:t>Notre croissance sur les métiers de l’informatique a démarré dès 2002, et s’est particulièrement accrue depuis 2018, pour nous permettre de devenir leader dans les métiers numériques en France, autour d’une mission. </a:t>
            </a:r>
            <a:r>
              <a:rPr lang="fr-FR" sz="1400" b="1" dirty="0">
                <a:latin typeface="Arial Nova" panose="020B0504020202020204" pitchFamily="34" charset="0"/>
                <a:sym typeface="Open Sans"/>
              </a:rPr>
              <a:t>Un seul guichet pour tous vos enjeux numériques !</a:t>
            </a:r>
          </a:p>
        </p:txBody>
      </p:sp>
      <p:sp>
        <p:nvSpPr>
          <p:cNvPr id="3" name="ZoneTexte 2">
            <a:extLst>
              <a:ext uri="{FF2B5EF4-FFF2-40B4-BE49-F238E27FC236}">
                <a16:creationId xmlns:a16="http://schemas.microsoft.com/office/drawing/2014/main" id="{775FB574-5E38-BACD-CC61-650F257AB3AC}"/>
              </a:ext>
            </a:extLst>
          </p:cNvPr>
          <p:cNvSpPr txBox="1"/>
          <p:nvPr/>
        </p:nvSpPr>
        <p:spPr>
          <a:xfrm>
            <a:off x="930677" y="2696364"/>
            <a:ext cx="4249632" cy="3723840"/>
          </a:xfrm>
          <a:prstGeom prst="rect">
            <a:avLst/>
          </a:prstGeom>
          <a:noFill/>
        </p:spPr>
        <p:txBody>
          <a:bodyPr wrap="square">
            <a:spAutoFit/>
          </a:bodyPr>
          <a:lstStyle/>
          <a:p>
            <a:r>
              <a:rPr lang="fr-FR" sz="1999" b="1" dirty="0" err="1">
                <a:latin typeface="Arial Nova" panose="020B0504020202020204" pitchFamily="34" charset="0"/>
                <a:sym typeface="Open Sans"/>
              </a:rPr>
              <a:t>Koesio</a:t>
            </a:r>
            <a:r>
              <a:rPr lang="fr-FR" sz="1999" b="1" dirty="0">
                <a:latin typeface="Arial Nova" panose="020B0504020202020204" pitchFamily="34" charset="0"/>
                <a:sym typeface="Open Sans"/>
              </a:rPr>
              <a:t>, une synergie parfaite des métiers informatiques</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Avec notre expertise en services managés, nous </a:t>
            </a:r>
            <a:r>
              <a:rPr lang="fr-FR" sz="1400" b="1" dirty="0">
                <a:latin typeface="Arial Nova" panose="020B0504020202020204" pitchFamily="34" charset="0"/>
              </a:rPr>
              <a:t>pilotons proactivement vos postes informatiques</a:t>
            </a:r>
            <a:r>
              <a:rPr lang="fr-FR" sz="1400" dirty="0">
                <a:latin typeface="Arial Nova" panose="020B0504020202020204" pitchFamily="34" charset="0"/>
              </a:rPr>
              <a:t>, à distance avec un service illimité.</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Avec nos volumes d’achat, nous vous donnons accès au </a:t>
            </a:r>
            <a:r>
              <a:rPr lang="fr-FR" sz="1400" b="1" dirty="0">
                <a:latin typeface="Arial Nova" panose="020B0504020202020204" pitchFamily="34" charset="0"/>
              </a:rPr>
              <a:t>plus</a:t>
            </a:r>
            <a:r>
              <a:rPr lang="fr-FR" sz="1400" dirty="0">
                <a:latin typeface="Arial Nova" panose="020B0504020202020204" pitchFamily="34" charset="0"/>
              </a:rPr>
              <a:t> </a:t>
            </a:r>
            <a:r>
              <a:rPr lang="fr-FR" sz="1400" b="1" dirty="0">
                <a:latin typeface="Arial Nova" panose="020B0504020202020204" pitchFamily="34" charset="0"/>
              </a:rPr>
              <a:t>grand stock d’équipements informatiques et négocient au mieux les prix</a:t>
            </a:r>
            <a:r>
              <a:rPr lang="fr-FR" sz="1400" dirty="0">
                <a:latin typeface="Arial Nova" panose="020B0504020202020204" pitchFamily="34" charset="0"/>
              </a:rPr>
              <a:t>.</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Nos experts informatiques régionaux configurent, suivent et agissent pour vous </a:t>
            </a:r>
            <a:r>
              <a:rPr lang="fr-FR" sz="1400" b="1" dirty="0">
                <a:latin typeface="Arial Nova" panose="020B0504020202020204" pitchFamily="34" charset="0"/>
              </a:rPr>
              <a:t>garantir le maintien en conditions opérationnelles de votre IT</a:t>
            </a:r>
          </a:p>
        </p:txBody>
      </p:sp>
      <p:sp>
        <p:nvSpPr>
          <p:cNvPr id="4" name="Rectangle 3">
            <a:extLst>
              <a:ext uri="{FF2B5EF4-FFF2-40B4-BE49-F238E27FC236}">
                <a16:creationId xmlns:a16="http://schemas.microsoft.com/office/drawing/2014/main" id="{AC92B68D-89F1-FF68-EB4F-2C7B496D75E6}"/>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5" name="Image 4">
            <a:extLst>
              <a:ext uri="{FF2B5EF4-FFF2-40B4-BE49-F238E27FC236}">
                <a16:creationId xmlns:a16="http://schemas.microsoft.com/office/drawing/2014/main" id="{2F37630A-98EE-3171-2D25-62AAA36AEF2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6" name="Rectangle 5">
            <a:extLst>
              <a:ext uri="{FF2B5EF4-FFF2-40B4-BE49-F238E27FC236}">
                <a16:creationId xmlns:a16="http://schemas.microsoft.com/office/drawing/2014/main" id="{E01D55E8-F50B-AA6A-548F-7B881F3902CC}"/>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Tree>
    <p:extLst>
      <p:ext uri="{BB962C8B-B14F-4D97-AF65-F5344CB8AC3E}">
        <p14:creationId xmlns:p14="http://schemas.microsoft.com/office/powerpoint/2010/main" val="4302802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F3B6C7-ED8A-7600-7C10-556FD460198B}"/>
            </a:ext>
          </a:extLst>
        </p:cNvPr>
        <p:cNvGrpSpPr/>
        <p:nvPr/>
      </p:nvGrpSpPr>
      <p:grpSpPr>
        <a:xfrm>
          <a:off x="0" y="0"/>
          <a:ext cx="0" cy="0"/>
          <a:chOff x="0" y="0"/>
          <a:chExt cx="0" cy="0"/>
        </a:xfrm>
      </p:grpSpPr>
      <p:grpSp>
        <p:nvGrpSpPr>
          <p:cNvPr id="35" name="Groupe 34">
            <a:extLst>
              <a:ext uri="{FF2B5EF4-FFF2-40B4-BE49-F238E27FC236}">
                <a16:creationId xmlns:a16="http://schemas.microsoft.com/office/drawing/2014/main" id="{AC9BC1E2-44E6-0CDF-31A7-23E1976F48F5}"/>
              </a:ext>
            </a:extLst>
          </p:cNvPr>
          <p:cNvGrpSpPr/>
          <p:nvPr/>
        </p:nvGrpSpPr>
        <p:grpSpPr>
          <a:xfrm>
            <a:off x="5564328" y="2877540"/>
            <a:ext cx="4324570" cy="3217089"/>
            <a:chOff x="241299" y="2080487"/>
            <a:chExt cx="5056594" cy="3761648"/>
          </a:xfrm>
        </p:grpSpPr>
        <p:sp>
          <p:nvSpPr>
            <p:cNvPr id="36" name="Rectangle 35">
              <a:extLst>
                <a:ext uri="{FF2B5EF4-FFF2-40B4-BE49-F238E27FC236}">
                  <a16:creationId xmlns:a16="http://schemas.microsoft.com/office/drawing/2014/main" id="{E651D44A-28B2-C78F-223D-3A3C4922FB2A}"/>
                </a:ext>
              </a:extLst>
            </p:cNvPr>
            <p:cNvSpPr/>
            <p:nvPr/>
          </p:nvSpPr>
          <p:spPr>
            <a:xfrm>
              <a:off x="3525371" y="4164103"/>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37" name="Rectangle 36">
              <a:extLst>
                <a:ext uri="{FF2B5EF4-FFF2-40B4-BE49-F238E27FC236}">
                  <a16:creationId xmlns:a16="http://schemas.microsoft.com/office/drawing/2014/main" id="{D6E0867E-9EF5-8550-C89D-E05309A238F0}"/>
                </a:ext>
              </a:extLst>
            </p:cNvPr>
            <p:cNvSpPr/>
            <p:nvPr/>
          </p:nvSpPr>
          <p:spPr>
            <a:xfrm>
              <a:off x="2387803" y="3037306"/>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grpSp>
          <p:nvGrpSpPr>
            <p:cNvPr id="38" name="Groupe 37">
              <a:extLst>
                <a:ext uri="{FF2B5EF4-FFF2-40B4-BE49-F238E27FC236}">
                  <a16:creationId xmlns:a16="http://schemas.microsoft.com/office/drawing/2014/main" id="{7350E52B-65CA-FD73-56C6-6BE35D9AE8A2}"/>
                </a:ext>
              </a:extLst>
            </p:cNvPr>
            <p:cNvGrpSpPr/>
            <p:nvPr/>
          </p:nvGrpSpPr>
          <p:grpSpPr>
            <a:xfrm>
              <a:off x="241299" y="3609424"/>
              <a:ext cx="1291986" cy="1116353"/>
              <a:chOff x="3199940" y="4757935"/>
              <a:chExt cx="1813982" cy="1567390"/>
            </a:xfrm>
          </p:grpSpPr>
          <p:sp>
            <p:nvSpPr>
              <p:cNvPr id="59" name="Rectangle 58">
                <a:extLst>
                  <a:ext uri="{FF2B5EF4-FFF2-40B4-BE49-F238E27FC236}">
                    <a16:creationId xmlns:a16="http://schemas.microsoft.com/office/drawing/2014/main" id="{4693DBCD-F75A-120D-EF6D-015CDD5AF598}"/>
                  </a:ext>
                </a:extLst>
              </p:cNvPr>
              <p:cNvSpPr/>
              <p:nvPr/>
            </p:nvSpPr>
            <p:spPr>
              <a:xfrm>
                <a:off x="3326994" y="4757935"/>
                <a:ext cx="1567390" cy="156739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60" name="ZoneTexte 59">
                <a:extLst>
                  <a:ext uri="{FF2B5EF4-FFF2-40B4-BE49-F238E27FC236}">
                    <a16:creationId xmlns:a16="http://schemas.microsoft.com/office/drawing/2014/main" id="{2B25ECAC-60E0-B75D-85CA-BB8D2044D731}"/>
                  </a:ext>
                </a:extLst>
              </p:cNvPr>
              <p:cNvSpPr txBox="1"/>
              <p:nvPr/>
            </p:nvSpPr>
            <p:spPr>
              <a:xfrm>
                <a:off x="3199940" y="5441160"/>
                <a:ext cx="1813982" cy="682118"/>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Fibres </a:t>
                </a:r>
              </a:p>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dédiées</a:t>
                </a:r>
              </a:p>
            </p:txBody>
          </p:sp>
          <p:sp>
            <p:nvSpPr>
              <p:cNvPr id="61" name="ZoneTexte 60">
                <a:extLst>
                  <a:ext uri="{FF2B5EF4-FFF2-40B4-BE49-F238E27FC236}">
                    <a16:creationId xmlns:a16="http://schemas.microsoft.com/office/drawing/2014/main" id="{C71929E4-441C-0A9C-2AD2-D33E3CBD8EDB}"/>
                  </a:ext>
                </a:extLst>
              </p:cNvPr>
              <p:cNvSpPr txBox="1"/>
              <p:nvPr/>
            </p:nvSpPr>
            <p:spPr>
              <a:xfrm>
                <a:off x="3242351" y="4998276"/>
                <a:ext cx="1729159"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2000 km</a:t>
                </a:r>
              </a:p>
            </p:txBody>
          </p:sp>
        </p:grpSp>
        <p:grpSp>
          <p:nvGrpSpPr>
            <p:cNvPr id="39" name="Groupe 38">
              <a:extLst>
                <a:ext uri="{FF2B5EF4-FFF2-40B4-BE49-F238E27FC236}">
                  <a16:creationId xmlns:a16="http://schemas.microsoft.com/office/drawing/2014/main" id="{53E91CFA-6BD5-3A14-632F-5FB05E07E0AA}"/>
                </a:ext>
              </a:extLst>
            </p:cNvPr>
            <p:cNvGrpSpPr/>
            <p:nvPr/>
          </p:nvGrpSpPr>
          <p:grpSpPr>
            <a:xfrm>
              <a:off x="1371183" y="2649151"/>
              <a:ext cx="1116354" cy="961351"/>
              <a:chOff x="4644036" y="3412813"/>
              <a:chExt cx="1567391" cy="1349760"/>
            </a:xfrm>
          </p:grpSpPr>
          <p:sp>
            <p:nvSpPr>
              <p:cNvPr id="56" name="Rectangle 55">
                <a:extLst>
                  <a:ext uri="{FF2B5EF4-FFF2-40B4-BE49-F238E27FC236}">
                    <a16:creationId xmlns:a16="http://schemas.microsoft.com/office/drawing/2014/main" id="{3DB97B6E-6D66-3EBC-A438-43E4A3312D9A}"/>
                  </a:ext>
                </a:extLst>
              </p:cNvPr>
              <p:cNvSpPr/>
              <p:nvPr/>
            </p:nvSpPr>
            <p:spPr>
              <a:xfrm>
                <a:off x="4767332" y="3412813"/>
                <a:ext cx="1320800" cy="1320800"/>
              </a:xfrm>
              <a:prstGeom prst="rect">
                <a:avLst/>
              </a:prstGeom>
              <a:solidFill>
                <a:schemeClr val="accent2"/>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7" name="ZoneTexte 56">
                <a:extLst>
                  <a:ext uri="{FF2B5EF4-FFF2-40B4-BE49-F238E27FC236}">
                    <a16:creationId xmlns:a16="http://schemas.microsoft.com/office/drawing/2014/main" id="{19C0C794-2D0E-8E81-CEC4-C05E8E3545F6}"/>
                  </a:ext>
                </a:extLst>
              </p:cNvPr>
              <p:cNvSpPr txBox="1"/>
              <p:nvPr/>
            </p:nvSpPr>
            <p:spPr>
              <a:xfrm>
                <a:off x="4767333" y="3815188"/>
                <a:ext cx="1336021" cy="947385"/>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Points de présence opérateur</a:t>
                </a:r>
              </a:p>
            </p:txBody>
          </p:sp>
          <p:sp>
            <p:nvSpPr>
              <p:cNvPr id="58" name="ZoneTexte 57">
                <a:extLst>
                  <a:ext uri="{FF2B5EF4-FFF2-40B4-BE49-F238E27FC236}">
                    <a16:creationId xmlns:a16="http://schemas.microsoft.com/office/drawing/2014/main" id="{EF7744BF-AF26-FE83-39BC-38FED3780BC7}"/>
                  </a:ext>
                </a:extLst>
              </p:cNvPr>
              <p:cNvSpPr txBox="1"/>
              <p:nvPr/>
            </p:nvSpPr>
            <p:spPr>
              <a:xfrm>
                <a:off x="4644036" y="3458017"/>
                <a:ext cx="1567391" cy="530535"/>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70 </a:t>
                </a:r>
              </a:p>
            </p:txBody>
          </p:sp>
        </p:grpSp>
        <p:grpSp>
          <p:nvGrpSpPr>
            <p:cNvPr id="40" name="Groupe 39">
              <a:extLst>
                <a:ext uri="{FF2B5EF4-FFF2-40B4-BE49-F238E27FC236}">
                  <a16:creationId xmlns:a16="http://schemas.microsoft.com/office/drawing/2014/main" id="{F6E99939-A62A-4075-F01F-F32F1828742B}"/>
                </a:ext>
              </a:extLst>
            </p:cNvPr>
            <p:cNvGrpSpPr/>
            <p:nvPr/>
          </p:nvGrpSpPr>
          <p:grpSpPr>
            <a:xfrm>
              <a:off x="2410560" y="3589872"/>
              <a:ext cx="1129218" cy="1116354"/>
              <a:chOff x="2127764" y="3438741"/>
              <a:chExt cx="1336020" cy="1320800"/>
            </a:xfrm>
          </p:grpSpPr>
          <p:sp>
            <p:nvSpPr>
              <p:cNvPr id="53" name="Rectangle 52">
                <a:extLst>
                  <a:ext uri="{FF2B5EF4-FFF2-40B4-BE49-F238E27FC236}">
                    <a16:creationId xmlns:a16="http://schemas.microsoft.com/office/drawing/2014/main" id="{A9EB162F-876D-18F1-1B65-F0D55F7CF7FF}"/>
                  </a:ext>
                </a:extLst>
              </p:cNvPr>
              <p:cNvSpPr/>
              <p:nvPr/>
            </p:nvSpPr>
            <p:spPr>
              <a:xfrm>
                <a:off x="2127764" y="3438741"/>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54" name="ZoneTexte 53">
                <a:extLst>
                  <a:ext uri="{FF2B5EF4-FFF2-40B4-BE49-F238E27FC236}">
                    <a16:creationId xmlns:a16="http://schemas.microsoft.com/office/drawing/2014/main" id="{8D58FB5E-1059-D076-0970-02ACC55818E7}"/>
                  </a:ext>
                </a:extLst>
              </p:cNvPr>
              <p:cNvSpPr txBox="1"/>
              <p:nvPr/>
            </p:nvSpPr>
            <p:spPr>
              <a:xfrm>
                <a:off x="2127764" y="3966512"/>
                <a:ext cx="1336020" cy="574803"/>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Clients télécom</a:t>
                </a:r>
                <a:endParaRPr lang="fr-FR" sz="750" kern="0" dirty="0">
                  <a:solidFill>
                    <a:schemeClr val="bg1"/>
                  </a:solidFill>
                  <a:latin typeface="Arial Nova" panose="020B0504020202020204" pitchFamily="34" charset="0"/>
                  <a:cs typeface="Arial" panose="020B0604020202020204" pitchFamily="34" charset="0"/>
                </a:endParaRPr>
              </a:p>
            </p:txBody>
          </p:sp>
          <p:sp>
            <p:nvSpPr>
              <p:cNvPr id="55" name="ZoneTexte 54">
                <a:extLst>
                  <a:ext uri="{FF2B5EF4-FFF2-40B4-BE49-F238E27FC236}">
                    <a16:creationId xmlns:a16="http://schemas.microsoft.com/office/drawing/2014/main" id="{395BFDC8-F485-E25A-7F9E-2898B9F52939}"/>
                  </a:ext>
                </a:extLst>
              </p:cNvPr>
              <p:cNvSpPr txBox="1"/>
              <p:nvPr/>
            </p:nvSpPr>
            <p:spPr>
              <a:xfrm>
                <a:off x="2127765" y="3656965"/>
                <a:ext cx="1320798" cy="447069"/>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10 000</a:t>
                </a:r>
              </a:p>
            </p:txBody>
          </p:sp>
        </p:grpSp>
        <p:grpSp>
          <p:nvGrpSpPr>
            <p:cNvPr id="41" name="Groupe 40">
              <a:extLst>
                <a:ext uri="{FF2B5EF4-FFF2-40B4-BE49-F238E27FC236}">
                  <a16:creationId xmlns:a16="http://schemas.microsoft.com/office/drawing/2014/main" id="{42EE1E27-C6C9-C00B-A3FB-A8EA3C966266}"/>
                </a:ext>
              </a:extLst>
            </p:cNvPr>
            <p:cNvGrpSpPr/>
            <p:nvPr/>
          </p:nvGrpSpPr>
          <p:grpSpPr>
            <a:xfrm>
              <a:off x="3555850" y="2634496"/>
              <a:ext cx="951563" cy="940723"/>
              <a:chOff x="3446532" y="4757935"/>
              <a:chExt cx="1336020" cy="1320800"/>
            </a:xfrm>
          </p:grpSpPr>
          <p:sp>
            <p:nvSpPr>
              <p:cNvPr id="50" name="Rectangle 49">
                <a:extLst>
                  <a:ext uri="{FF2B5EF4-FFF2-40B4-BE49-F238E27FC236}">
                    <a16:creationId xmlns:a16="http://schemas.microsoft.com/office/drawing/2014/main" id="{8696C3CF-095A-6591-81E6-94FFEE0A8929}"/>
                  </a:ext>
                </a:extLst>
              </p:cNvPr>
              <p:cNvSpPr/>
              <p:nvPr/>
            </p:nvSpPr>
            <p:spPr>
              <a:xfrm>
                <a:off x="3446532" y="4757935"/>
                <a:ext cx="1320800" cy="132080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1" name="ZoneTexte 50">
                <a:extLst>
                  <a:ext uri="{FF2B5EF4-FFF2-40B4-BE49-F238E27FC236}">
                    <a16:creationId xmlns:a16="http://schemas.microsoft.com/office/drawing/2014/main" id="{0D7BB17E-7C71-90EE-39A7-4C136F2B9A75}"/>
                  </a:ext>
                </a:extLst>
              </p:cNvPr>
              <p:cNvSpPr txBox="1"/>
              <p:nvPr/>
            </p:nvSpPr>
            <p:spPr>
              <a:xfrm>
                <a:off x="3446532" y="5295884"/>
                <a:ext cx="1336020" cy="682117"/>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experts métier</a:t>
                </a:r>
              </a:p>
            </p:txBody>
          </p:sp>
          <p:sp>
            <p:nvSpPr>
              <p:cNvPr id="52" name="ZoneTexte 51">
                <a:extLst>
                  <a:ext uri="{FF2B5EF4-FFF2-40B4-BE49-F238E27FC236}">
                    <a16:creationId xmlns:a16="http://schemas.microsoft.com/office/drawing/2014/main" id="{52684A49-05E1-41F3-AA8D-FA111EEDD942}"/>
                  </a:ext>
                </a:extLst>
              </p:cNvPr>
              <p:cNvSpPr txBox="1"/>
              <p:nvPr/>
            </p:nvSpPr>
            <p:spPr>
              <a:xfrm>
                <a:off x="3446532" y="4871875"/>
                <a:ext cx="1325618"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400</a:t>
                </a:r>
              </a:p>
            </p:txBody>
          </p:sp>
        </p:grpSp>
        <p:sp>
          <p:nvSpPr>
            <p:cNvPr id="42" name="Rectangle 41">
              <a:extLst>
                <a:ext uri="{FF2B5EF4-FFF2-40B4-BE49-F238E27FC236}">
                  <a16:creationId xmlns:a16="http://schemas.microsoft.com/office/drawing/2014/main" id="{7E50550D-7F5F-978E-776A-653197341E65}"/>
                </a:ext>
              </a:extLst>
            </p:cNvPr>
            <p:cNvSpPr/>
            <p:nvPr/>
          </p:nvSpPr>
          <p:spPr>
            <a:xfrm>
              <a:off x="1873306" y="4706226"/>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3" name="Rectangle 42">
              <a:extLst>
                <a:ext uri="{FF2B5EF4-FFF2-40B4-BE49-F238E27FC236}">
                  <a16:creationId xmlns:a16="http://schemas.microsoft.com/office/drawing/2014/main" id="{EBD6C03B-65F1-4131-C31C-2AABAAF6C64F}"/>
                </a:ext>
              </a:extLst>
            </p:cNvPr>
            <p:cNvSpPr/>
            <p:nvPr/>
          </p:nvSpPr>
          <p:spPr>
            <a:xfrm>
              <a:off x="4500005" y="3562762"/>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5" name="Rectangle 44">
              <a:extLst>
                <a:ext uri="{FF2B5EF4-FFF2-40B4-BE49-F238E27FC236}">
                  <a16:creationId xmlns:a16="http://schemas.microsoft.com/office/drawing/2014/main" id="{4AC9910B-D0E5-163C-0A72-B8C31D39FC53}"/>
                </a:ext>
              </a:extLst>
            </p:cNvPr>
            <p:cNvSpPr/>
            <p:nvPr/>
          </p:nvSpPr>
          <p:spPr>
            <a:xfrm>
              <a:off x="924230" y="2080487"/>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grpSp>
          <p:nvGrpSpPr>
            <p:cNvPr id="46" name="Groupe 45">
              <a:extLst>
                <a:ext uri="{FF2B5EF4-FFF2-40B4-BE49-F238E27FC236}">
                  <a16:creationId xmlns:a16="http://schemas.microsoft.com/office/drawing/2014/main" id="{45967717-1782-493E-5AD2-97EB8D5A5567}"/>
                </a:ext>
              </a:extLst>
            </p:cNvPr>
            <p:cNvGrpSpPr/>
            <p:nvPr/>
          </p:nvGrpSpPr>
          <p:grpSpPr>
            <a:xfrm>
              <a:off x="4094413" y="4725780"/>
              <a:ext cx="1203480" cy="1116355"/>
              <a:chOff x="2127764" y="3438741"/>
              <a:chExt cx="1423882" cy="1320800"/>
            </a:xfrm>
          </p:grpSpPr>
          <p:sp>
            <p:nvSpPr>
              <p:cNvPr id="47" name="Rectangle 46">
                <a:extLst>
                  <a:ext uri="{FF2B5EF4-FFF2-40B4-BE49-F238E27FC236}">
                    <a16:creationId xmlns:a16="http://schemas.microsoft.com/office/drawing/2014/main" id="{5D35C2A6-398E-1FAB-5215-C534210FFCA6}"/>
                  </a:ext>
                </a:extLst>
              </p:cNvPr>
              <p:cNvSpPr/>
              <p:nvPr/>
            </p:nvSpPr>
            <p:spPr>
              <a:xfrm>
                <a:off x="2127764" y="3438741"/>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8" name="ZoneTexte 47">
                <a:extLst>
                  <a:ext uri="{FF2B5EF4-FFF2-40B4-BE49-F238E27FC236}">
                    <a16:creationId xmlns:a16="http://schemas.microsoft.com/office/drawing/2014/main" id="{2190B31A-D086-8F7E-A2C6-7BF2B9F8786E}"/>
                  </a:ext>
                </a:extLst>
              </p:cNvPr>
              <p:cNvSpPr txBox="1"/>
              <p:nvPr/>
            </p:nvSpPr>
            <p:spPr>
              <a:xfrm>
                <a:off x="2150302" y="4117651"/>
                <a:ext cx="1336020" cy="574803"/>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Minutes </a:t>
                </a:r>
              </a:p>
              <a:p>
                <a:pPr algn="ctr" defTabSz="781976">
                  <a:defRPr/>
                </a:pPr>
                <a:r>
                  <a:rPr lang="fr-FR" sz="1050" kern="0" dirty="0">
                    <a:solidFill>
                      <a:schemeClr val="bg1"/>
                    </a:solidFill>
                    <a:latin typeface="Arial Nova" panose="020B0504020202020204" pitchFamily="34" charset="0"/>
                    <a:cs typeface="Arial" panose="020B0604020202020204" pitchFamily="34" charset="0"/>
                  </a:rPr>
                  <a:t>voix</a:t>
                </a:r>
                <a:endParaRPr lang="fr-FR" sz="750" kern="0" dirty="0">
                  <a:solidFill>
                    <a:schemeClr val="bg1"/>
                  </a:solidFill>
                  <a:latin typeface="Arial Nova" panose="020B0504020202020204" pitchFamily="34" charset="0"/>
                  <a:cs typeface="Arial" panose="020B0604020202020204" pitchFamily="34" charset="0"/>
                </a:endParaRPr>
              </a:p>
            </p:txBody>
          </p:sp>
          <p:sp>
            <p:nvSpPr>
              <p:cNvPr id="49" name="ZoneTexte 48">
                <a:extLst>
                  <a:ext uri="{FF2B5EF4-FFF2-40B4-BE49-F238E27FC236}">
                    <a16:creationId xmlns:a16="http://schemas.microsoft.com/office/drawing/2014/main" id="{DD274F41-3C42-9D5A-5343-C5EBE9840968}"/>
                  </a:ext>
                </a:extLst>
              </p:cNvPr>
              <p:cNvSpPr txBox="1"/>
              <p:nvPr/>
            </p:nvSpPr>
            <p:spPr>
              <a:xfrm>
                <a:off x="2127764" y="3480210"/>
                <a:ext cx="1423882" cy="766405"/>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20</a:t>
                </a:r>
              </a:p>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Millions</a:t>
                </a:r>
              </a:p>
            </p:txBody>
          </p:sp>
        </p:grpSp>
      </p:grpSp>
      <p:sp>
        <p:nvSpPr>
          <p:cNvPr id="70" name="Espace réservé du texte 1">
            <a:extLst>
              <a:ext uri="{FF2B5EF4-FFF2-40B4-BE49-F238E27FC236}">
                <a16:creationId xmlns:a16="http://schemas.microsoft.com/office/drawing/2014/main" id="{CEA649CC-DF0B-674D-75C0-BAEDBAA37721}"/>
              </a:ext>
            </a:extLst>
          </p:cNvPr>
          <p:cNvSpPr txBox="1">
            <a:spLocks/>
          </p:cNvSpPr>
          <p:nvPr/>
        </p:nvSpPr>
        <p:spPr>
          <a:xfrm>
            <a:off x="582087" y="201777"/>
            <a:ext cx="7713285" cy="655243"/>
          </a:xfrm>
          <a:prstGeom prst="rect">
            <a:avLst/>
          </a:prstGeom>
        </p:spPr>
        <p:txBody>
          <a:bodyPr>
            <a:noAutofit/>
          </a:bodyPr>
          <a:lstStyle>
            <a:lvl1pPr marL="0" indent="0" algn="l" defTabSz="1007943" rtl="0" eaLnBrk="1" latinLnBrk="0" hangingPunct="1">
              <a:lnSpc>
                <a:spcPct val="90000"/>
              </a:lnSpc>
              <a:spcBef>
                <a:spcPts val="1102"/>
              </a:spcBef>
              <a:buFont typeface="Arial" panose="020B0604020202020204" pitchFamily="34" charset="0"/>
              <a:buNone/>
              <a:defRPr sz="2400" b="1" i="0" kern="1200">
                <a:solidFill>
                  <a:schemeClr val="tx1"/>
                </a:solidFill>
                <a:latin typeface="+mj-lt"/>
                <a:ea typeface="+mn-ea"/>
                <a:cs typeface="Arial" panose="020B0604020202020204" pitchFamily="34" charset="0"/>
              </a:defRPr>
            </a:lvl1pPr>
            <a:lvl2pPr marL="755957" indent="-251986" algn="l" defTabSz="1007943" rtl="0" eaLnBrk="1" latinLnBrk="0" hangingPunct="1">
              <a:lnSpc>
                <a:spcPct val="90000"/>
              </a:lnSpc>
              <a:spcBef>
                <a:spcPts val="551"/>
              </a:spcBef>
              <a:buFont typeface="Arial" panose="020B0604020202020204" pitchFamily="34" charset="0"/>
              <a:buChar char="•"/>
              <a:defRPr sz="2425" b="0" i="0" kern="1200">
                <a:solidFill>
                  <a:schemeClr val="tx1"/>
                </a:solidFill>
                <a:latin typeface="Arial" panose="020B0604020202020204" pitchFamily="34" charset="0"/>
                <a:ea typeface="+mn-ea"/>
                <a:cs typeface="Arial" panose="020B0604020202020204" pitchFamily="34" charset="0"/>
              </a:defRPr>
            </a:lvl2pPr>
            <a:lvl3pPr marL="1259929" indent="-251986" algn="l" defTabSz="1007943" rtl="0" eaLnBrk="1" latinLnBrk="0" hangingPunct="1">
              <a:lnSpc>
                <a:spcPct val="90000"/>
              </a:lnSpc>
              <a:spcBef>
                <a:spcPts val="551"/>
              </a:spcBef>
              <a:buFont typeface="Arial" panose="020B0604020202020204" pitchFamily="34" charset="0"/>
              <a:buChar char="•"/>
              <a:defRPr sz="2205" b="0" i="0" kern="1200">
                <a:solidFill>
                  <a:schemeClr val="tx1"/>
                </a:solidFill>
                <a:latin typeface="Arial" panose="020B0604020202020204" pitchFamily="34" charset="0"/>
                <a:ea typeface="+mn-ea"/>
                <a:cs typeface="Arial" panose="020B0604020202020204" pitchFamily="34" charset="0"/>
              </a:defRPr>
            </a:lvl3pPr>
            <a:lvl4pPr marL="1763900"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4pPr>
            <a:lvl5pPr marL="2267872"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r>
              <a:rPr lang="fr-FR" sz="2051" dirty="0">
                <a:latin typeface="Century Gothic" panose="020B0502020202020204" pitchFamily="34" charset="0"/>
              </a:rPr>
              <a:t>L’expertise métier comme réponse à vos enjeux Télécom </a:t>
            </a:r>
            <a:r>
              <a:rPr lang="fr-FR" sz="2051" dirty="0">
                <a:solidFill>
                  <a:srgbClr val="E94B57"/>
                </a:solidFill>
                <a:latin typeface="Century Gothic" panose="020B0502020202020204" pitchFamily="34" charset="0"/>
              </a:rPr>
              <a:t>Opérateur &amp; Téléphonie</a:t>
            </a:r>
          </a:p>
          <a:p>
            <a:endParaRPr lang="fr-FR" sz="2051" dirty="0">
              <a:latin typeface="Century Gothic" panose="020B0502020202020204" pitchFamily="34" charset="0"/>
            </a:endParaRPr>
          </a:p>
        </p:txBody>
      </p:sp>
      <p:sp>
        <p:nvSpPr>
          <p:cNvPr id="72" name="ZoneTexte 71">
            <a:extLst>
              <a:ext uri="{FF2B5EF4-FFF2-40B4-BE49-F238E27FC236}">
                <a16:creationId xmlns:a16="http://schemas.microsoft.com/office/drawing/2014/main" id="{8EAC1F59-2FF3-07F5-BBC0-570A06B4BF7B}"/>
              </a:ext>
            </a:extLst>
          </p:cNvPr>
          <p:cNvSpPr txBox="1"/>
          <p:nvPr/>
        </p:nvSpPr>
        <p:spPr>
          <a:xfrm>
            <a:off x="582087" y="1205966"/>
            <a:ext cx="7819508" cy="954107"/>
          </a:xfrm>
          <a:prstGeom prst="rect">
            <a:avLst/>
          </a:prstGeom>
          <a:noFill/>
        </p:spPr>
        <p:txBody>
          <a:bodyPr wrap="square">
            <a:spAutoFit/>
          </a:bodyPr>
          <a:lstStyle>
            <a:defPPr>
              <a:defRPr lang="en-US"/>
            </a:defPPr>
            <a:lvl1pPr marR="0" lvl="0" indent="0" defTabSz="914400" fontAlgn="auto">
              <a:lnSpc>
                <a:spcPct val="100000"/>
              </a:lnSpc>
              <a:spcBef>
                <a:spcPts val="0"/>
              </a:spcBef>
              <a:spcAft>
                <a:spcPts val="600"/>
              </a:spcAft>
              <a:buClrTx/>
              <a:buSzTx/>
              <a:buFontTx/>
              <a:buNone/>
              <a:tabLst/>
              <a:defRPr kumimoji="0" sz="1200" b="0" i="0" u="none" strike="noStrike" cap="none" spc="0" normalizeH="0" baseline="0">
                <a:ln>
                  <a:noFill/>
                </a:ln>
                <a:effectLst/>
                <a:uLnTx/>
                <a:uFillTx/>
                <a:latin typeface="Century Gothic" panose="020B0502020202020204" pitchFamily="34" charset="0"/>
                <a:ea typeface="Open Sans" panose="020B0606030504020204" pitchFamily="34" charset="0"/>
                <a:cs typeface="Open Sans" panose="020B0606030504020204" pitchFamily="34" charset="0"/>
              </a:defRPr>
            </a:lvl1pPr>
          </a:lstStyle>
          <a:p>
            <a:r>
              <a:rPr lang="fr-FR" sz="1400" dirty="0">
                <a:latin typeface="Arial Nova" panose="020B0504020202020204" pitchFamily="34" charset="0"/>
                <a:sym typeface="Open Sans"/>
              </a:rPr>
              <a:t>Nous avons créé dès 2012 </a:t>
            </a:r>
            <a:r>
              <a:rPr lang="fr-FR" sz="1400" b="1" dirty="0">
                <a:latin typeface="Arial Nova" panose="020B0504020202020204" pitchFamily="34" charset="0"/>
                <a:sym typeface="Open Sans"/>
              </a:rPr>
              <a:t>l’usine Télécom Koesio Networks</a:t>
            </a:r>
            <a:r>
              <a:rPr lang="fr-FR" sz="1400" dirty="0">
                <a:latin typeface="Arial Nova" panose="020B0504020202020204" pitchFamily="34" charset="0"/>
                <a:sym typeface="Open Sans"/>
              </a:rPr>
              <a:t> qui opère la mise en production des liens internet, de la voix et des forfaits mobiles, conscient des enjeux vitaux que représente la communication unifiée. Ainsi, nos </a:t>
            </a:r>
            <a:r>
              <a:rPr lang="fr-FR" sz="1400" b="1" dirty="0">
                <a:latin typeface="Arial Nova" panose="020B0504020202020204" pitchFamily="34" charset="0"/>
                <a:sym typeface="Open Sans"/>
              </a:rPr>
              <a:t>entités régionales </a:t>
            </a:r>
            <a:r>
              <a:rPr lang="fr-FR" sz="1400" dirty="0">
                <a:latin typeface="Arial Nova" panose="020B0504020202020204" pitchFamily="34" charset="0"/>
                <a:sym typeface="Open Sans"/>
              </a:rPr>
              <a:t>peuvent ainsi se concentrer sur leur cœur de métier : </a:t>
            </a:r>
            <a:r>
              <a:rPr lang="fr-FR" sz="1400" b="1" dirty="0">
                <a:latin typeface="Arial Nova" panose="020B0504020202020204" pitchFamily="34" charset="0"/>
                <a:sym typeface="Open Sans"/>
              </a:rPr>
              <a:t>le conseil et la satisfaction de nos clients.</a:t>
            </a:r>
          </a:p>
        </p:txBody>
      </p:sp>
      <p:sp>
        <p:nvSpPr>
          <p:cNvPr id="3" name="ZoneTexte 2">
            <a:extLst>
              <a:ext uri="{FF2B5EF4-FFF2-40B4-BE49-F238E27FC236}">
                <a16:creationId xmlns:a16="http://schemas.microsoft.com/office/drawing/2014/main" id="{7E4DE61D-6987-62A0-49DA-09EC796278EF}"/>
              </a:ext>
            </a:extLst>
          </p:cNvPr>
          <p:cNvSpPr txBox="1"/>
          <p:nvPr/>
        </p:nvSpPr>
        <p:spPr>
          <a:xfrm>
            <a:off x="717325" y="2495276"/>
            <a:ext cx="4430015" cy="4801058"/>
          </a:xfrm>
          <a:prstGeom prst="rect">
            <a:avLst/>
          </a:prstGeom>
          <a:noFill/>
        </p:spPr>
        <p:txBody>
          <a:bodyPr wrap="square">
            <a:spAutoFit/>
          </a:bodyPr>
          <a:lstStyle/>
          <a:p>
            <a:r>
              <a:rPr lang="fr-FR" sz="1999" b="1" dirty="0">
                <a:latin typeface="Arial Nova" panose="020B0504020202020204" pitchFamily="34" charset="0"/>
                <a:sym typeface="Open Sans"/>
              </a:rPr>
              <a:t>La force de notre offre </a:t>
            </a:r>
          </a:p>
          <a:p>
            <a:r>
              <a:rPr lang="fr-FR" sz="1999" b="1" dirty="0">
                <a:latin typeface="Arial Nova" panose="020B0504020202020204" pitchFamily="34" charset="0"/>
                <a:sym typeface="Open Sans"/>
              </a:rPr>
              <a:t>Opérateur &amp; Téléphonie</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Fort de </a:t>
            </a:r>
            <a:r>
              <a:rPr lang="fr-FR" sz="1400" b="1" dirty="0">
                <a:latin typeface="Arial Nova" panose="020B0504020202020204" pitchFamily="34" charset="0"/>
              </a:rPr>
              <a:t>notre propre fibre </a:t>
            </a:r>
            <a:r>
              <a:rPr lang="fr-FR" sz="1400" b="1" dirty="0" err="1">
                <a:latin typeface="Arial Nova" panose="020B0504020202020204" pitchFamily="34" charset="0"/>
              </a:rPr>
              <a:t>Koesio</a:t>
            </a:r>
            <a:r>
              <a:rPr lang="fr-FR" sz="1400" dirty="0">
                <a:latin typeface="Arial Nova" panose="020B0504020202020204" pitchFamily="34" charset="0"/>
              </a:rPr>
              <a:t>, nous avons mis en place une </a:t>
            </a:r>
            <a:r>
              <a:rPr lang="fr-FR" sz="1400" b="1" dirty="0">
                <a:latin typeface="Arial Nova" panose="020B0504020202020204" pitchFamily="34" charset="0"/>
              </a:rPr>
              <a:t>infrastructure Télécom puissante </a:t>
            </a:r>
            <a:r>
              <a:rPr lang="fr-FR" sz="1400" dirty="0">
                <a:latin typeface="Arial Nova" panose="020B0504020202020204" pitchFamily="34" charset="0"/>
              </a:rPr>
              <a:t>(70 points de présence POP) pour garantir la qualité et la résilience de nos liens.</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Parmi les rares titulaires d’une </a:t>
            </a:r>
            <a:r>
              <a:rPr lang="fr-FR" sz="1400" b="1" dirty="0">
                <a:latin typeface="Arial Nova" panose="020B0504020202020204" pitchFamily="34" charset="0"/>
              </a:rPr>
              <a:t>MVNO avec Orange</a:t>
            </a:r>
            <a:r>
              <a:rPr lang="fr-FR" sz="1400" dirty="0">
                <a:latin typeface="Arial Nova" panose="020B0504020202020204" pitchFamily="34" charset="0"/>
              </a:rPr>
              <a:t>, nous apportons le service client dédié de proximité pour nos </a:t>
            </a:r>
            <a:r>
              <a:rPr lang="fr-FR" sz="1400" b="1" dirty="0">
                <a:latin typeface="Arial Nova" panose="020B0504020202020204" pitchFamily="34" charset="0"/>
              </a:rPr>
              <a:t>forfaits mobiles</a:t>
            </a:r>
            <a:r>
              <a:rPr lang="fr-FR" sz="1400" dirty="0">
                <a:latin typeface="Arial Nova" panose="020B0504020202020204" pitchFamily="34" charset="0"/>
              </a:rPr>
              <a:t>.</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Grâce à nos </a:t>
            </a:r>
            <a:r>
              <a:rPr lang="fr-FR" sz="1400" b="1" dirty="0">
                <a:latin typeface="Arial Nova" panose="020B0504020202020204" pitchFamily="34" charset="0"/>
              </a:rPr>
              <a:t>offres informatiques</a:t>
            </a:r>
            <a:r>
              <a:rPr lang="fr-FR" sz="1400" dirty="0">
                <a:latin typeface="Arial Nova" panose="020B0504020202020204" pitchFamily="34" charset="0"/>
              </a:rPr>
              <a:t>, nous complétons nos propositions de </a:t>
            </a:r>
            <a:r>
              <a:rPr lang="fr-FR" sz="1400" b="1" dirty="0">
                <a:latin typeface="Arial Nova" panose="020B0504020202020204" pitchFamily="34" charset="0"/>
              </a:rPr>
              <a:t>solutions de sécurité </a:t>
            </a:r>
            <a:r>
              <a:rPr lang="fr-FR" sz="1400" dirty="0">
                <a:latin typeface="Arial Nova" panose="020B0504020202020204" pitchFamily="34" charset="0"/>
              </a:rPr>
              <a:t>essentielles pour vous protéger.</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Nos </a:t>
            </a:r>
            <a:r>
              <a:rPr lang="fr-FR" sz="1400" b="1" dirty="0">
                <a:latin typeface="Arial Nova" panose="020B0504020202020204" pitchFamily="34" charset="0"/>
              </a:rPr>
              <a:t>contrats de maintenance </a:t>
            </a:r>
            <a:r>
              <a:rPr lang="fr-FR" sz="1400" dirty="0">
                <a:latin typeface="Arial Nova" panose="020B0504020202020204" pitchFamily="34" charset="0"/>
              </a:rPr>
              <a:t>vous permettent une </a:t>
            </a:r>
            <a:r>
              <a:rPr lang="fr-FR" sz="1400" b="1" dirty="0">
                <a:latin typeface="Arial Nova" panose="020B0504020202020204" pitchFamily="34" charset="0"/>
              </a:rPr>
              <a:t>garantie de votre matériel de téléphonie</a:t>
            </a:r>
            <a:r>
              <a:rPr lang="fr-FR" sz="1400" dirty="0">
                <a:latin typeface="Arial Nova" panose="020B0504020202020204" pitchFamily="34" charset="0"/>
              </a:rPr>
              <a:t>, et nos offres de financement un renouvellement régulier de votre matériel, à la vitesse des innovations technologiques.</a:t>
            </a:r>
          </a:p>
        </p:txBody>
      </p:sp>
      <p:sp>
        <p:nvSpPr>
          <p:cNvPr id="4" name="Rectangle 3">
            <a:extLst>
              <a:ext uri="{FF2B5EF4-FFF2-40B4-BE49-F238E27FC236}">
                <a16:creationId xmlns:a16="http://schemas.microsoft.com/office/drawing/2014/main" id="{23193EF4-DB40-C246-53CE-00FC12D83A72}"/>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5" name="Image 4">
            <a:extLst>
              <a:ext uri="{FF2B5EF4-FFF2-40B4-BE49-F238E27FC236}">
                <a16:creationId xmlns:a16="http://schemas.microsoft.com/office/drawing/2014/main" id="{B9F55453-A8A3-CCED-1850-9F26E559024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6" name="Rectangle 5">
            <a:extLst>
              <a:ext uri="{FF2B5EF4-FFF2-40B4-BE49-F238E27FC236}">
                <a16:creationId xmlns:a16="http://schemas.microsoft.com/office/drawing/2014/main" id="{81363B31-356C-8B60-0CAA-1663F46B97DA}"/>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Tree>
    <p:extLst>
      <p:ext uri="{BB962C8B-B14F-4D97-AF65-F5344CB8AC3E}">
        <p14:creationId xmlns:p14="http://schemas.microsoft.com/office/powerpoint/2010/main" val="36703099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8A795F79-E10F-8CC4-179B-FEC73D03879E}"/>
              </a:ext>
            </a:extLst>
          </p:cNvPr>
          <p:cNvSpPr/>
          <p:nvPr/>
        </p:nvSpPr>
        <p:spPr>
          <a:xfrm>
            <a:off x="203745" y="3563937"/>
            <a:ext cx="10487838" cy="3995737"/>
          </a:xfrm>
          <a:prstGeom prst="rect">
            <a:avLst/>
          </a:prstGeom>
          <a:solidFill>
            <a:srgbClr val="E94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Rectangle 26">
            <a:extLst>
              <a:ext uri="{FF2B5EF4-FFF2-40B4-BE49-F238E27FC236}">
                <a16:creationId xmlns:a16="http://schemas.microsoft.com/office/drawing/2014/main" id="{892C5C24-1C82-FEF1-BC0D-952984EB2FB1}"/>
              </a:ext>
            </a:extLst>
          </p:cNvPr>
          <p:cNvSpPr/>
          <p:nvPr/>
        </p:nvSpPr>
        <p:spPr>
          <a:xfrm>
            <a:off x="7342698" y="2152335"/>
            <a:ext cx="2419200" cy="241751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space réservé du texte 1">
            <a:extLst>
              <a:ext uri="{FF2B5EF4-FFF2-40B4-BE49-F238E27FC236}">
                <a16:creationId xmlns:a16="http://schemas.microsoft.com/office/drawing/2014/main" id="{384D4F7E-06D1-47E8-1A68-C21F8BF8AF2D}"/>
              </a:ext>
            </a:extLst>
          </p:cNvPr>
          <p:cNvSpPr txBox="1">
            <a:spLocks/>
          </p:cNvSpPr>
          <p:nvPr/>
        </p:nvSpPr>
        <p:spPr>
          <a:xfrm>
            <a:off x="755239" y="834857"/>
            <a:ext cx="7151005" cy="388572"/>
          </a:xfrm>
          <a:prstGeom prst="rect">
            <a:avLst/>
          </a:prstGeom>
        </p:spPr>
        <p:txBody>
          <a:bodyPr>
            <a:noAutofit/>
          </a:bodyPr>
          <a:lstStyle>
            <a:lvl1pPr marL="0" indent="0" algn="l" defTabSz="1007943" rtl="0" eaLnBrk="1" latinLnBrk="0" hangingPunct="1">
              <a:lnSpc>
                <a:spcPct val="90000"/>
              </a:lnSpc>
              <a:spcBef>
                <a:spcPts val="1102"/>
              </a:spcBef>
              <a:buFont typeface="Arial" panose="020B0604020202020204" pitchFamily="34" charset="0"/>
              <a:buNone/>
              <a:defRPr sz="2400" b="1" i="0" kern="1200">
                <a:solidFill>
                  <a:schemeClr val="tx1"/>
                </a:solidFill>
                <a:latin typeface="+mj-lt"/>
                <a:ea typeface="+mn-ea"/>
                <a:cs typeface="Arial" panose="020B0604020202020204" pitchFamily="34" charset="0"/>
              </a:defRPr>
            </a:lvl1pPr>
            <a:lvl2pPr marL="755957" indent="-251986" algn="l" defTabSz="1007943" rtl="0" eaLnBrk="1" latinLnBrk="0" hangingPunct="1">
              <a:lnSpc>
                <a:spcPct val="90000"/>
              </a:lnSpc>
              <a:spcBef>
                <a:spcPts val="551"/>
              </a:spcBef>
              <a:buFont typeface="Arial" panose="020B0604020202020204" pitchFamily="34" charset="0"/>
              <a:buChar char="•"/>
              <a:defRPr sz="2425" b="0" i="0" kern="1200">
                <a:solidFill>
                  <a:schemeClr val="tx1"/>
                </a:solidFill>
                <a:latin typeface="Arial" panose="020B0604020202020204" pitchFamily="34" charset="0"/>
                <a:ea typeface="+mn-ea"/>
                <a:cs typeface="Arial" panose="020B0604020202020204" pitchFamily="34" charset="0"/>
              </a:defRPr>
            </a:lvl2pPr>
            <a:lvl3pPr marL="1259929" indent="-251986" algn="l" defTabSz="1007943" rtl="0" eaLnBrk="1" latinLnBrk="0" hangingPunct="1">
              <a:lnSpc>
                <a:spcPct val="90000"/>
              </a:lnSpc>
              <a:spcBef>
                <a:spcPts val="551"/>
              </a:spcBef>
              <a:buFont typeface="Arial" panose="020B0604020202020204" pitchFamily="34" charset="0"/>
              <a:buChar char="•"/>
              <a:defRPr sz="2205" b="0" i="0" kern="1200">
                <a:solidFill>
                  <a:schemeClr val="tx1"/>
                </a:solidFill>
                <a:latin typeface="Arial" panose="020B0604020202020204" pitchFamily="34" charset="0"/>
                <a:ea typeface="+mn-ea"/>
                <a:cs typeface="Arial" panose="020B0604020202020204" pitchFamily="34" charset="0"/>
              </a:defRPr>
            </a:lvl3pPr>
            <a:lvl4pPr marL="1763900"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4pPr>
            <a:lvl5pPr marL="2267872"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r>
              <a:rPr lang="fr-FR" sz="3600" dirty="0">
                <a:latin typeface="Century Gothic" panose="020B0502020202020204" pitchFamily="34" charset="0"/>
              </a:rPr>
              <a:t>          </a:t>
            </a:r>
            <a:r>
              <a:rPr lang="fr-FR" sz="3600" dirty="0" err="1">
                <a:latin typeface="Century Gothic" panose="020B0502020202020204" pitchFamily="34" charset="0"/>
              </a:rPr>
              <a:t>oi</a:t>
            </a:r>
            <a:r>
              <a:rPr lang="fr-FR" sz="3600" dirty="0">
                <a:latin typeface="Century Gothic" panose="020B0502020202020204" pitchFamily="34" charset="0"/>
              </a:rPr>
              <a:t> de neuf ?</a:t>
            </a:r>
          </a:p>
        </p:txBody>
      </p:sp>
      <p:sp>
        <p:nvSpPr>
          <p:cNvPr id="10" name="Espace réservé du texte 3">
            <a:extLst>
              <a:ext uri="{FF2B5EF4-FFF2-40B4-BE49-F238E27FC236}">
                <a16:creationId xmlns:a16="http://schemas.microsoft.com/office/drawing/2014/main" id="{49A9A943-31DC-0978-7867-40A7EAFA9D19}"/>
              </a:ext>
            </a:extLst>
          </p:cNvPr>
          <p:cNvSpPr txBox="1">
            <a:spLocks/>
          </p:cNvSpPr>
          <p:nvPr/>
        </p:nvSpPr>
        <p:spPr>
          <a:xfrm>
            <a:off x="1499858" y="5246754"/>
            <a:ext cx="1805371" cy="1239707"/>
          </a:xfrm>
          <a:prstGeom prst="rect">
            <a:avLst/>
          </a:prstGeom>
        </p:spPr>
        <p:txBody>
          <a:bodyPr vert="horz" lIns="91440" tIns="45720" rIns="91440" bIns="45720" rtlCol="0" anchor="t"/>
          <a:lstStyle>
            <a:defPPr>
              <a:defRPr lang="en-US"/>
            </a:defPPr>
            <a:lvl1pPr marL="0" algn="r" defTabSz="457200" rtl="0" eaLnBrk="1" latinLnBrk="0" hangingPunct="1">
              <a:defRPr sz="1131"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fr-FR" sz="1200" b="1" dirty="0">
                <a:solidFill>
                  <a:schemeClr val="bg1"/>
                </a:solidFill>
                <a:latin typeface="Arial Nova" panose="020B0504020202020204" pitchFamily="34" charset="0"/>
              </a:rPr>
              <a:t>L’informatique managée des TPE / PME pour apporter le service à vos utilisateurs.</a:t>
            </a:r>
          </a:p>
        </p:txBody>
      </p:sp>
      <p:sp>
        <p:nvSpPr>
          <p:cNvPr id="11" name="Espace réservé du texte 10">
            <a:extLst>
              <a:ext uri="{FF2B5EF4-FFF2-40B4-BE49-F238E27FC236}">
                <a16:creationId xmlns:a16="http://schemas.microsoft.com/office/drawing/2014/main" id="{95AF983E-8E2D-7DDE-99CB-9FD4810131E8}"/>
              </a:ext>
            </a:extLst>
          </p:cNvPr>
          <p:cNvSpPr txBox="1">
            <a:spLocks/>
          </p:cNvSpPr>
          <p:nvPr/>
        </p:nvSpPr>
        <p:spPr>
          <a:xfrm>
            <a:off x="1264561" y="4813316"/>
            <a:ext cx="2275967" cy="364159"/>
          </a:xfrm>
          <a:prstGeom prst="rect">
            <a:avLst/>
          </a:prstGeom>
        </p:spPr>
        <p:txBody>
          <a:bodyPr/>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a:buNone/>
            </a:pPr>
            <a:r>
              <a:rPr lang="fr-FR" b="1" dirty="0">
                <a:solidFill>
                  <a:schemeClr val="bg1"/>
                </a:solidFill>
                <a:latin typeface="Arial Nova" panose="020B0504020202020204" pitchFamily="34" charset="0"/>
              </a:rPr>
              <a:t>Be </a:t>
            </a:r>
            <a:r>
              <a:rPr lang="fr-FR" b="1" dirty="0" err="1">
                <a:solidFill>
                  <a:schemeClr val="bg1"/>
                </a:solidFill>
                <a:latin typeface="Arial Nova" panose="020B0504020202020204" pitchFamily="34" charset="0"/>
              </a:rPr>
              <a:t>Proactiv</a:t>
            </a:r>
            <a:endParaRPr lang="fr-FR" b="1" dirty="0">
              <a:solidFill>
                <a:schemeClr val="bg1"/>
              </a:solidFill>
              <a:latin typeface="Arial Nova" panose="020B0504020202020204" pitchFamily="34" charset="0"/>
            </a:endParaRPr>
          </a:p>
        </p:txBody>
      </p:sp>
      <p:sp>
        <p:nvSpPr>
          <p:cNvPr id="14" name="Espace réservé du texte 6">
            <a:extLst>
              <a:ext uri="{FF2B5EF4-FFF2-40B4-BE49-F238E27FC236}">
                <a16:creationId xmlns:a16="http://schemas.microsoft.com/office/drawing/2014/main" id="{FBD3AFA6-D43E-DAA6-881D-908FABB59D7A}"/>
              </a:ext>
            </a:extLst>
          </p:cNvPr>
          <p:cNvSpPr txBox="1">
            <a:spLocks/>
          </p:cNvSpPr>
          <p:nvPr/>
        </p:nvSpPr>
        <p:spPr>
          <a:xfrm>
            <a:off x="4389246" y="5246754"/>
            <a:ext cx="2275967" cy="1078872"/>
          </a:xfrm>
          <a:prstGeom prst="rect">
            <a:avLst/>
          </a:prstGeom>
        </p:spPr>
        <p:txBody>
          <a:bodyPr anchor="t"/>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defTabSz="457189">
              <a:spcBef>
                <a:spcPts val="0"/>
              </a:spcBef>
              <a:buNone/>
            </a:pPr>
            <a:r>
              <a:rPr lang="fr-FR" sz="1200" b="1" dirty="0">
                <a:solidFill>
                  <a:schemeClr val="bg1"/>
                </a:solidFill>
                <a:latin typeface="Arial Nova" panose="020B0504020202020204" pitchFamily="34" charset="0"/>
              </a:rPr>
              <a:t>L’écran tactile </a:t>
            </a:r>
          </a:p>
          <a:p>
            <a:pPr marL="0" indent="0" algn="ctr" defTabSz="457189">
              <a:spcBef>
                <a:spcPts val="0"/>
              </a:spcBef>
              <a:buNone/>
            </a:pPr>
            <a:r>
              <a:rPr lang="fr-FR" sz="1200" b="1" dirty="0">
                <a:solidFill>
                  <a:schemeClr val="bg1"/>
                </a:solidFill>
                <a:latin typeface="Arial Nova" panose="020B0504020202020204" pitchFamily="34" charset="0"/>
              </a:rPr>
              <a:t>by </a:t>
            </a:r>
            <a:r>
              <a:rPr lang="fr-FR" sz="1200" b="1" dirty="0" err="1">
                <a:solidFill>
                  <a:schemeClr val="bg1"/>
                </a:solidFill>
                <a:latin typeface="Arial Nova" panose="020B0504020202020204" pitchFamily="34" charset="0"/>
              </a:rPr>
              <a:t>Koesio</a:t>
            </a:r>
            <a:r>
              <a:rPr lang="fr-FR" sz="1200" b="1" dirty="0">
                <a:solidFill>
                  <a:schemeClr val="bg1"/>
                </a:solidFill>
                <a:latin typeface="Arial Nova" panose="020B0504020202020204" pitchFamily="34" charset="0"/>
              </a:rPr>
              <a:t> vous apporte design et efficacité pour vos salles de réunion.</a:t>
            </a:r>
          </a:p>
        </p:txBody>
      </p:sp>
      <p:sp>
        <p:nvSpPr>
          <p:cNvPr id="16" name="Espace réservé du texte 11">
            <a:extLst>
              <a:ext uri="{FF2B5EF4-FFF2-40B4-BE49-F238E27FC236}">
                <a16:creationId xmlns:a16="http://schemas.microsoft.com/office/drawing/2014/main" id="{4271D354-A69A-E584-B067-833413A2DC40}"/>
              </a:ext>
            </a:extLst>
          </p:cNvPr>
          <p:cNvSpPr txBox="1">
            <a:spLocks/>
          </p:cNvSpPr>
          <p:nvPr/>
        </p:nvSpPr>
        <p:spPr>
          <a:xfrm>
            <a:off x="4389247" y="4900231"/>
            <a:ext cx="2275967" cy="364159"/>
          </a:xfrm>
          <a:prstGeom prst="rect">
            <a:avLst/>
          </a:prstGeom>
        </p:spPr>
        <p:txBody>
          <a:bodyPr>
            <a:normAutofit fontScale="77500" lnSpcReduction="20000"/>
          </a:bodyPr>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a:buNone/>
            </a:pPr>
            <a:r>
              <a:rPr lang="fr-FR" b="1" dirty="0">
                <a:solidFill>
                  <a:schemeClr val="bg1"/>
                </a:solidFill>
                <a:latin typeface="Arial Nova" panose="020B0504020202020204" pitchFamily="34" charset="0"/>
              </a:rPr>
              <a:t>Screen ISI </a:t>
            </a:r>
            <a:r>
              <a:rPr lang="fr-FR" b="1" dirty="0" err="1">
                <a:solidFill>
                  <a:schemeClr val="bg1"/>
                </a:solidFill>
                <a:latin typeface="Arial Nova" panose="020B0504020202020204" pitchFamily="34" charset="0"/>
              </a:rPr>
              <a:t>Touch</a:t>
            </a:r>
            <a:endParaRPr lang="fr-FR" b="1" dirty="0">
              <a:solidFill>
                <a:schemeClr val="bg1"/>
              </a:solidFill>
              <a:latin typeface="Arial Nova" panose="020B0504020202020204" pitchFamily="34" charset="0"/>
            </a:endParaRPr>
          </a:p>
        </p:txBody>
      </p:sp>
      <p:sp>
        <p:nvSpPr>
          <p:cNvPr id="18" name="AutoShape 4">
            <a:extLst>
              <a:ext uri="{FF2B5EF4-FFF2-40B4-BE49-F238E27FC236}">
                <a16:creationId xmlns:a16="http://schemas.microsoft.com/office/drawing/2014/main" id="{E493F19E-5AFD-68D9-3007-64E3EBD5BF63}"/>
              </a:ext>
            </a:extLst>
          </p:cNvPr>
          <p:cNvSpPr>
            <a:spLocks noChangeAspect="1" noChangeArrowheads="1"/>
          </p:cNvSpPr>
          <p:nvPr/>
        </p:nvSpPr>
        <p:spPr bwMode="auto">
          <a:xfrm>
            <a:off x="4986592" y="3772716"/>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grpSp>
        <p:nvGrpSpPr>
          <p:cNvPr id="23" name="Groupe 22">
            <a:extLst>
              <a:ext uri="{FF2B5EF4-FFF2-40B4-BE49-F238E27FC236}">
                <a16:creationId xmlns:a16="http://schemas.microsoft.com/office/drawing/2014/main" id="{5B13BD93-36CA-8171-D01B-3A4E32F9C891}"/>
              </a:ext>
            </a:extLst>
          </p:cNvPr>
          <p:cNvGrpSpPr/>
          <p:nvPr/>
        </p:nvGrpSpPr>
        <p:grpSpPr>
          <a:xfrm>
            <a:off x="4346119" y="2155772"/>
            <a:ext cx="2512790" cy="2414081"/>
            <a:chOff x="3757905" y="1274211"/>
            <a:chExt cx="3179608" cy="3054705"/>
          </a:xfrm>
        </p:grpSpPr>
        <p:sp>
          <p:nvSpPr>
            <p:cNvPr id="21" name="Rectangle 20">
              <a:extLst>
                <a:ext uri="{FF2B5EF4-FFF2-40B4-BE49-F238E27FC236}">
                  <a16:creationId xmlns:a16="http://schemas.microsoft.com/office/drawing/2014/main" id="{49E6E69A-E393-4A74-57FA-FBF44080783B}"/>
                </a:ext>
              </a:extLst>
            </p:cNvPr>
            <p:cNvSpPr/>
            <p:nvPr/>
          </p:nvSpPr>
          <p:spPr>
            <a:xfrm>
              <a:off x="3757905" y="3703234"/>
              <a:ext cx="3179608" cy="625682"/>
            </a:xfrm>
            <a:prstGeom prst="rect">
              <a:avLst/>
            </a:prstGeom>
            <a:solidFill>
              <a:srgbClr val="946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21">
              <a:extLst>
                <a:ext uri="{FF2B5EF4-FFF2-40B4-BE49-F238E27FC236}">
                  <a16:creationId xmlns:a16="http://schemas.microsoft.com/office/drawing/2014/main" id="{43A48B5A-F878-2E02-492B-4D0D26433EED}"/>
                </a:ext>
              </a:extLst>
            </p:cNvPr>
            <p:cNvSpPr/>
            <p:nvPr/>
          </p:nvSpPr>
          <p:spPr>
            <a:xfrm>
              <a:off x="3757905" y="1274211"/>
              <a:ext cx="3179608" cy="670250"/>
            </a:xfrm>
            <a:prstGeom prst="rect">
              <a:avLst/>
            </a:prstGeom>
            <a:solidFill>
              <a:srgbClr val="946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0" name="Image 19" descr="Une image contenant texte, capture d’écran, ligne, diagramme&#10;&#10;Description générée automatiquement">
              <a:extLst>
                <a:ext uri="{FF2B5EF4-FFF2-40B4-BE49-F238E27FC236}">
                  <a16:creationId xmlns:a16="http://schemas.microsoft.com/office/drawing/2014/main" id="{79360F83-745A-B43B-3A93-A62062C5B5FF}"/>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3757905" y="1870578"/>
              <a:ext cx="3179608" cy="2119739"/>
            </a:xfrm>
            <a:prstGeom prst="rect">
              <a:avLst/>
            </a:prstGeom>
          </p:spPr>
        </p:pic>
      </p:grpSp>
      <p:pic>
        <p:nvPicPr>
          <p:cNvPr id="12" name="Picture 2">
            <a:extLst>
              <a:ext uri="{FF2B5EF4-FFF2-40B4-BE49-F238E27FC236}">
                <a16:creationId xmlns:a16="http://schemas.microsoft.com/office/drawing/2014/main" id="{747737A9-EECA-4B39-0796-722649CD6DCF}"/>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1247469" y="2152335"/>
            <a:ext cx="2512790" cy="2417517"/>
          </a:xfrm>
          <a:prstGeom prst="rect">
            <a:avLst/>
          </a:prstGeom>
          <a:noFill/>
          <a:extLst>
            <a:ext uri="{909E8E84-426E-40DD-AFC4-6F175D3DCCD1}">
              <a14:hiddenFill xmlns:a14="http://schemas.microsoft.com/office/drawing/2010/main">
                <a:solidFill>
                  <a:srgbClr val="FFFFFF"/>
                </a:solidFill>
              </a14:hiddenFill>
            </a:ext>
          </a:extLst>
        </p:spPr>
      </p:pic>
      <p:pic>
        <p:nvPicPr>
          <p:cNvPr id="24" name="Image 23">
            <a:extLst>
              <a:ext uri="{FF2B5EF4-FFF2-40B4-BE49-F238E27FC236}">
                <a16:creationId xmlns:a16="http://schemas.microsoft.com/office/drawing/2014/main" id="{7E4D33BB-F222-DDFB-03BC-64BFD22C51FF}"/>
              </a:ext>
            </a:extLst>
          </p:cNvPr>
          <p:cNvPicPr>
            <a:picLocks noChangeAspect="1"/>
          </p:cNvPicPr>
          <p:nvPr/>
        </p:nvPicPr>
        <p:blipFill rotWithShape="1">
          <a:blip r:embed="rId4" cstate="print">
            <a:extLst>
              <a:ext uri="{28A0092B-C50C-407E-A947-70E740481C1C}">
                <a14:useLocalDpi xmlns:a14="http://schemas.microsoft.com/office/drawing/2010/main"/>
              </a:ext>
            </a:extLst>
          </a:blip>
          <a:srcRect/>
          <a:stretch/>
        </p:blipFill>
        <p:spPr>
          <a:xfrm rot="486971">
            <a:off x="8146846" y="2318718"/>
            <a:ext cx="1047354" cy="2029961"/>
          </a:xfrm>
          <a:prstGeom prst="rect">
            <a:avLst/>
          </a:prstGeom>
          <a:effectLst>
            <a:outerShdw blurRad="50800" dist="38100" dir="2700000" algn="tl" rotWithShape="0">
              <a:prstClr val="black">
                <a:alpha val="40000"/>
              </a:prstClr>
            </a:outerShdw>
          </a:effectLst>
        </p:spPr>
      </p:pic>
      <p:sp>
        <p:nvSpPr>
          <p:cNvPr id="25" name="Espace réservé du texte 6">
            <a:extLst>
              <a:ext uri="{FF2B5EF4-FFF2-40B4-BE49-F238E27FC236}">
                <a16:creationId xmlns:a16="http://schemas.microsoft.com/office/drawing/2014/main" id="{FE283D48-32F8-2984-E61A-7F0F4236350D}"/>
              </a:ext>
            </a:extLst>
          </p:cNvPr>
          <p:cNvSpPr txBox="1">
            <a:spLocks/>
          </p:cNvSpPr>
          <p:nvPr/>
        </p:nvSpPr>
        <p:spPr>
          <a:xfrm>
            <a:off x="7481403" y="5246754"/>
            <a:ext cx="2275967" cy="1078872"/>
          </a:xfrm>
          <a:prstGeom prst="rect">
            <a:avLst/>
          </a:prstGeom>
        </p:spPr>
        <p:txBody>
          <a:bodyPr anchor="t"/>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defTabSz="457189">
              <a:spcBef>
                <a:spcPts val="0"/>
              </a:spcBef>
              <a:buNone/>
            </a:pPr>
            <a:r>
              <a:rPr lang="fr-FR" sz="1200" b="1" dirty="0" err="1">
                <a:solidFill>
                  <a:schemeClr val="bg1"/>
                </a:solidFill>
                <a:latin typeface="Arial Nova" panose="020B0504020202020204" pitchFamily="34" charset="0"/>
              </a:rPr>
              <a:t>Koesio</a:t>
            </a:r>
            <a:r>
              <a:rPr lang="fr-FR" sz="1200" b="1" dirty="0">
                <a:solidFill>
                  <a:schemeClr val="bg1"/>
                </a:solidFill>
                <a:latin typeface="Arial Nova" panose="020B0504020202020204" pitchFamily="34" charset="0"/>
              </a:rPr>
              <a:t> est MVNO d’Orange pour vous apporter le meilleur des 2 mondes, le réseau n°1 et un service de proximité.</a:t>
            </a:r>
          </a:p>
        </p:txBody>
      </p:sp>
      <p:sp>
        <p:nvSpPr>
          <p:cNvPr id="26" name="Espace réservé du texte 11">
            <a:extLst>
              <a:ext uri="{FF2B5EF4-FFF2-40B4-BE49-F238E27FC236}">
                <a16:creationId xmlns:a16="http://schemas.microsoft.com/office/drawing/2014/main" id="{E98F62F7-C5A7-F6F0-2D09-002A4A71516F}"/>
              </a:ext>
            </a:extLst>
          </p:cNvPr>
          <p:cNvSpPr txBox="1">
            <a:spLocks/>
          </p:cNvSpPr>
          <p:nvPr/>
        </p:nvSpPr>
        <p:spPr>
          <a:xfrm>
            <a:off x="7481405" y="4881518"/>
            <a:ext cx="2275967" cy="364159"/>
          </a:xfrm>
          <a:prstGeom prst="rect">
            <a:avLst/>
          </a:prstGeom>
        </p:spPr>
        <p:txBody>
          <a:bodyPr>
            <a:normAutofit fontScale="92500" lnSpcReduction="20000"/>
          </a:bodyPr>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a:buNone/>
            </a:pPr>
            <a:r>
              <a:rPr lang="fr-FR" b="1" dirty="0">
                <a:solidFill>
                  <a:schemeClr val="bg1"/>
                </a:solidFill>
                <a:latin typeface="Arial Nova" panose="020B0504020202020204" pitchFamily="34" charset="0"/>
              </a:rPr>
              <a:t>Forfait Mobile</a:t>
            </a:r>
          </a:p>
        </p:txBody>
      </p:sp>
      <p:pic>
        <p:nvPicPr>
          <p:cNvPr id="29" name="Image 28" descr="Une image contenant logo, Graphique, graphisme, symbole&#10;&#10;Description générée automatiquement">
            <a:extLst>
              <a:ext uri="{FF2B5EF4-FFF2-40B4-BE49-F238E27FC236}">
                <a16:creationId xmlns:a16="http://schemas.microsoft.com/office/drawing/2014/main" id="{DD72E4F2-6585-CADC-1ED0-58CBF445ECDD}"/>
              </a:ext>
            </a:extLst>
          </p:cNvPr>
          <p:cNvPicPr>
            <a:picLocks noChangeAspect="1"/>
          </p:cNvPicPr>
          <p:nvPr/>
        </p:nvPicPr>
        <p:blipFill>
          <a:blip r:embed="rId5" cstate="print">
            <a:extLst>
              <a:ext uri="{28A0092B-C50C-407E-A947-70E740481C1C}">
                <a14:useLocalDpi xmlns:a14="http://schemas.microsoft.com/office/drawing/2010/main"/>
              </a:ext>
            </a:extLst>
          </a:blip>
          <a:srcRect/>
          <a:stretch/>
        </p:blipFill>
        <p:spPr>
          <a:xfrm rot="21347017">
            <a:off x="1521639" y="843210"/>
            <a:ext cx="605962" cy="614802"/>
          </a:xfrm>
          <a:prstGeom prst="rect">
            <a:avLst/>
          </a:prstGeom>
        </p:spPr>
      </p:pic>
      <p:sp>
        <p:nvSpPr>
          <p:cNvPr id="3" name="Rectangle 2">
            <a:extLst>
              <a:ext uri="{FF2B5EF4-FFF2-40B4-BE49-F238E27FC236}">
                <a16:creationId xmlns:a16="http://schemas.microsoft.com/office/drawing/2014/main" id="{818EF81A-63B5-BABA-7CF1-BB1AD1C1B461}"/>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4" name="Image 3">
            <a:extLst>
              <a:ext uri="{FF2B5EF4-FFF2-40B4-BE49-F238E27FC236}">
                <a16:creationId xmlns:a16="http://schemas.microsoft.com/office/drawing/2014/main" id="{D0C8D0F7-6FB0-EBB7-7BDB-CBF456AF5C0E}"/>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6179308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21886-A49A-AA3D-4946-36B5C15C5F3B}"/>
            </a:ext>
          </a:extLst>
        </p:cNvPr>
        <p:cNvGrpSpPr/>
        <p:nvPr/>
      </p:nvGrpSpPr>
      <p:grpSpPr>
        <a:xfrm>
          <a:off x="0" y="0"/>
          <a:ext cx="0" cy="0"/>
          <a:chOff x="0" y="0"/>
          <a:chExt cx="0" cy="0"/>
        </a:xfrm>
      </p:grpSpPr>
      <p:sp>
        <p:nvSpPr>
          <p:cNvPr id="3" name="Espace réservé du texte 1">
            <a:extLst>
              <a:ext uri="{FF2B5EF4-FFF2-40B4-BE49-F238E27FC236}">
                <a16:creationId xmlns:a16="http://schemas.microsoft.com/office/drawing/2014/main" id="{AB8152CB-2E8C-E636-DB1E-2CA0FA88AE74}"/>
              </a:ext>
            </a:extLst>
          </p:cNvPr>
          <p:cNvSpPr txBox="1">
            <a:spLocks/>
          </p:cNvSpPr>
          <p:nvPr/>
        </p:nvSpPr>
        <p:spPr>
          <a:xfrm>
            <a:off x="1555902" y="2985622"/>
            <a:ext cx="4578197" cy="886753"/>
          </a:xfrm>
          <a:prstGeom prst="rect">
            <a:avLst/>
          </a:prstGeom>
          <a:noFill/>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3600" b="1" dirty="0">
                <a:solidFill>
                  <a:schemeClr val="tx1"/>
                </a:solidFill>
                <a:latin typeface="Century Gothic" panose="020B0502020202020204" pitchFamily="34" charset="0"/>
              </a:rPr>
              <a:t>ANNEXES</a:t>
            </a:r>
          </a:p>
          <a:p>
            <a:r>
              <a:rPr lang="fr-FR" sz="3600" b="1" dirty="0">
                <a:solidFill>
                  <a:schemeClr val="tx1"/>
                </a:solidFill>
                <a:latin typeface="Century Gothic" panose="020B0502020202020204" pitchFamily="34" charset="0"/>
              </a:rPr>
              <a:t>Fiches produits</a:t>
            </a:r>
          </a:p>
        </p:txBody>
      </p:sp>
      <p:sp>
        <p:nvSpPr>
          <p:cNvPr id="6" name="Rectangle 5">
            <a:extLst>
              <a:ext uri="{FF2B5EF4-FFF2-40B4-BE49-F238E27FC236}">
                <a16:creationId xmlns:a16="http://schemas.microsoft.com/office/drawing/2014/main" id="{83F885EF-70EF-A791-FAAF-96D85048FF11}"/>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7" name="Image 6">
            <a:extLst>
              <a:ext uri="{FF2B5EF4-FFF2-40B4-BE49-F238E27FC236}">
                <a16:creationId xmlns:a16="http://schemas.microsoft.com/office/drawing/2014/main" id="{77AD372B-65CF-BEAF-DC74-12D1848F3EF5}"/>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8" name="Rectangle 7">
            <a:extLst>
              <a:ext uri="{FF2B5EF4-FFF2-40B4-BE49-F238E27FC236}">
                <a16:creationId xmlns:a16="http://schemas.microsoft.com/office/drawing/2014/main" id="{F1BA9365-C364-3C0E-E9EC-9E8728A7134F}"/>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9" name="Rectangle 8">
            <a:extLst>
              <a:ext uri="{FF2B5EF4-FFF2-40B4-BE49-F238E27FC236}">
                <a16:creationId xmlns:a16="http://schemas.microsoft.com/office/drawing/2014/main" id="{24A05A93-14E1-DFFA-C02D-1FFCA446256D}"/>
              </a:ext>
            </a:extLst>
          </p:cNvPr>
          <p:cNvSpPr/>
          <p:nvPr/>
        </p:nvSpPr>
        <p:spPr>
          <a:xfrm>
            <a:off x="5775683" y="2769466"/>
            <a:ext cx="3270471" cy="3270471"/>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038C48B8-E826-7F1B-F554-45C7934D7F81}"/>
              </a:ext>
            </a:extLst>
          </p:cNvPr>
          <p:cNvSpPr/>
          <p:nvPr/>
        </p:nvSpPr>
        <p:spPr>
          <a:xfrm>
            <a:off x="9046154" y="1123807"/>
            <a:ext cx="1645659" cy="1645659"/>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Image 3" descr="Une image contenant personne&#10;&#10;Description générée automatiquement">
            <a:extLst>
              <a:ext uri="{FF2B5EF4-FFF2-40B4-BE49-F238E27FC236}">
                <a16:creationId xmlns:a16="http://schemas.microsoft.com/office/drawing/2014/main" id="{D3134360-4ED5-C04E-7126-42E8ADB342EE}"/>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561683" y="1909262"/>
            <a:ext cx="3607601" cy="4130675"/>
          </a:xfrm>
          <a:prstGeom prst="rect">
            <a:avLst/>
          </a:prstGeom>
        </p:spPr>
      </p:pic>
    </p:spTree>
    <p:extLst>
      <p:ext uri="{BB962C8B-B14F-4D97-AF65-F5344CB8AC3E}">
        <p14:creationId xmlns:p14="http://schemas.microsoft.com/office/powerpoint/2010/main" val="1384154691"/>
      </p:ext>
    </p:extLst>
  </p:cSld>
  <p:clrMapOvr>
    <a:masterClrMapping/>
  </p:clrMapOvr>
</p:sld>
</file>

<file path=ppt/theme/theme1.xml><?xml version="1.0" encoding="utf-8"?>
<a:theme xmlns:a="http://schemas.openxmlformats.org/drawingml/2006/main" name="FIN">
  <a:themeElements>
    <a:clrScheme name="Koesio">
      <a:dk1>
        <a:srgbClr val="434341"/>
      </a:dk1>
      <a:lt1>
        <a:srgbClr val="FFFFFF"/>
      </a:lt1>
      <a:dk2>
        <a:srgbClr val="6E398E"/>
      </a:dk2>
      <a:lt2>
        <a:srgbClr val="E94B57"/>
      </a:lt2>
      <a:accent1>
        <a:srgbClr val="6FCBF3"/>
      </a:accent1>
      <a:accent2>
        <a:srgbClr val="F7A823"/>
      </a:accent2>
      <a:accent3>
        <a:srgbClr val="FFD618"/>
      </a:accent3>
      <a:accent4>
        <a:srgbClr val="95C11F"/>
      </a:accent4>
      <a:accent5>
        <a:srgbClr val="F7BFD9"/>
      </a:accent5>
      <a:accent6>
        <a:srgbClr val="946AAB"/>
      </a:accent6>
      <a:hlink>
        <a:srgbClr val="6E398E"/>
      </a:hlink>
      <a:folHlink>
        <a:srgbClr val="946AAB"/>
      </a:folHlink>
    </a:clrScheme>
    <a:fontScheme name="Typo Koesio PPT">
      <a:majorFont>
        <a:latin typeface="Century Gothic"/>
        <a:ea typeface=""/>
        <a:cs typeface=""/>
      </a:majorFont>
      <a:minorFont>
        <a:latin typeface="Arial Nova"/>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lgn="l">
          <a:defRPr dirty="0"/>
        </a:defPPr>
      </a:lstStyle>
    </a:txDef>
  </a:objectDefaults>
  <a:extraClrSchemeLst/>
  <a:extLst>
    <a:ext uri="{05A4C25C-085E-4340-85A3-A5531E510DB2}">
      <thm15:themeFamily xmlns:thm15="http://schemas.microsoft.com/office/thememl/2012/main" name="Thème1" id="{6D739038-0B1F-7042-B3CA-2CAA3A221791}" vid="{7D3B1C09-78F1-1843-A98E-6322F2DC7ACA}"/>
    </a:ext>
  </a:extLst>
</a:theme>
</file>

<file path=ppt/theme/theme2.xml><?xml version="1.0" encoding="utf-8"?>
<a:theme xmlns:a="http://schemas.openxmlformats.org/drawingml/2006/main" name="PAGES DE GARDE">
  <a:themeElements>
    <a:clrScheme name="Koesio">
      <a:dk1>
        <a:srgbClr val="434341"/>
      </a:dk1>
      <a:lt1>
        <a:srgbClr val="FFFFFF"/>
      </a:lt1>
      <a:dk2>
        <a:srgbClr val="6E398E"/>
      </a:dk2>
      <a:lt2>
        <a:srgbClr val="E94B57"/>
      </a:lt2>
      <a:accent1>
        <a:srgbClr val="6FCBF3"/>
      </a:accent1>
      <a:accent2>
        <a:srgbClr val="F7A823"/>
      </a:accent2>
      <a:accent3>
        <a:srgbClr val="FFD618"/>
      </a:accent3>
      <a:accent4>
        <a:srgbClr val="95C11F"/>
      </a:accent4>
      <a:accent5>
        <a:srgbClr val="F7BFD9"/>
      </a:accent5>
      <a:accent6>
        <a:srgbClr val="946AAB"/>
      </a:accent6>
      <a:hlink>
        <a:srgbClr val="6E398E"/>
      </a:hlink>
      <a:folHlink>
        <a:srgbClr val="946AAB"/>
      </a:folHlink>
    </a:clrScheme>
    <a:fontScheme name="Typo Koesio PPT">
      <a:majorFont>
        <a:latin typeface="Century Gothic"/>
        <a:ea typeface=""/>
        <a:cs typeface=""/>
      </a:majorFont>
      <a:minorFont>
        <a:latin typeface="Arial Nova"/>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lgn="l">
          <a:defRPr dirty="0"/>
        </a:defPPr>
      </a:lstStyle>
    </a:txDef>
  </a:objectDefaults>
  <a:extraClrSchemeLst/>
  <a:extLst>
    <a:ext uri="{05A4C25C-085E-4340-85A3-A5531E510DB2}">
      <thm15:themeFamily xmlns:thm15="http://schemas.microsoft.com/office/thememl/2012/main" name="Thème1" id="{6D739038-0B1F-7042-B3CA-2CAA3A221791}" vid="{7D3B1C09-78F1-1843-A98E-6322F2DC7ACA}"/>
    </a:ext>
  </a:extLst>
</a:theme>
</file>

<file path=ppt/theme/theme3.xml><?xml version="1.0" encoding="utf-8"?>
<a:theme xmlns:a="http://schemas.openxmlformats.org/drawingml/2006/main" name="GRANDS TITRES">
  <a:themeElements>
    <a:clrScheme name="Koesio">
      <a:dk1>
        <a:srgbClr val="434341"/>
      </a:dk1>
      <a:lt1>
        <a:srgbClr val="FFFFFF"/>
      </a:lt1>
      <a:dk2>
        <a:srgbClr val="6E398E"/>
      </a:dk2>
      <a:lt2>
        <a:srgbClr val="E94B57"/>
      </a:lt2>
      <a:accent1>
        <a:srgbClr val="6FCBF3"/>
      </a:accent1>
      <a:accent2>
        <a:srgbClr val="F7A823"/>
      </a:accent2>
      <a:accent3>
        <a:srgbClr val="FFD618"/>
      </a:accent3>
      <a:accent4>
        <a:srgbClr val="95C11F"/>
      </a:accent4>
      <a:accent5>
        <a:srgbClr val="F7BFD9"/>
      </a:accent5>
      <a:accent6>
        <a:srgbClr val="946AAB"/>
      </a:accent6>
      <a:hlink>
        <a:srgbClr val="6E398E"/>
      </a:hlink>
      <a:folHlink>
        <a:srgbClr val="946AAB"/>
      </a:folHlink>
    </a:clrScheme>
    <a:fontScheme name="Typo Koesio PPT">
      <a:majorFont>
        <a:latin typeface="Century Gothic"/>
        <a:ea typeface=""/>
        <a:cs typeface=""/>
      </a:majorFont>
      <a:minorFont>
        <a:latin typeface="Arial Nova"/>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lgn="l">
          <a:defRPr dirty="0"/>
        </a:defPPr>
      </a:lstStyle>
    </a:txDef>
  </a:objectDefaults>
  <a:extraClrSchemeLst/>
  <a:extLst>
    <a:ext uri="{05A4C25C-085E-4340-85A3-A5531E510DB2}">
      <thm15:themeFamily xmlns:thm15="http://schemas.microsoft.com/office/thememl/2012/main" name="Thème1" id="{6D739038-0B1F-7042-B3CA-2CAA3A221791}" vid="{7D3B1C09-78F1-1843-A98E-6322F2DC7AC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2_Thème Office 2013 – 2022">
  <a:themeElements>
    <a:clrScheme name="Koesio">
      <a:dk1>
        <a:srgbClr val="434341"/>
      </a:dk1>
      <a:lt1>
        <a:srgbClr val="FFFFFF"/>
      </a:lt1>
      <a:dk2>
        <a:srgbClr val="6E398E"/>
      </a:dk2>
      <a:lt2>
        <a:srgbClr val="E94B57"/>
      </a:lt2>
      <a:accent1>
        <a:srgbClr val="946AAB"/>
      </a:accent1>
      <a:accent2>
        <a:srgbClr val="F7A823"/>
      </a:accent2>
      <a:accent3>
        <a:srgbClr val="FFD618"/>
      </a:accent3>
      <a:accent4>
        <a:srgbClr val="95C11F"/>
      </a:accent4>
      <a:accent5>
        <a:srgbClr val="F7BFD9"/>
      </a:accent5>
      <a:accent6>
        <a:srgbClr val="6FCBF3"/>
      </a:accent6>
      <a:hlink>
        <a:srgbClr val="6E398E"/>
      </a:hlink>
      <a:folHlink>
        <a:srgbClr val="946AAB"/>
      </a:folHlink>
    </a:clrScheme>
    <a:fontScheme name="Thème 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TotalTime>
  <Words>118</Words>
  <Application>Microsoft Office PowerPoint</Application>
  <PresentationFormat>Grand écran</PresentationFormat>
  <Paragraphs>13</Paragraphs>
  <Slides>12</Slides>
  <Notes>3</Notes>
  <HiddenSlides>0</HiddenSlides>
  <MMClips>0</MMClips>
  <ScaleCrop>false</ScaleCrop>
  <HeadingPairs>
    <vt:vector size="6" baseType="variant">
      <vt:variant>
        <vt:lpstr>Polices utilisées</vt:lpstr>
      </vt:variant>
      <vt:variant>
        <vt:i4>2</vt:i4>
      </vt:variant>
      <vt:variant>
        <vt:lpstr>Thème</vt:lpstr>
      </vt:variant>
      <vt:variant>
        <vt:i4>3</vt:i4>
      </vt:variant>
      <vt:variant>
        <vt:lpstr>Titres des diapositives</vt:lpstr>
      </vt:variant>
      <vt:variant>
        <vt:i4>2</vt:i4>
      </vt:variant>
    </vt:vector>
  </HeadingPairs>
  <TitlesOfParts>
    <vt:vector size="7" baseType="lpstr">
      <vt:lpstr>Arial</vt:lpstr>
      <vt:lpstr>Arial Nova</vt:lpstr>
      <vt:lpstr>FIN</vt:lpstr>
      <vt:lpstr>PAGES DE GARDE</vt:lpstr>
      <vt:lpstr>GRANDS TITRES</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Carla Rousseau</dc:creator>
  <cp:lastModifiedBy>Jeremy TREDANT</cp:lastModifiedBy>
  <cp:revision>4</cp:revision>
  <dcterms:created xsi:type="dcterms:W3CDTF">2024-02-01T13:27:01Z</dcterms:created>
  <dcterms:modified xsi:type="dcterms:W3CDTF">2025-11-11T22:53:52Z</dcterms:modified>
</cp:coreProperties>
</file>