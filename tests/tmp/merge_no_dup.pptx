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84" r:id="rId1"/>
  </p:sldMasterIdLst>
  <p:notesMasterIdLst>
    <p:notesMasterId r:id="rId5"/>
  </p:notesMasterIdLst>
  <p:sldIdLst>
    <p:sldId id="256" r:id="rId2"/>
    <p:sldId id="257" r:id="rId3"/>
  </p:sldIdLst>
  <p:sldSz cx="10691813" cy="7559675"/>
  <p:notesSz cx="6858000" cy="9144000"/>
  <p:defaultTextStyle>
    <a:defPPr>
      <a:defRPr lang="en-US"/>
    </a:defPPr>
    <a:lvl1pPr marL="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68" userDrawn="1">
          <p15:clr>
            <a:srgbClr val="A4A3A4"/>
          </p15:clr>
        </p15:guide>
        <p15:guide id="2" pos="3277" userDrawn="1">
          <p15:clr>
            <a:srgbClr val="A4A3A4"/>
          </p15:clr>
        </p15:guide>
        <p15:guide id="3" pos="981" userDrawn="1">
          <p15:clr>
            <a:srgbClr val="A4A3A4"/>
          </p15:clr>
        </p15:guide>
        <p15:guide id="4" pos="2519" userDrawn="1">
          <p15:clr>
            <a:srgbClr val="A4A3A4"/>
          </p15:clr>
        </p15:guide>
        <p15:guide id="5" pos="6285" userDrawn="1">
          <p15:clr>
            <a:srgbClr val="A4A3A4"/>
          </p15:clr>
        </p15:guide>
        <p15:guide id="6" pos="533" userDrawn="1">
          <p15:clr>
            <a:srgbClr val="A4A3A4"/>
          </p15:clr>
        </p15:guide>
        <p15:guide id="7" orient="horz" pos="3220" userDrawn="1">
          <p15:clr>
            <a:srgbClr val="A4A3A4"/>
          </p15:clr>
        </p15:guide>
      </p15:sldGuideLst>
    </p:ext>
    <p:ext uri="{521415D9-36F7-43E2-AB2F-B90AF26B5E84}">
      <p14:sectionLst xmlns:p14="http://schemas.microsoft.com/office/powerpoint/2010/main">
        <p14:section name="FIN" id="{F9BB27DB-5C58-47A1-A1B8-D46C8599990A}">
          <p14:sldIdLst>
            <p14:sldId id="256"/>
            <p14:sldId id="257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  <a:srgbClr val="FFD618"/>
    <a:srgbClr val="2F52A0"/>
    <a:srgbClr val="EE730D"/>
    <a:srgbClr val="F29FC4"/>
    <a:srgbClr val="FBFBFB"/>
    <a:srgbClr val="946AAB"/>
    <a:srgbClr val="6D378B"/>
    <a:srgbClr val="6FCBF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F34682A-0780-4E8B-8D98-0D280E4D050C}" v="154" dt="2025-03-19T10:51:42.8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816" autoAdjust="0"/>
    <p:restoredTop sz="94660"/>
  </p:normalViewPr>
  <p:slideViewPr>
    <p:cSldViewPr snapToGrid="0" showGuides="1">
      <p:cViewPr varScale="1">
        <p:scale>
          <a:sx n="93" d="100"/>
          <a:sy n="93" d="100"/>
        </p:scale>
        <p:origin x="1464" y="78"/>
      </p:cViewPr>
      <p:guideLst>
        <p:guide orient="horz" pos="2268"/>
        <p:guide pos="3277"/>
        <p:guide pos="981"/>
        <p:guide pos="2519"/>
        <p:guide pos="6285"/>
        <p:guide pos="533"/>
        <p:guide orient="horz" pos="32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1" Type="http://schemas.openxmlformats.org/officeDocument/2006/relationships/slideMaster" Target="slideMasters/slideMaster1.xml"/><Relationship Id="rId4" Type="http://schemas.microsoft.com/office/2015/10/relationships/revisionInfo" Target="revisionInfo.xml"/><Relationship Id="rId5" Type="http://schemas.openxmlformats.org/officeDocument/2006/relationships/notesMaster" Target="notesMasters/notesMaster1.xml"/><Relationship Id="rId6" Type="http://schemas.openxmlformats.org/officeDocument/2006/relationships/tableStyles" Target="tableStyles.xml"/><Relationship Id="rId7" Type="http://schemas.openxmlformats.org/officeDocument/2006/relationships/theme" Target="theme/theme1.xml"/><Relationship Id="rId8" Type="http://schemas.openxmlformats.org/officeDocument/2006/relationships/viewProps" Target="viewProps.xml"/><Relationship Id="rId9" Type="http://schemas.openxmlformats.org/officeDocument/2006/relationships/presProps" Target="presProps.xml"/></Relationships>
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DB330D-6C84-4A98-BFF1-626FD29DE139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47775" y="1143000"/>
            <a:ext cx="43624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12FD6F-AB77-4C7E-891F-50C789B4267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2172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56612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8037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7632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4780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1521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0708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9205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7033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0379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6103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0301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9090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7" r:id="rId1"/>
    <p:sldLayoutId id="2147483738" r:id="rId2"/>
    <p:sldLayoutId id="2147483739" r:id="rId3"/>
    <p:sldLayoutId id="2147483740" r:id="rId4"/>
    <p:sldLayoutId id="2147483741" r:id="rId5"/>
    <p:sldLayoutId id="2147483742" r:id="rId6"/>
    <p:sldLayoutId id="2147483743" r:id="rId7"/>
    <p:sldLayoutId id="2147483744" r:id="rId8"/>
    <p:sldLayoutId id="2147483745" r:id="rId9"/>
    <p:sldLayoutId id="2147483746" r:id="rId10"/>
    <p:sldLayoutId id="2147483747" r:id="rId11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1" userDrawn="1">
          <p15:clr>
            <a:srgbClr val="F26B43"/>
          </p15:clr>
        </p15:guide>
        <p15:guide id="2" pos="336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theme/theme1.xml><?xml version="1.0" encoding="utf-8"?>
<a:theme xmlns:a="http://schemas.openxmlformats.org/drawingml/2006/main" name="2_Thème Office 2013 – 2022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946AAB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6FCBF3"/>
      </a:accent6>
      <a:hlink>
        <a:srgbClr val="6E398E"/>
      </a:hlink>
      <a:folHlink>
        <a:srgbClr val="946AAB"/>
      </a:folHlink>
    </a:clrScheme>
    <a:fontScheme name="Thème Office 2013 –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 2013 –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132</Words>
  <Application>Microsoft Office PowerPoint</Application>
  <PresentationFormat>Personnalisé</PresentationFormat>
  <Paragraphs>12</Paragraphs>
  <Slides>2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7" baseType="lpstr">
      <vt:lpstr>Aptos</vt:lpstr>
      <vt:lpstr>Arial</vt:lpstr>
      <vt:lpstr>Calibri</vt:lpstr>
      <vt:lpstr>Calibri Light</vt:lpstr>
      <vt:lpstr>Century Gothic</vt:lpstr>
      <vt:lpstr>2_Thème Office 2013 – 2022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CORBEAUX Virginie</dc:creator>
  <cp:lastModifiedBy>virginie corbeaux</cp:lastModifiedBy>
  <cp:revision>72</cp:revision>
  <dcterms:created xsi:type="dcterms:W3CDTF">2024-10-29T15:06:39Z</dcterms:created>
  <dcterms:modified xsi:type="dcterms:W3CDTF">2025-04-01T11:16:56Z</dcterms:modified>
</cp:coreProperties>
</file>