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"/>
  </p:notesMasterIdLst>
  <p:sldIdLst>
    <p:sldId id="256" r:id="rId2"/>
    <p:sldId id="257" r:id="rId9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10" Type="http://schemas.openxmlformats.org/officeDocument/2006/relationships/image" Target="media/image1.jpeg"/><Relationship Id="rId11" Type="http://schemas.openxmlformats.org/officeDocument/2006/relationships/image" Target="media/image5.png"/><Relationship Id="rId12" Type="http://schemas.openxmlformats.org/officeDocument/2006/relationships/notesSlide" Target="notesSlides/notesSlide2.xml"/><Relationship Id="rId13" Type="http://schemas.openxmlformats.org/officeDocument/2006/relationships/slideLayout" Target="slideLayouts/slideLayout1.xml"/><Relationship Id="rId14" Type="http://schemas.openxmlformats.org/officeDocument/2006/relationships/image" Target="media/image4.png"/><Relationship Id="rId15" Type="http://schemas.openxmlformats.org/officeDocument/2006/relationships/image" Target="media/image3.png"/><Relationship Id="rId16" Type="http://schemas.openxmlformats.org/officeDocument/2006/relationships/image" Target="media/image2.jpeg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