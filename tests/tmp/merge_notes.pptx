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  <p:sldMasterId id="2147483804" r:id="rId2"/>
    <p:sldMasterId id="2147483805" r:id="rId3"/>
    <p:sldMasterId id="2147483806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notesMasterIdLst>
    <p:notesMasterId r:id="rId24"/>
  </p:notesMaster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4.xml"/><Relationship Id="rId19" Type="http://schemas.openxmlformats.org/officeDocument/2006/relationships/theme" Target="theme/theme1.xml"/><Relationship Id="rId20" Type="http://schemas.openxmlformats.org/officeDocument/2006/relationships/viewProps" Target="viewProps.xml"/><Relationship Id="rId21" Type="http://schemas.openxmlformats.org/officeDocument/2006/relationships/presProps" Target="presProps.xml"/><Relationship Id="rId22" Type="http://schemas.microsoft.com/office/2015/10/relationships/revisionInfo" Target="revisionInfo.xml"/><Relationship Id="rId23" Type="http://schemas.openxmlformats.org/officeDocument/2006/relationships/tableStyles" Target="tableStyles.xml"/><Relationship Id="rId24" Type="http://schemas.openxmlformats.org/officeDocument/2006/relationships/notesMaster" Target="notesMasters/notesMaster1.xml"/><Relationship Id="rId25" Type="http://schemas.openxmlformats.org/officeDocument/2006/relationships/theme" Target="theme/theme4.xml"/><Relationship Id="rId26" Type="http://schemas.openxmlformats.org/officeDocument/2006/relationships/theme" Target="theme/theme5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4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B437F-8D72-42A9-BC9D-112F71B3ECB3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0EF67D-F771-43F2-9BC9-8E012AD24F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4885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  <p:sldLayoutId id="2147483748" r:id="rId12"/>
    <p:sldLayoutId id="2147483749" r:id="rId13"/>
    <p:sldLayoutId id="2147483750" r:id="rId14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