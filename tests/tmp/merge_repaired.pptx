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64" r:id="rId2"/>
    <p:sldMasterId id="2147483669" r:id="rId3"/>
  </p:sldMasterIdLst>
  <p:notesMasterIdLst>
    <p:notesMasterId r:id="rId17"/>
  </p:notesMasterIdLst>
  <p:sldIdLst>
    <p:sldId id="281" r:id="rId4"/>
    <p:sldId id="267" r:id="rId5"/>
    <p:sldId id="257" r:id="rId6"/>
    <p:sldId id="259" r:id="rId7"/>
    <p:sldId id="282" r:id="rId8"/>
    <p:sldId id="266" r:id="rId9"/>
    <p:sldId id="264" r:id="rId10"/>
    <p:sldId id="260" r:id="rId11"/>
    <p:sldId id="261" r:id="rId12"/>
    <p:sldId id="263" r:id="rId13"/>
    <p:sldId id="262" r:id="rId14"/>
    <p:sldId id="265" r:id="rId15"/>
    <p:sldId id="268"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D57B21AD-B6CD-49C4-8F21-F21D0058913F}">
          <p14:sldIdLst>
            <p14:sldId id="281"/>
            <p14:sldId id="267"/>
          </p14:sldIdLst>
        </p14:section>
        <p14:section name="K.AQUITAINE" id="{E6AB169D-2E9C-4DF1-B867-ABC565539D67}">
          <p14:sldIdLst>
            <p14:sldId id="257"/>
          </p14:sldIdLst>
        </p14:section>
        <p14:section name="AGENCE BRIVE" id="{8EE052C1-ED92-44FA-A502-3511BB674C74}">
          <p14:sldIdLst>
            <p14:sldId id="259"/>
          </p14:sldIdLst>
        </p14:section>
        <p14:section name="AGENCE LIMOGES" id="{D524B0B2-E124-443A-9E51-4774EBCC9A19}">
          <p14:sldIdLst>
            <p14:sldId id="282"/>
          </p14:sldIdLst>
        </p14:section>
        <p14:section name="AGENCE PERIGUEUX" id="{89ABD695-17A6-42BC-BEF8-35D644A44AE0}">
          <p14:sldIdLst>
            <p14:sldId id="266"/>
          </p14:sldIdLst>
        </p14:section>
        <p14:section name="AGENCE GUERET" id="{E961A568-CC64-4CC6-B59C-A3F142E52494}">
          <p14:sldIdLst>
            <p14:sldId id="264"/>
          </p14:sldIdLst>
        </p14:section>
        <p14:section name="AGENCE AGEN" id="{DAE32E95-3ABA-4F6E-805C-9C81044B430F}">
          <p14:sldIdLst>
            <p14:sldId id="260"/>
          </p14:sldIdLst>
        </p14:section>
        <p14:section name="AGENCE FLOIRAC" id="{6D393209-0679-4495-818C-7DC2D6F60ED2}">
          <p14:sldIdLst>
            <p14:sldId id="261"/>
          </p14:sldIdLst>
        </p14:section>
        <p14:section name="AGENCE COGNAC" id="{CD94A128-0592-4BA3-B8FC-0E93440F3774}">
          <p14:sldIdLst>
            <p14:sldId id="263"/>
          </p14:sldIdLst>
        </p14:section>
        <p14:section name="AGENCE ANGOULEME" id="{484F0B43-7A3C-425D-BB04-288C5FDEE56C}">
          <p14:sldIdLst>
            <p14:sldId id="262"/>
          </p14:sldIdLst>
        </p14:section>
        <p14:section name="AGENCE PERIGNY" id="{F0CDDB2C-9E29-4FA4-84F1-E119CF9735ED}">
          <p14:sldIdLst>
            <p14:sldId id="265"/>
          </p14:sldIdLst>
        </p14:section>
        <p14:section name="SERVICE TECHNIQUE" id="{758A0E32-66AF-4757-A07D-CEA970A015D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F1CB17-5677-411F-958D-9F000751BAB6}" v="4" dt="2024-02-01T13:32:13.4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65" d="100"/>
          <a:sy n="65" d="100"/>
        </p:scale>
        <p:origin x="10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DFF927-4E4E-4E74-82D7-66EFBF4A0180}" type="datetimeFigureOut">
              <a:rPr lang="fr-FR" smtClean="0"/>
              <a:t>10/02/2026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AFA55-C826-4692-B363-6E1ADF9397A8}" type="slidenum">
              <a:rPr lang="fr-FR" smtClean="0"/>
              <a:t>‹N°›</a:t>
            </a:fld>
            <a:endParaRPr lang="fr-FR"/>
          </a:p>
        </p:txBody>
      </p:sp>
    </p:spTree>
    <p:extLst>
      <p:ext uri="{BB962C8B-B14F-4D97-AF65-F5344CB8AC3E}">
        <p14:creationId xmlns:p14="http://schemas.microsoft.com/office/powerpoint/2010/main" val="3420415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54D3FE2-D2E2-4D6B-A166-60C404FF1AD1}" type="slidenum">
              <a:rPr lang="fr-FR" smtClean="0"/>
              <a:t>3</a:t>
            </a:fld>
            <a:endParaRPr lang="fr-FR"/>
          </a:p>
        </p:txBody>
      </p:sp>
    </p:spTree>
    <p:extLst>
      <p:ext uri="{BB962C8B-B14F-4D97-AF65-F5344CB8AC3E}">
        <p14:creationId xmlns:p14="http://schemas.microsoft.com/office/powerpoint/2010/main" val="3896882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33C73-85CA-3210-4845-47AD14FDD5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E9F56F-2666-31A5-7307-83A184AD5FA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16E18B2-14AC-BFE8-F018-7094DC51C95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3D4F9F7-5106-DB26-9EC4-1A8DF4A6A404}"/>
              </a:ext>
            </a:extLst>
          </p:cNvPr>
          <p:cNvSpPr>
            <a:spLocks noGrp="1"/>
          </p:cNvSpPr>
          <p:nvPr>
            <p:ph type="sldNum" sz="quarter" idx="5"/>
          </p:nvPr>
        </p:nvSpPr>
        <p:spPr/>
        <p:txBody>
          <a:bodyPr/>
          <a:lstStyle/>
          <a:p>
            <a:fld id="{E54D3FE2-D2E2-4D6B-A166-60C404FF1AD1}" type="slidenum">
              <a:rPr lang="fr-FR" smtClean="0"/>
              <a:t>4</a:t>
            </a:fld>
            <a:endParaRPr lang="fr-FR"/>
          </a:p>
        </p:txBody>
      </p:sp>
    </p:spTree>
    <p:extLst>
      <p:ext uri="{BB962C8B-B14F-4D97-AF65-F5344CB8AC3E}">
        <p14:creationId xmlns:p14="http://schemas.microsoft.com/office/powerpoint/2010/main" val="1779376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3865-29C3-3FCF-E13F-4FB58013CB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BDCBF3-226E-1F58-1312-84E70ADE1B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4F20F1-9951-91A3-9DB8-D8707EBEC8E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6D0F768-C24E-0459-C407-2ACB56042397}"/>
              </a:ext>
            </a:extLst>
          </p:cNvPr>
          <p:cNvSpPr>
            <a:spLocks noGrp="1"/>
          </p:cNvSpPr>
          <p:nvPr>
            <p:ph type="sldNum" sz="quarter" idx="5"/>
          </p:nvPr>
        </p:nvSpPr>
        <p:spPr/>
        <p:txBody>
          <a:bodyPr/>
          <a:lstStyle/>
          <a:p>
            <a:fld id="{E54D3FE2-D2E2-4D6B-A166-60C404FF1AD1}" type="slidenum">
              <a:rPr lang="fr-FR" smtClean="0"/>
              <a:t>5</a:t>
            </a:fld>
            <a:endParaRPr lang="fr-FR"/>
          </a:p>
        </p:txBody>
      </p:sp>
    </p:spTree>
    <p:extLst>
      <p:ext uri="{BB962C8B-B14F-4D97-AF65-F5344CB8AC3E}">
        <p14:creationId xmlns:p14="http://schemas.microsoft.com/office/powerpoint/2010/main" val="691290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32EC-FB5F-FABD-8607-234DA045CA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E2F006D-997C-F1B3-F569-A2A98EAB8F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F56A871-9B9B-DC8A-9387-5E3E21FC3B2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CEA8D58-433C-0CFE-1E7E-6363316BE840}"/>
              </a:ext>
            </a:extLst>
          </p:cNvPr>
          <p:cNvSpPr>
            <a:spLocks noGrp="1"/>
          </p:cNvSpPr>
          <p:nvPr>
            <p:ph type="sldNum" sz="quarter" idx="5"/>
          </p:nvPr>
        </p:nvSpPr>
        <p:spPr/>
        <p:txBody>
          <a:bodyPr/>
          <a:lstStyle/>
          <a:p>
            <a:fld id="{E54D3FE2-D2E2-4D6B-A166-60C404FF1AD1}" type="slidenum">
              <a:rPr lang="fr-FR" smtClean="0"/>
              <a:t>6</a:t>
            </a:fld>
            <a:endParaRPr lang="fr-FR"/>
          </a:p>
        </p:txBody>
      </p:sp>
    </p:spTree>
    <p:extLst>
      <p:ext uri="{BB962C8B-B14F-4D97-AF65-F5344CB8AC3E}">
        <p14:creationId xmlns:p14="http://schemas.microsoft.com/office/powerpoint/2010/main" val="792025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3A0B8-5DDA-E9F8-210E-C4105533F2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55CCD1-5738-011A-A01F-A0B36FF827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D62E0DF-3987-46D9-2E7E-27146278061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6EA1745-5CC8-7808-8AF2-6E60685AFA3F}"/>
              </a:ext>
            </a:extLst>
          </p:cNvPr>
          <p:cNvSpPr>
            <a:spLocks noGrp="1"/>
          </p:cNvSpPr>
          <p:nvPr>
            <p:ph type="sldNum" sz="quarter" idx="5"/>
          </p:nvPr>
        </p:nvSpPr>
        <p:spPr/>
        <p:txBody>
          <a:bodyPr/>
          <a:lstStyle/>
          <a:p>
            <a:fld id="{E54D3FE2-D2E2-4D6B-A166-60C404FF1AD1}" type="slidenum">
              <a:rPr lang="fr-FR" smtClean="0"/>
              <a:t>7</a:t>
            </a:fld>
            <a:endParaRPr lang="fr-FR"/>
          </a:p>
        </p:txBody>
      </p:sp>
    </p:spTree>
    <p:extLst>
      <p:ext uri="{BB962C8B-B14F-4D97-AF65-F5344CB8AC3E}">
        <p14:creationId xmlns:p14="http://schemas.microsoft.com/office/powerpoint/2010/main" val="2716899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A1A3-9A3D-AB23-5621-E57F169F08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DC5DC62-0A0C-DA76-69D5-4956142A416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35B63C-00A1-4DAD-ED53-5A072CAFB2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0051A3E-0D1B-8A2D-8F55-8B10966764AF}"/>
              </a:ext>
            </a:extLst>
          </p:cNvPr>
          <p:cNvSpPr>
            <a:spLocks noGrp="1"/>
          </p:cNvSpPr>
          <p:nvPr>
            <p:ph type="sldNum" sz="quarter" idx="5"/>
          </p:nvPr>
        </p:nvSpPr>
        <p:spPr/>
        <p:txBody>
          <a:bodyPr/>
          <a:lstStyle/>
          <a:p>
            <a:fld id="{E54D3FE2-D2E2-4D6B-A166-60C404FF1AD1}" type="slidenum">
              <a:rPr lang="fr-FR" smtClean="0"/>
              <a:t>8</a:t>
            </a:fld>
            <a:endParaRPr lang="fr-FR"/>
          </a:p>
        </p:txBody>
      </p:sp>
    </p:spTree>
    <p:extLst>
      <p:ext uri="{BB962C8B-B14F-4D97-AF65-F5344CB8AC3E}">
        <p14:creationId xmlns:p14="http://schemas.microsoft.com/office/powerpoint/2010/main" val="1612757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0BB4E-A416-7517-6328-7E2643E3FA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2F200E-8D9F-8307-F33E-41251FC936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51F47BE-A4C4-14F4-4EEE-2D4650C979F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997078D-0B11-EB9B-6512-F8A429EE0F63}"/>
              </a:ext>
            </a:extLst>
          </p:cNvPr>
          <p:cNvSpPr>
            <a:spLocks noGrp="1"/>
          </p:cNvSpPr>
          <p:nvPr>
            <p:ph type="sldNum" sz="quarter" idx="5"/>
          </p:nvPr>
        </p:nvSpPr>
        <p:spPr/>
        <p:txBody>
          <a:bodyPr/>
          <a:lstStyle/>
          <a:p>
            <a:fld id="{E54D3FE2-D2E2-4D6B-A166-60C404FF1AD1}" type="slidenum">
              <a:rPr lang="fr-FR" smtClean="0"/>
              <a:t>9</a:t>
            </a:fld>
            <a:endParaRPr lang="fr-FR"/>
          </a:p>
        </p:txBody>
      </p:sp>
    </p:spTree>
    <p:extLst>
      <p:ext uri="{BB962C8B-B14F-4D97-AF65-F5344CB8AC3E}">
        <p14:creationId xmlns:p14="http://schemas.microsoft.com/office/powerpoint/2010/main" val="4163086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2D74-AC18-770F-E530-E6EF78F0C7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1F5BF6-B03D-8794-778A-D569E07B17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6F9180-6E37-614D-716B-78BBBCFEB2B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7655C0E-3BF9-596D-6273-CBF1A742D720}"/>
              </a:ext>
            </a:extLst>
          </p:cNvPr>
          <p:cNvSpPr>
            <a:spLocks noGrp="1"/>
          </p:cNvSpPr>
          <p:nvPr>
            <p:ph type="sldNum" sz="quarter" idx="5"/>
          </p:nvPr>
        </p:nvSpPr>
        <p:spPr/>
        <p:txBody>
          <a:bodyPr/>
          <a:lstStyle/>
          <a:p>
            <a:fld id="{E54D3FE2-D2E2-4D6B-A166-60C404FF1AD1}" type="slidenum">
              <a:rPr lang="fr-FR" smtClean="0"/>
              <a:t>10</a:t>
            </a:fld>
            <a:endParaRPr lang="fr-FR"/>
          </a:p>
        </p:txBody>
      </p:sp>
    </p:spTree>
    <p:extLst>
      <p:ext uri="{BB962C8B-B14F-4D97-AF65-F5344CB8AC3E}">
        <p14:creationId xmlns:p14="http://schemas.microsoft.com/office/powerpoint/2010/main" val="275887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FFE5-4886-A140-3DB4-E6668FE9F10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BA05A4-FB9B-5CE1-5679-AC262BE0B43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BF393C-382E-67BF-FA1B-CC1E2C4DC46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6AFBE2F-FFDF-387C-0FAD-969899A83131}"/>
              </a:ext>
            </a:extLst>
          </p:cNvPr>
          <p:cNvSpPr>
            <a:spLocks noGrp="1"/>
          </p:cNvSpPr>
          <p:nvPr>
            <p:ph type="sldNum" sz="quarter" idx="5"/>
          </p:nvPr>
        </p:nvSpPr>
        <p:spPr/>
        <p:txBody>
          <a:bodyPr/>
          <a:lstStyle/>
          <a:p>
            <a:fld id="{E54D3FE2-D2E2-4D6B-A166-60C404FF1AD1}" type="slidenum">
              <a:rPr lang="fr-FR" smtClean="0"/>
              <a:t>11</a:t>
            </a:fld>
            <a:endParaRPr lang="fr-FR"/>
          </a:p>
        </p:txBody>
      </p:sp>
    </p:spTree>
    <p:extLst>
      <p:ext uri="{BB962C8B-B14F-4D97-AF65-F5344CB8AC3E}">
        <p14:creationId xmlns:p14="http://schemas.microsoft.com/office/powerpoint/2010/main" val="3925062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F74DD-9ED2-C935-07E9-9246B85F43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7230F4-78E6-52FD-C0A1-A29399A29C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22CEEC-CF8C-3793-1E98-4A131E298FF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1AAC1FE-CD5C-F7C9-24A6-9D2E4635B850}"/>
              </a:ext>
            </a:extLst>
          </p:cNvPr>
          <p:cNvSpPr>
            <a:spLocks noGrp="1"/>
          </p:cNvSpPr>
          <p:nvPr>
            <p:ph type="sldNum" sz="quarter" idx="5"/>
          </p:nvPr>
        </p:nvSpPr>
        <p:spPr/>
        <p:txBody>
          <a:bodyPr/>
          <a:lstStyle/>
          <a:p>
            <a:fld id="{E54D3FE2-D2E2-4D6B-A166-60C404FF1AD1}" type="slidenum">
              <a:rPr lang="fr-FR" smtClean="0"/>
              <a:t>12</a:t>
            </a:fld>
            <a:endParaRPr lang="fr-FR"/>
          </a:p>
        </p:txBody>
      </p:sp>
    </p:spTree>
    <p:extLst>
      <p:ext uri="{BB962C8B-B14F-4D97-AF65-F5344CB8AC3E}">
        <p14:creationId xmlns:p14="http://schemas.microsoft.com/office/powerpoint/2010/main" val="928302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E21C-9595-D3A8-592F-CA00B32405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1DB62A-493D-6C2C-D8DC-DEE38388F8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51AA97-4479-823B-A8B3-28B596BCFB1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BC762FD-13F2-9E17-D6A8-333DD66200C7}"/>
              </a:ext>
            </a:extLst>
          </p:cNvPr>
          <p:cNvSpPr>
            <a:spLocks noGrp="1"/>
          </p:cNvSpPr>
          <p:nvPr>
            <p:ph type="sldNum" sz="quarter" idx="5"/>
          </p:nvPr>
        </p:nvSpPr>
        <p:spPr/>
        <p:txBody>
          <a:bodyPr/>
          <a:lstStyle/>
          <a:p>
            <a:fld id="{E54D3FE2-D2E2-4D6B-A166-60C404FF1AD1}" type="slidenum">
              <a:rPr lang="fr-FR" smtClean="0"/>
              <a:t>13</a:t>
            </a:fld>
            <a:endParaRPr lang="fr-FR"/>
          </a:p>
        </p:txBody>
      </p:sp>
    </p:spTree>
    <p:extLst>
      <p:ext uri="{BB962C8B-B14F-4D97-AF65-F5344CB8AC3E}">
        <p14:creationId xmlns:p14="http://schemas.microsoft.com/office/powerpoint/2010/main" val="2512409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hyperlink" Target="https://www.facebook.com/koesioconnexion" TargetMode="External"/><Relationship Id="rId3" Type="http://schemas.openxmlformats.org/officeDocument/2006/relationships/image" Target="../media/image3.sv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instagram.com/koesio_officiel/?hl=en"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s://www.linkedin.com/company/koesio/mycompany/" TargetMode="External"/><Relationship Id="rId4" Type="http://schemas.openxmlformats.org/officeDocument/2006/relationships/hyperlink" Target="https://www.youtube.com/c/Koesio" TargetMode="External"/><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6.jp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IN 1">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741D01F-080E-9DEC-23A8-A2C62753752A}"/>
              </a:ext>
            </a:extLst>
          </p:cNvPr>
          <p:cNvPicPr>
            <a:picLocks noChangeAspect="1"/>
          </p:cNvPicPr>
          <p:nvPr userDrawn="1"/>
        </p:nvPicPr>
        <p:blipFill>
          <a:blip r:embed="rId2"/>
          <a:stretch>
            <a:fillRect/>
          </a:stretch>
        </p:blipFill>
        <p:spPr>
          <a:xfrm>
            <a:off x="5037358" y="3025902"/>
            <a:ext cx="2117284" cy="806196"/>
          </a:xfrm>
          <a:prstGeom prst="rect">
            <a:avLst/>
          </a:prstGeom>
        </p:spPr>
      </p:pic>
    </p:spTree>
    <p:extLst>
      <p:ext uri="{BB962C8B-B14F-4D97-AF65-F5344CB8AC3E}">
        <p14:creationId xmlns:p14="http://schemas.microsoft.com/office/powerpoint/2010/main" val="3546400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I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BCA8D4-C9EB-4DFC-BF1E-63A2416E4802}"/>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0" name="Groupe 19">
            <a:extLst>
              <a:ext uri="{FF2B5EF4-FFF2-40B4-BE49-F238E27FC236}">
                <a16:creationId xmlns:a16="http://schemas.microsoft.com/office/drawing/2014/main" id="{F14C13DD-A000-4B02-8C0A-B1C18765CB49}"/>
              </a:ext>
            </a:extLst>
          </p:cNvPr>
          <p:cNvGrpSpPr/>
          <p:nvPr userDrawn="1"/>
        </p:nvGrpSpPr>
        <p:grpSpPr>
          <a:xfrm>
            <a:off x="4759657" y="5320989"/>
            <a:ext cx="3086101" cy="584774"/>
            <a:chOff x="4470124" y="3041102"/>
            <a:chExt cx="4088281" cy="774673"/>
          </a:xfrm>
        </p:grpSpPr>
        <p:pic>
          <p:nvPicPr>
            <p:cNvPr id="4" name="Graphique 3">
              <a:extLst>
                <a:ext uri="{FF2B5EF4-FFF2-40B4-BE49-F238E27FC236}">
                  <a16:creationId xmlns:a16="http://schemas.microsoft.com/office/drawing/2014/main" id="{583E0B67-0EE5-4E29-B167-4286F990C1A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27172"/>
            <a:stretch/>
          </p:blipFill>
          <p:spPr>
            <a:xfrm>
              <a:off x="4470124" y="3041102"/>
              <a:ext cx="2349394" cy="649750"/>
            </a:xfrm>
            <a:prstGeom prst="rect">
              <a:avLst/>
            </a:prstGeom>
          </p:spPr>
        </p:pic>
        <p:sp>
          <p:nvSpPr>
            <p:cNvPr id="2" name="ZoneTexte 1">
              <a:extLst>
                <a:ext uri="{FF2B5EF4-FFF2-40B4-BE49-F238E27FC236}">
                  <a16:creationId xmlns:a16="http://schemas.microsoft.com/office/drawing/2014/main" id="{03A28ADC-FFE9-4EB0-9E9A-D5B7F9628DEE}"/>
                </a:ext>
              </a:extLst>
            </p:cNvPr>
            <p:cNvSpPr txBox="1"/>
            <p:nvPr userDrawn="1"/>
          </p:nvSpPr>
          <p:spPr>
            <a:xfrm>
              <a:off x="6757260" y="3041102"/>
              <a:ext cx="1801145" cy="774673"/>
            </a:xfrm>
            <a:prstGeom prst="rect">
              <a:avLst/>
            </a:prstGeom>
            <a:noFill/>
          </p:spPr>
          <p:txBody>
            <a:bodyPr wrap="square" rtlCol="0">
              <a:spAutoFit/>
            </a:bodyPr>
            <a:lstStyle/>
            <a:p>
              <a:pPr algn="l"/>
              <a:r>
                <a:rPr lang="fr-FR" sz="3200" dirty="0">
                  <a:solidFill>
                    <a:schemeClr val="bg1"/>
                  </a:solidFill>
                  <a:latin typeface="+mj-lt"/>
                </a:rPr>
                <a:t>.com</a:t>
              </a:r>
            </a:p>
          </p:txBody>
        </p:sp>
      </p:grpSp>
      <p:pic>
        <p:nvPicPr>
          <p:cNvPr id="10" name="Image 9">
            <a:hlinkClick r:id="rId4"/>
            <a:extLst>
              <a:ext uri="{FF2B5EF4-FFF2-40B4-BE49-F238E27FC236}">
                <a16:creationId xmlns:a16="http://schemas.microsoft.com/office/drawing/2014/main" id="{E6D8F237-B05B-498E-9020-0A7842CDF014}"/>
              </a:ext>
            </a:extLst>
          </p:cNvPr>
          <p:cNvPicPr>
            <a:picLocks noChangeAspect="1"/>
          </p:cNvPicPr>
          <p:nvPr userDrawn="1"/>
        </p:nvPicPr>
        <p:blipFill>
          <a:blip r:embed="rId5"/>
          <a:stretch>
            <a:fillRect/>
          </a:stretch>
        </p:blipFill>
        <p:spPr>
          <a:xfrm>
            <a:off x="5153344" y="6019035"/>
            <a:ext cx="289529" cy="289529"/>
          </a:xfrm>
          <a:prstGeom prst="rect">
            <a:avLst/>
          </a:prstGeom>
        </p:spPr>
      </p:pic>
      <p:pic>
        <p:nvPicPr>
          <p:cNvPr id="11" name="Image 10">
            <a:hlinkClick r:id="rId6"/>
            <a:extLst>
              <a:ext uri="{FF2B5EF4-FFF2-40B4-BE49-F238E27FC236}">
                <a16:creationId xmlns:a16="http://schemas.microsoft.com/office/drawing/2014/main" id="{7FB84005-061C-4BF7-B153-61B7AF51F02C}"/>
              </a:ext>
            </a:extLst>
          </p:cNvPr>
          <p:cNvPicPr>
            <a:picLocks noChangeAspect="1"/>
          </p:cNvPicPr>
          <p:nvPr userDrawn="1"/>
        </p:nvPicPr>
        <p:blipFill>
          <a:blip r:embed="rId7"/>
          <a:stretch>
            <a:fillRect/>
          </a:stretch>
        </p:blipFill>
        <p:spPr>
          <a:xfrm>
            <a:off x="6877390" y="6019035"/>
            <a:ext cx="289529" cy="289529"/>
          </a:xfrm>
          <a:prstGeom prst="rect">
            <a:avLst/>
          </a:prstGeom>
        </p:spPr>
      </p:pic>
      <p:pic>
        <p:nvPicPr>
          <p:cNvPr id="13" name="Image 12">
            <a:hlinkClick r:id="rId8"/>
            <a:extLst>
              <a:ext uri="{FF2B5EF4-FFF2-40B4-BE49-F238E27FC236}">
                <a16:creationId xmlns:a16="http://schemas.microsoft.com/office/drawing/2014/main" id="{BAA3743E-4D3D-4D7D-9CD5-892B381DE3E7}"/>
              </a:ext>
            </a:extLst>
          </p:cNvPr>
          <p:cNvPicPr>
            <a:picLocks noChangeAspect="1"/>
          </p:cNvPicPr>
          <p:nvPr userDrawn="1"/>
        </p:nvPicPr>
        <p:blipFill>
          <a:blip r:embed="rId9"/>
          <a:stretch>
            <a:fillRect/>
          </a:stretch>
        </p:blipFill>
        <p:spPr>
          <a:xfrm>
            <a:off x="6302708" y="6019035"/>
            <a:ext cx="289529" cy="289529"/>
          </a:xfrm>
          <a:prstGeom prst="rect">
            <a:avLst/>
          </a:prstGeom>
        </p:spPr>
      </p:pic>
      <p:pic>
        <p:nvPicPr>
          <p:cNvPr id="15" name="Image 14">
            <a:hlinkClick r:id="rId10"/>
            <a:extLst>
              <a:ext uri="{FF2B5EF4-FFF2-40B4-BE49-F238E27FC236}">
                <a16:creationId xmlns:a16="http://schemas.microsoft.com/office/drawing/2014/main" id="{B35FDEA9-07A2-40F5-ABAB-8B4AAF768132}"/>
              </a:ext>
            </a:extLst>
          </p:cNvPr>
          <p:cNvPicPr>
            <a:picLocks noChangeAspect="1"/>
          </p:cNvPicPr>
          <p:nvPr userDrawn="1"/>
        </p:nvPicPr>
        <p:blipFill>
          <a:blip r:embed="rId11"/>
          <a:stretch>
            <a:fillRect/>
          </a:stretch>
        </p:blipFill>
        <p:spPr>
          <a:xfrm>
            <a:off x="5728026" y="6019035"/>
            <a:ext cx="289529" cy="289529"/>
          </a:xfrm>
          <a:prstGeom prst="rect">
            <a:avLst/>
          </a:prstGeom>
        </p:spPr>
      </p:pic>
    </p:spTree>
    <p:extLst>
      <p:ext uri="{BB962C8B-B14F-4D97-AF65-F5344CB8AC3E}">
        <p14:creationId xmlns:p14="http://schemas.microsoft.com/office/powerpoint/2010/main" val="1937850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DE GARDE 1">
    <p:spTree>
      <p:nvGrpSpPr>
        <p:cNvPr id="1" name=""/>
        <p:cNvGrpSpPr/>
        <p:nvPr/>
      </p:nvGrpSpPr>
      <p:grpSpPr>
        <a:xfrm>
          <a:off x="0" y="0"/>
          <a:ext cx="0" cy="0"/>
          <a:chOff x="0" y="0"/>
          <a:chExt cx="0" cy="0"/>
        </a:xfrm>
      </p:grpSpPr>
      <p:sp>
        <p:nvSpPr>
          <p:cNvPr id="3" name="Espace réservé du texte 31">
            <a:extLst>
              <a:ext uri="{FF2B5EF4-FFF2-40B4-BE49-F238E27FC236}">
                <a16:creationId xmlns:a16="http://schemas.microsoft.com/office/drawing/2014/main" id="{3A1B223F-E50B-15EB-307C-62D224B36262}"/>
              </a:ext>
            </a:extLst>
          </p:cNvPr>
          <p:cNvSpPr>
            <a:spLocks noGrp="1"/>
          </p:cNvSpPr>
          <p:nvPr>
            <p:ph type="body" sz="quarter" idx="10" hasCustomPrompt="1"/>
          </p:nvPr>
        </p:nvSpPr>
        <p:spPr>
          <a:xfrm>
            <a:off x="1146049" y="2165876"/>
            <a:ext cx="5440050" cy="3110047"/>
          </a:xfrm>
          <a:prstGeom prst="rect">
            <a:avLst/>
          </a:prstGeom>
        </p:spPr>
        <p:txBody>
          <a:bodyPr>
            <a:normAutofit/>
          </a:bodyPr>
          <a:lstStyle>
            <a:lvl1pPr marL="0" indent="0" algn="l">
              <a:buNone/>
              <a:defRPr sz="4400" b="1">
                <a:latin typeface="+mj-lt"/>
              </a:defRPr>
            </a:lvl1pPr>
          </a:lstStyle>
          <a:p>
            <a:pPr lvl="0"/>
            <a:r>
              <a:rPr lang="fr-FR" dirty="0"/>
              <a:t>Insérez le titre de votre présentation</a:t>
            </a:r>
          </a:p>
        </p:txBody>
      </p:sp>
      <p:sp>
        <p:nvSpPr>
          <p:cNvPr id="4" name="Date Placeholder 3">
            <a:extLst>
              <a:ext uri="{FF2B5EF4-FFF2-40B4-BE49-F238E27FC236}">
                <a16:creationId xmlns:a16="http://schemas.microsoft.com/office/drawing/2014/main" id="{67E4020A-659F-513F-DFCD-CFEB4BC2F07A}"/>
              </a:ext>
            </a:extLst>
          </p:cNvPr>
          <p:cNvSpPr>
            <a:spLocks noGrp="1"/>
          </p:cNvSpPr>
          <p:nvPr>
            <p:ph type="dt" sz="half" idx="11"/>
          </p:nvPr>
        </p:nvSpPr>
        <p:spPr>
          <a:xfrm>
            <a:off x="1635952" y="6478296"/>
            <a:ext cx="1048159" cy="255732"/>
          </a:xfrm>
          <a:prstGeom prst="rect">
            <a:avLst/>
          </a:prstGeom>
        </p:spPr>
        <p:txBody>
          <a:bodyPr/>
          <a:lstStyle>
            <a:lvl1pPr algn="l">
              <a:defRPr sz="1100" b="0" i="0">
                <a:solidFill>
                  <a:schemeClr val="tx1"/>
                </a:solidFill>
                <a:latin typeface="+mn-lt"/>
                <a:cs typeface="Arial" panose="020B0604020202020204" pitchFamily="34" charset="0"/>
              </a:defRPr>
            </a:lvl1pPr>
          </a:lstStyle>
          <a:p>
            <a:fld id="{26DE9782-4D0B-4C6D-B3CD-3DD9000CE490}" type="datetime1">
              <a:rPr lang="fr-FR" smtClean="0"/>
              <a:t>10/02/2026</a:t>
            </a:fld>
            <a:endParaRPr lang="fr-FR" dirty="0"/>
          </a:p>
        </p:txBody>
      </p:sp>
      <p:sp>
        <p:nvSpPr>
          <p:cNvPr id="18" name="Rectangle 17">
            <a:extLst>
              <a:ext uri="{FF2B5EF4-FFF2-40B4-BE49-F238E27FC236}">
                <a16:creationId xmlns:a16="http://schemas.microsoft.com/office/drawing/2014/main" id="{C426C5D8-21EB-AE75-2087-7BE39CC77F98}"/>
              </a:ext>
            </a:extLst>
          </p:cNvPr>
          <p:cNvSpPr/>
          <p:nvPr userDrawn="1"/>
        </p:nvSpPr>
        <p:spPr>
          <a:xfrm>
            <a:off x="5289284" y="5688771"/>
            <a:ext cx="1189648" cy="11690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AE42457C-18A2-FEC5-EF99-E49879735811}"/>
              </a:ext>
            </a:extLst>
          </p:cNvPr>
          <p:cNvSpPr/>
          <p:nvPr userDrawn="1"/>
        </p:nvSpPr>
        <p:spPr>
          <a:xfrm>
            <a:off x="9842810" y="1169068"/>
            <a:ext cx="2360115" cy="11690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4967B491-5642-B295-35E5-78733944325E}"/>
              </a:ext>
            </a:extLst>
          </p:cNvPr>
          <p:cNvSpPr/>
          <p:nvPr userDrawn="1"/>
        </p:nvSpPr>
        <p:spPr>
          <a:xfrm>
            <a:off x="6476320" y="1169068"/>
            <a:ext cx="1195349" cy="116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9BE47A0D-27C3-7AAA-69BD-C35EB6E41AF3}"/>
              </a:ext>
            </a:extLst>
          </p:cNvPr>
          <p:cNvSpPr/>
          <p:nvPr userDrawn="1"/>
        </p:nvSpPr>
        <p:spPr>
          <a:xfrm>
            <a:off x="8647462" y="0"/>
            <a:ext cx="1195348" cy="114848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36B2BA35-32B5-D466-26C8-7851DD313726}"/>
              </a:ext>
            </a:extLst>
          </p:cNvPr>
          <p:cNvSpPr/>
          <p:nvPr userDrawn="1"/>
        </p:nvSpPr>
        <p:spPr>
          <a:xfrm>
            <a:off x="226128" y="5667865"/>
            <a:ext cx="1195348" cy="1189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8DF5559-7956-477A-E890-5EE35D808F74}"/>
              </a:ext>
            </a:extLst>
          </p:cNvPr>
          <p:cNvSpPr/>
          <p:nvPr userDrawn="1"/>
        </p:nvSpPr>
        <p:spPr>
          <a:xfrm>
            <a:off x="6478933" y="5688771"/>
            <a:ext cx="1195348" cy="11689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5E7E2D08-BD90-ADC1-8B9A-1EC81D8DE2C9}"/>
              </a:ext>
            </a:extLst>
          </p:cNvPr>
          <p:cNvSpPr/>
          <p:nvPr userDrawn="1"/>
        </p:nvSpPr>
        <p:spPr>
          <a:xfrm>
            <a:off x="5280971" y="1"/>
            <a:ext cx="1195349" cy="116906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10">
            <a:extLst>
              <a:ext uri="{FF2B5EF4-FFF2-40B4-BE49-F238E27FC236}">
                <a16:creationId xmlns:a16="http://schemas.microsoft.com/office/drawing/2014/main" id="{0FF35F65-B35C-A7C9-CC94-C48002CFD42A}"/>
              </a:ext>
            </a:extLst>
          </p:cNvPr>
          <p:cNvSpPr>
            <a:spLocks noGrp="1"/>
          </p:cNvSpPr>
          <p:nvPr>
            <p:ph type="pic" sz="quarter" idx="12" hasCustomPrompt="1"/>
          </p:nvPr>
        </p:nvSpPr>
        <p:spPr>
          <a:xfrm>
            <a:off x="7671669" y="2338135"/>
            <a:ext cx="4520331" cy="4520332"/>
          </a:xfrm>
          <a:prstGeom prst="rect">
            <a:avLst/>
          </a:prstGeom>
          <a:solidFill>
            <a:schemeClr val="tx2"/>
          </a:solidFill>
        </p:spPr>
        <p:txBody>
          <a:bodyPr anchor="ctr"/>
          <a:lstStyle>
            <a:lvl1pPr marL="0" indent="0" algn="ctr">
              <a:buNone/>
              <a:defRPr>
                <a:solidFill>
                  <a:schemeClr val="bg1"/>
                </a:solidFill>
              </a:defRPr>
            </a:lvl1pPr>
          </a:lstStyle>
          <a:p>
            <a:r>
              <a:rPr lang="fr-FR" dirty="0"/>
              <a:t>Insérez une image si vous le souhaitez</a:t>
            </a:r>
          </a:p>
        </p:txBody>
      </p:sp>
    </p:spTree>
    <p:extLst>
      <p:ext uri="{BB962C8B-B14F-4D97-AF65-F5344CB8AC3E}">
        <p14:creationId xmlns:p14="http://schemas.microsoft.com/office/powerpoint/2010/main" val="4098373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GE DE GARDE 2">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769B97DB-C140-B9EB-B800-A620B53284B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472739" y="3409946"/>
            <a:ext cx="1719261" cy="1733775"/>
          </a:xfrm>
          <a:prstGeom prst="rect">
            <a:avLst/>
          </a:prstGeom>
        </p:spPr>
      </p:pic>
      <p:pic>
        <p:nvPicPr>
          <p:cNvPr id="6" name="Image 5">
            <a:extLst>
              <a:ext uri="{FF2B5EF4-FFF2-40B4-BE49-F238E27FC236}">
                <a16:creationId xmlns:a16="http://schemas.microsoft.com/office/drawing/2014/main" id="{6E2D0B89-47C9-A5FB-B99B-D982963F3D4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53478" y="5138739"/>
            <a:ext cx="1719261" cy="1719261"/>
          </a:xfrm>
          <a:prstGeom prst="rect">
            <a:avLst/>
          </a:prstGeom>
        </p:spPr>
      </p:pic>
      <p:pic>
        <p:nvPicPr>
          <p:cNvPr id="8" name="Image 7">
            <a:extLst>
              <a:ext uri="{FF2B5EF4-FFF2-40B4-BE49-F238E27FC236}">
                <a16:creationId xmlns:a16="http://schemas.microsoft.com/office/drawing/2014/main" id="{76271C56-F65D-0B92-67AF-26956F6F6B0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0472739" y="1700215"/>
            <a:ext cx="1719261" cy="1719261"/>
          </a:xfrm>
          <a:prstGeom prst="rect">
            <a:avLst/>
          </a:prstGeom>
        </p:spPr>
      </p:pic>
      <p:pic>
        <p:nvPicPr>
          <p:cNvPr id="10" name="Image 9">
            <a:extLst>
              <a:ext uri="{FF2B5EF4-FFF2-40B4-BE49-F238E27FC236}">
                <a16:creationId xmlns:a16="http://schemas.microsoft.com/office/drawing/2014/main" id="{E5203ED4-3909-8C5C-EF73-C613952D4435}"/>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034217" y="5138735"/>
            <a:ext cx="1719261" cy="1719261"/>
          </a:xfrm>
          <a:prstGeom prst="rect">
            <a:avLst/>
          </a:prstGeom>
        </p:spPr>
      </p:pic>
      <p:pic>
        <p:nvPicPr>
          <p:cNvPr id="12" name="Image 11">
            <a:extLst>
              <a:ext uri="{FF2B5EF4-FFF2-40B4-BE49-F238E27FC236}">
                <a16:creationId xmlns:a16="http://schemas.microsoft.com/office/drawing/2014/main" id="{F75FAE46-E0BE-4AF3-32E7-AD089466656D}"/>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8753478" y="-19050"/>
            <a:ext cx="1719261" cy="1719261"/>
          </a:xfrm>
          <a:prstGeom prst="rect">
            <a:avLst/>
          </a:prstGeom>
        </p:spPr>
      </p:pic>
      <p:pic>
        <p:nvPicPr>
          <p:cNvPr id="14" name="Image 13">
            <a:extLst>
              <a:ext uri="{FF2B5EF4-FFF2-40B4-BE49-F238E27FC236}">
                <a16:creationId xmlns:a16="http://schemas.microsoft.com/office/drawing/2014/main" id="{FF5C4A08-71AF-3215-BB90-AD0F8DE6F513}"/>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10472737" y="-19054"/>
            <a:ext cx="1719261" cy="1719261"/>
          </a:xfrm>
          <a:prstGeom prst="rect">
            <a:avLst/>
          </a:prstGeom>
        </p:spPr>
      </p:pic>
      <p:sp>
        <p:nvSpPr>
          <p:cNvPr id="16" name="Espace réservé du texte 31">
            <a:extLst>
              <a:ext uri="{FF2B5EF4-FFF2-40B4-BE49-F238E27FC236}">
                <a16:creationId xmlns:a16="http://schemas.microsoft.com/office/drawing/2014/main" id="{2C6638B5-14C8-B1E7-8A44-A18951B0C504}"/>
              </a:ext>
            </a:extLst>
          </p:cNvPr>
          <p:cNvSpPr>
            <a:spLocks noGrp="1"/>
          </p:cNvSpPr>
          <p:nvPr>
            <p:ph type="body" sz="quarter" idx="10" hasCustomPrompt="1"/>
          </p:nvPr>
        </p:nvSpPr>
        <p:spPr>
          <a:xfrm>
            <a:off x="1361806" y="1859338"/>
            <a:ext cx="6455563" cy="2929359"/>
          </a:xfrm>
          <a:prstGeom prst="rect">
            <a:avLst/>
          </a:prstGeom>
        </p:spPr>
        <p:txBody>
          <a:bodyPr>
            <a:normAutofit/>
          </a:bodyPr>
          <a:lstStyle>
            <a:lvl1pPr marL="0" indent="0" algn="l">
              <a:buNone/>
              <a:defRPr sz="4400" b="1">
                <a:latin typeface="+mj-lt"/>
              </a:defRPr>
            </a:lvl1pPr>
          </a:lstStyle>
          <a:p>
            <a:pPr lvl="0"/>
            <a:r>
              <a:rPr lang="fr-FR" dirty="0"/>
              <a:t>Insérez le titre de votre présentation</a:t>
            </a:r>
          </a:p>
        </p:txBody>
      </p:sp>
      <p:pic>
        <p:nvPicPr>
          <p:cNvPr id="22" name="Image 21">
            <a:extLst>
              <a:ext uri="{FF2B5EF4-FFF2-40B4-BE49-F238E27FC236}">
                <a16:creationId xmlns:a16="http://schemas.microsoft.com/office/drawing/2014/main" id="{D242288D-44D8-723E-798C-B09619AED8F9}"/>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8753476" y="3424460"/>
            <a:ext cx="1719261" cy="1719261"/>
          </a:xfrm>
          <a:prstGeom prst="rect">
            <a:avLst/>
          </a:prstGeom>
        </p:spPr>
      </p:pic>
      <p:sp>
        <p:nvSpPr>
          <p:cNvPr id="26" name="Date Placeholder 3">
            <a:extLst>
              <a:ext uri="{FF2B5EF4-FFF2-40B4-BE49-F238E27FC236}">
                <a16:creationId xmlns:a16="http://schemas.microsoft.com/office/drawing/2014/main" id="{8D8B3FFB-ED4C-0C67-070A-6B560458D447}"/>
              </a:ext>
            </a:extLst>
          </p:cNvPr>
          <p:cNvSpPr>
            <a:spLocks noGrp="1"/>
          </p:cNvSpPr>
          <p:nvPr>
            <p:ph type="dt" sz="half" idx="11"/>
          </p:nvPr>
        </p:nvSpPr>
        <p:spPr>
          <a:xfrm>
            <a:off x="10778338" y="6454193"/>
            <a:ext cx="1231451" cy="255732"/>
          </a:xfrm>
          <a:prstGeom prst="rect">
            <a:avLst/>
          </a:prstGeom>
        </p:spPr>
        <p:txBody>
          <a:bodyPr/>
          <a:lstStyle>
            <a:lvl1pPr algn="r">
              <a:defRPr sz="1100" b="0" i="0">
                <a:solidFill>
                  <a:schemeClr val="tx1"/>
                </a:solidFill>
                <a:latin typeface="+mn-lt"/>
                <a:cs typeface="Arial" panose="020B0604020202020204" pitchFamily="34" charset="0"/>
              </a:defRPr>
            </a:lvl1pPr>
          </a:lstStyle>
          <a:p>
            <a:fld id="{26DE9782-4D0B-4C6D-B3CD-3DD9000CE490}" type="datetime1">
              <a:rPr lang="fr-FR" smtClean="0"/>
              <a:pPr/>
              <a:t>10/02/2026</a:t>
            </a:fld>
            <a:endParaRPr lang="fr-FR" dirty="0"/>
          </a:p>
        </p:txBody>
      </p:sp>
      <p:pic>
        <p:nvPicPr>
          <p:cNvPr id="27" name="Image 26">
            <a:extLst>
              <a:ext uri="{FF2B5EF4-FFF2-40B4-BE49-F238E27FC236}">
                <a16:creationId xmlns:a16="http://schemas.microsoft.com/office/drawing/2014/main" id="{0E59C4DD-DD58-DB57-1F14-9B0EAAB4CCEF}"/>
              </a:ext>
            </a:extLst>
          </p:cNvPr>
          <p:cNvPicPr>
            <a:picLocks noChangeAspect="1"/>
          </p:cNvPicPr>
          <p:nvPr userDrawn="1"/>
        </p:nvPicPr>
        <p:blipFill>
          <a:blip r:embed="rId9"/>
          <a:stretch>
            <a:fillRect/>
          </a:stretch>
        </p:blipFill>
        <p:spPr>
          <a:xfrm>
            <a:off x="1920048" y="5162771"/>
            <a:ext cx="1719262" cy="1719266"/>
          </a:xfrm>
          <a:prstGeom prst="rect">
            <a:avLst/>
          </a:prstGeom>
        </p:spPr>
      </p:pic>
    </p:spTree>
    <p:extLst>
      <p:ext uri="{BB962C8B-B14F-4D97-AF65-F5344CB8AC3E}">
        <p14:creationId xmlns:p14="http://schemas.microsoft.com/office/powerpoint/2010/main" val="306911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AGE DE GAR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BFB5A4-12A9-F24F-0F9D-7E6ED5D64BB9}"/>
              </a:ext>
            </a:extLst>
          </p:cNvPr>
          <p:cNvSpPr/>
          <p:nvPr userDrawn="1"/>
        </p:nvSpPr>
        <p:spPr>
          <a:xfrm>
            <a:off x="232757" y="1700207"/>
            <a:ext cx="10239982" cy="515779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Espace réservé du texte 31">
            <a:extLst>
              <a:ext uri="{FF2B5EF4-FFF2-40B4-BE49-F238E27FC236}">
                <a16:creationId xmlns:a16="http://schemas.microsoft.com/office/drawing/2014/main" id="{20B833C3-2E7B-E3DA-B596-12E3E4EAA809}"/>
              </a:ext>
            </a:extLst>
          </p:cNvPr>
          <p:cNvSpPr>
            <a:spLocks noGrp="1"/>
          </p:cNvSpPr>
          <p:nvPr>
            <p:ph type="body" sz="quarter" idx="10" hasCustomPrompt="1"/>
          </p:nvPr>
        </p:nvSpPr>
        <p:spPr>
          <a:xfrm>
            <a:off x="1046602" y="2291703"/>
            <a:ext cx="6847245" cy="3035558"/>
          </a:xfrm>
          <a:prstGeom prst="rect">
            <a:avLst/>
          </a:prstGeom>
        </p:spPr>
        <p:txBody>
          <a:bodyPr>
            <a:normAutofit/>
          </a:bodyPr>
          <a:lstStyle>
            <a:lvl1pPr marL="0" indent="0" algn="l">
              <a:buNone/>
              <a:defRPr sz="4400" b="1">
                <a:solidFill>
                  <a:schemeClr val="bg1"/>
                </a:solidFill>
                <a:latin typeface="+mj-lt"/>
              </a:defRPr>
            </a:lvl1pPr>
          </a:lstStyle>
          <a:p>
            <a:pPr lvl="0"/>
            <a:r>
              <a:rPr lang="fr-FR" dirty="0"/>
              <a:t>Insérez le titre de votre présentation</a:t>
            </a:r>
          </a:p>
        </p:txBody>
      </p:sp>
      <p:pic>
        <p:nvPicPr>
          <p:cNvPr id="2" name="Image 1">
            <a:extLst>
              <a:ext uri="{FF2B5EF4-FFF2-40B4-BE49-F238E27FC236}">
                <a16:creationId xmlns:a16="http://schemas.microsoft.com/office/drawing/2014/main" id="{F28D623E-EF34-3B34-20FA-80F003A0163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472739" y="3401633"/>
            <a:ext cx="1719261" cy="1733775"/>
          </a:xfrm>
          <a:prstGeom prst="rect">
            <a:avLst/>
          </a:prstGeom>
        </p:spPr>
      </p:pic>
      <p:pic>
        <p:nvPicPr>
          <p:cNvPr id="5" name="Image 4">
            <a:extLst>
              <a:ext uri="{FF2B5EF4-FFF2-40B4-BE49-F238E27FC236}">
                <a16:creationId xmlns:a16="http://schemas.microsoft.com/office/drawing/2014/main" id="{5DEC03A8-ECFA-2A3D-3F23-53F4D04EEC1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53478" y="5138739"/>
            <a:ext cx="1719261" cy="1719261"/>
          </a:xfrm>
          <a:prstGeom prst="rect">
            <a:avLst/>
          </a:prstGeom>
        </p:spPr>
      </p:pic>
      <p:pic>
        <p:nvPicPr>
          <p:cNvPr id="6" name="Image 5">
            <a:extLst>
              <a:ext uri="{FF2B5EF4-FFF2-40B4-BE49-F238E27FC236}">
                <a16:creationId xmlns:a16="http://schemas.microsoft.com/office/drawing/2014/main" id="{970CFFC5-943D-40FD-BDF8-3DCE642B5DBA}"/>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0472739" y="1700215"/>
            <a:ext cx="1719261" cy="1719261"/>
          </a:xfrm>
          <a:prstGeom prst="rect">
            <a:avLst/>
          </a:prstGeom>
        </p:spPr>
      </p:pic>
      <p:pic>
        <p:nvPicPr>
          <p:cNvPr id="8" name="Image 7">
            <a:extLst>
              <a:ext uri="{FF2B5EF4-FFF2-40B4-BE49-F238E27FC236}">
                <a16:creationId xmlns:a16="http://schemas.microsoft.com/office/drawing/2014/main" id="{1B872D38-540D-C24B-50C0-EB49639E9BAC}"/>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034217" y="5138735"/>
            <a:ext cx="1719261" cy="1719261"/>
          </a:xfrm>
          <a:prstGeom prst="rect">
            <a:avLst/>
          </a:prstGeom>
        </p:spPr>
      </p:pic>
      <p:pic>
        <p:nvPicPr>
          <p:cNvPr id="9" name="Image 8">
            <a:extLst>
              <a:ext uri="{FF2B5EF4-FFF2-40B4-BE49-F238E27FC236}">
                <a16:creationId xmlns:a16="http://schemas.microsoft.com/office/drawing/2014/main" id="{E72C6927-9634-E75D-C929-A481B8F2D27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8753478" y="-19050"/>
            <a:ext cx="1719261" cy="1719261"/>
          </a:xfrm>
          <a:prstGeom prst="rect">
            <a:avLst/>
          </a:prstGeom>
        </p:spPr>
      </p:pic>
      <p:pic>
        <p:nvPicPr>
          <p:cNvPr id="10" name="Image 9">
            <a:extLst>
              <a:ext uri="{FF2B5EF4-FFF2-40B4-BE49-F238E27FC236}">
                <a16:creationId xmlns:a16="http://schemas.microsoft.com/office/drawing/2014/main" id="{8AC825FD-7A9A-CD13-4E72-73F48DA9BB62}"/>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10472737" y="-19054"/>
            <a:ext cx="1719261" cy="1719261"/>
          </a:xfrm>
          <a:prstGeom prst="rect">
            <a:avLst/>
          </a:prstGeom>
        </p:spPr>
      </p:pic>
      <p:pic>
        <p:nvPicPr>
          <p:cNvPr id="12" name="Image 11">
            <a:extLst>
              <a:ext uri="{FF2B5EF4-FFF2-40B4-BE49-F238E27FC236}">
                <a16:creationId xmlns:a16="http://schemas.microsoft.com/office/drawing/2014/main" id="{FFE9A6D5-8CFA-C4E3-3F37-29A21D3A2CCC}"/>
              </a:ext>
            </a:extLst>
          </p:cNvPr>
          <p:cNvPicPr>
            <a:picLocks noChangeAspect="1"/>
          </p:cNvPicPr>
          <p:nvPr userDrawn="1"/>
        </p:nvPicPr>
        <p:blipFill>
          <a:blip r:embed="rId8"/>
          <a:stretch>
            <a:fillRect/>
          </a:stretch>
        </p:blipFill>
        <p:spPr>
          <a:xfrm>
            <a:off x="8753476" y="3418251"/>
            <a:ext cx="1719261" cy="1719261"/>
          </a:xfrm>
          <a:prstGeom prst="rect">
            <a:avLst/>
          </a:prstGeom>
        </p:spPr>
      </p:pic>
      <p:sp>
        <p:nvSpPr>
          <p:cNvPr id="13" name="Date Placeholder 3">
            <a:extLst>
              <a:ext uri="{FF2B5EF4-FFF2-40B4-BE49-F238E27FC236}">
                <a16:creationId xmlns:a16="http://schemas.microsoft.com/office/drawing/2014/main" id="{2EC96915-BBD7-81A6-D4D8-87DB7177BD10}"/>
              </a:ext>
            </a:extLst>
          </p:cNvPr>
          <p:cNvSpPr>
            <a:spLocks noGrp="1"/>
          </p:cNvSpPr>
          <p:nvPr>
            <p:ph type="dt" sz="half" idx="11"/>
          </p:nvPr>
        </p:nvSpPr>
        <p:spPr>
          <a:xfrm>
            <a:off x="1046602" y="6225872"/>
            <a:ext cx="1231451" cy="255732"/>
          </a:xfrm>
          <a:prstGeom prst="rect">
            <a:avLst/>
          </a:prstGeom>
        </p:spPr>
        <p:txBody>
          <a:bodyPr/>
          <a:lstStyle>
            <a:lvl1pPr algn="l">
              <a:defRPr sz="1100" b="0" i="0">
                <a:solidFill>
                  <a:schemeClr val="bg1"/>
                </a:solidFill>
                <a:latin typeface="+mn-lt"/>
                <a:cs typeface="Arial" panose="020B0604020202020204" pitchFamily="34" charset="0"/>
              </a:defRPr>
            </a:lvl1pPr>
          </a:lstStyle>
          <a:p>
            <a:fld id="{26DE9782-4D0B-4C6D-B3CD-3DD9000CE490}" type="datetime1">
              <a:rPr lang="fr-FR" smtClean="0"/>
              <a:pPr/>
              <a:t>10/02/2026</a:t>
            </a:fld>
            <a:endParaRPr lang="fr-FR" dirty="0"/>
          </a:p>
        </p:txBody>
      </p:sp>
    </p:spTree>
    <p:extLst>
      <p:ext uri="{BB962C8B-B14F-4D97-AF65-F5344CB8AC3E}">
        <p14:creationId xmlns:p14="http://schemas.microsoft.com/office/powerpoint/2010/main" val="1421735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GE DE GAR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BFB5A4-12A9-F24F-0F9D-7E6ED5D64BB9}"/>
              </a:ext>
            </a:extLst>
          </p:cNvPr>
          <p:cNvSpPr/>
          <p:nvPr userDrawn="1"/>
        </p:nvSpPr>
        <p:spPr>
          <a:xfrm>
            <a:off x="232756" y="1978430"/>
            <a:ext cx="11959245" cy="487957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Espace réservé du texte 31">
            <a:extLst>
              <a:ext uri="{FF2B5EF4-FFF2-40B4-BE49-F238E27FC236}">
                <a16:creationId xmlns:a16="http://schemas.microsoft.com/office/drawing/2014/main" id="{20B833C3-2E7B-E3DA-B596-12E3E4EAA809}"/>
              </a:ext>
            </a:extLst>
          </p:cNvPr>
          <p:cNvSpPr>
            <a:spLocks noGrp="1"/>
          </p:cNvSpPr>
          <p:nvPr>
            <p:ph type="body" sz="quarter" idx="10" hasCustomPrompt="1"/>
          </p:nvPr>
        </p:nvSpPr>
        <p:spPr>
          <a:xfrm>
            <a:off x="1995055" y="3386081"/>
            <a:ext cx="8395854" cy="2064268"/>
          </a:xfrm>
          <a:prstGeom prst="rect">
            <a:avLst/>
          </a:prstGeom>
        </p:spPr>
        <p:txBody>
          <a:bodyPr>
            <a:normAutofit/>
          </a:bodyPr>
          <a:lstStyle>
            <a:lvl1pPr marL="0" indent="0" algn="ctr">
              <a:buNone/>
              <a:defRPr sz="4400" b="1">
                <a:solidFill>
                  <a:schemeClr val="bg1"/>
                </a:solidFill>
                <a:latin typeface="+mj-lt"/>
              </a:defRPr>
            </a:lvl1pPr>
          </a:lstStyle>
          <a:p>
            <a:pPr lvl="0"/>
            <a:r>
              <a:rPr lang="fr-FR" dirty="0"/>
              <a:t>Insérez le titre de votre présentation</a:t>
            </a:r>
          </a:p>
        </p:txBody>
      </p:sp>
      <p:pic>
        <p:nvPicPr>
          <p:cNvPr id="7" name="Image 6">
            <a:extLst>
              <a:ext uri="{FF2B5EF4-FFF2-40B4-BE49-F238E27FC236}">
                <a16:creationId xmlns:a16="http://schemas.microsoft.com/office/drawing/2014/main" id="{48DC0CFA-4938-150C-953D-F281F6659095}"/>
              </a:ext>
            </a:extLst>
          </p:cNvPr>
          <p:cNvPicPr>
            <a:picLocks noChangeAspect="1"/>
          </p:cNvPicPr>
          <p:nvPr userDrawn="1"/>
        </p:nvPicPr>
        <p:blipFill>
          <a:blip r:embed="rId2"/>
          <a:stretch>
            <a:fillRect/>
          </a:stretch>
        </p:blipFill>
        <p:spPr>
          <a:xfrm>
            <a:off x="8235146" y="0"/>
            <a:ext cx="1978430" cy="1978430"/>
          </a:xfrm>
          <a:prstGeom prst="rect">
            <a:avLst/>
          </a:prstGeom>
        </p:spPr>
      </p:pic>
    </p:spTree>
    <p:extLst>
      <p:ext uri="{BB962C8B-B14F-4D97-AF65-F5344CB8AC3E}">
        <p14:creationId xmlns:p14="http://schemas.microsoft.com/office/powerpoint/2010/main" val="220484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NDE PARTIE BLEU CLAIR">
    <p:spTree>
      <p:nvGrpSpPr>
        <p:cNvPr id="1" name=""/>
        <p:cNvGrpSpPr/>
        <p:nvPr/>
      </p:nvGrpSpPr>
      <p:grpSpPr>
        <a:xfrm>
          <a:off x="0" y="0"/>
          <a:ext cx="0" cy="0"/>
          <a:chOff x="0" y="0"/>
          <a:chExt cx="0" cy="0"/>
        </a:xfrm>
      </p:grpSpPr>
      <p:sp>
        <p:nvSpPr>
          <p:cNvPr id="5" name="Espace réservé pour une image  4">
            <a:extLst>
              <a:ext uri="{FF2B5EF4-FFF2-40B4-BE49-F238E27FC236}">
                <a16:creationId xmlns:a16="http://schemas.microsoft.com/office/drawing/2014/main" id="{EDAC2F0B-27F2-E9C9-444E-1ACF7B58A8AB}"/>
              </a:ext>
            </a:extLst>
          </p:cNvPr>
          <p:cNvSpPr>
            <a:spLocks noGrp="1"/>
          </p:cNvSpPr>
          <p:nvPr>
            <p:ph type="pic" sz="quarter" idx="10" hasCustomPrompt="1"/>
          </p:nvPr>
        </p:nvSpPr>
        <p:spPr>
          <a:xfrm>
            <a:off x="6876595" y="1"/>
            <a:ext cx="3986558" cy="4218624"/>
          </a:xfrm>
          <a:prstGeom prst="rect">
            <a:avLst/>
          </a:prstGeom>
          <a:solidFill>
            <a:schemeClr val="accent1"/>
          </a:solidFill>
        </p:spPr>
        <p:txBody>
          <a:bodyPr anchor="ctr"/>
          <a:lstStyle>
            <a:lvl1pPr marL="0" indent="0" algn="ctr">
              <a:buNone/>
              <a:defRPr/>
            </a:lvl1pPr>
          </a:lstStyle>
          <a:p>
            <a:r>
              <a:rPr lang="fr-FR" dirty="0"/>
              <a:t>Insérez une image si vous le souhaitez</a:t>
            </a:r>
          </a:p>
        </p:txBody>
      </p:sp>
      <p:grpSp>
        <p:nvGrpSpPr>
          <p:cNvPr id="43" name="Groupe 42">
            <a:extLst>
              <a:ext uri="{FF2B5EF4-FFF2-40B4-BE49-F238E27FC236}">
                <a16:creationId xmlns:a16="http://schemas.microsoft.com/office/drawing/2014/main" id="{D4A750AE-380A-B8AE-AA83-24D8D86A11C7}"/>
              </a:ext>
            </a:extLst>
          </p:cNvPr>
          <p:cNvGrpSpPr/>
          <p:nvPr userDrawn="1"/>
        </p:nvGrpSpPr>
        <p:grpSpPr>
          <a:xfrm>
            <a:off x="232331" y="2888559"/>
            <a:ext cx="11959674" cy="4002778"/>
            <a:chOff x="1" y="2811450"/>
            <a:chExt cx="12192003" cy="4080537"/>
          </a:xfrm>
        </p:grpSpPr>
        <p:sp>
          <p:nvSpPr>
            <p:cNvPr id="16" name="Rectangle 15">
              <a:extLst>
                <a:ext uri="{FF2B5EF4-FFF2-40B4-BE49-F238E27FC236}">
                  <a16:creationId xmlns:a16="http://schemas.microsoft.com/office/drawing/2014/main" id="{B9C8F1B3-A4FE-C9B9-8ADB-7A9335749B47}"/>
                </a:ext>
              </a:extLst>
            </p:cNvPr>
            <p:cNvSpPr/>
            <p:nvPr userDrawn="1"/>
          </p:nvSpPr>
          <p:spPr>
            <a:xfrm>
              <a:off x="1354668" y="5503331"/>
              <a:ext cx="1354667" cy="13886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31">
              <a:extLst>
                <a:ext uri="{FF2B5EF4-FFF2-40B4-BE49-F238E27FC236}">
                  <a16:creationId xmlns:a16="http://schemas.microsoft.com/office/drawing/2014/main" id="{6DCB6D8E-7027-14F9-F7D4-6F10F532C3EF}"/>
                </a:ext>
              </a:extLst>
            </p:cNvPr>
            <p:cNvSpPr/>
            <p:nvPr userDrawn="1"/>
          </p:nvSpPr>
          <p:spPr>
            <a:xfrm>
              <a:off x="1" y="5503332"/>
              <a:ext cx="1354667" cy="1388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119E8E44-DD3A-6008-39B1-0A8C0DB59DB4}"/>
                </a:ext>
              </a:extLst>
            </p:cNvPr>
            <p:cNvSpPr/>
            <p:nvPr userDrawn="1"/>
          </p:nvSpPr>
          <p:spPr>
            <a:xfrm>
              <a:off x="2709335" y="4148666"/>
              <a:ext cx="1354667" cy="1354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7DB417F1-D26A-1DF2-F8D0-008CBAEC78DC}"/>
                </a:ext>
              </a:extLst>
            </p:cNvPr>
            <p:cNvSpPr/>
            <p:nvPr userDrawn="1"/>
          </p:nvSpPr>
          <p:spPr>
            <a:xfrm>
              <a:off x="5418665" y="4167353"/>
              <a:ext cx="1354667" cy="13546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15359773-F737-8698-CADE-170A26B5BB10}"/>
                </a:ext>
              </a:extLst>
            </p:cNvPr>
            <p:cNvSpPr/>
            <p:nvPr userDrawn="1"/>
          </p:nvSpPr>
          <p:spPr>
            <a:xfrm>
              <a:off x="6773336" y="5503331"/>
              <a:ext cx="1354667" cy="13886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a:extLst>
                <a:ext uri="{FF2B5EF4-FFF2-40B4-BE49-F238E27FC236}">
                  <a16:creationId xmlns:a16="http://schemas.microsoft.com/office/drawing/2014/main" id="{8FE072F2-E14F-208E-8FEF-6792DBD9B3F5}"/>
                </a:ext>
              </a:extLst>
            </p:cNvPr>
            <p:cNvSpPr/>
            <p:nvPr userDrawn="1"/>
          </p:nvSpPr>
          <p:spPr>
            <a:xfrm>
              <a:off x="10837337" y="2811450"/>
              <a:ext cx="1354667" cy="1354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5" name="Espace réservé du texte 31">
            <a:extLst>
              <a:ext uri="{FF2B5EF4-FFF2-40B4-BE49-F238E27FC236}">
                <a16:creationId xmlns:a16="http://schemas.microsoft.com/office/drawing/2014/main" id="{360DC06F-875A-FD01-41CE-4B341614C522}"/>
              </a:ext>
            </a:extLst>
          </p:cNvPr>
          <p:cNvSpPr>
            <a:spLocks noGrp="1"/>
          </p:cNvSpPr>
          <p:nvPr>
            <p:ph type="body" sz="quarter" idx="11" hasCustomPrompt="1"/>
          </p:nvPr>
        </p:nvSpPr>
        <p:spPr>
          <a:xfrm>
            <a:off x="896748" y="725507"/>
            <a:ext cx="5351651" cy="3097881"/>
          </a:xfrm>
          <a:prstGeom prst="rect">
            <a:avLst/>
          </a:prstGeom>
        </p:spPr>
        <p:txBody>
          <a:bodyPr>
            <a:noAutofit/>
          </a:bodyPr>
          <a:lstStyle>
            <a:lvl1pPr marL="0" indent="0" algn="l">
              <a:buNone/>
              <a:defRPr sz="4400" b="1">
                <a:solidFill>
                  <a:schemeClr val="tx1"/>
                </a:solidFill>
                <a:latin typeface="+mj-lt"/>
              </a:defRPr>
            </a:lvl1pPr>
          </a:lstStyle>
          <a:p>
            <a:pPr lvl="0"/>
            <a:r>
              <a:rPr lang="fr-FR" dirty="0"/>
              <a:t>Insérez le titre de partie</a:t>
            </a:r>
          </a:p>
        </p:txBody>
      </p:sp>
    </p:spTree>
    <p:extLst>
      <p:ext uri="{BB962C8B-B14F-4D97-AF65-F5344CB8AC3E}">
        <p14:creationId xmlns:p14="http://schemas.microsoft.com/office/powerpoint/2010/main" val="2751750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NDE PARTIE BLEU FONCÉ">
    <p:spTree>
      <p:nvGrpSpPr>
        <p:cNvPr id="1" name=""/>
        <p:cNvGrpSpPr/>
        <p:nvPr/>
      </p:nvGrpSpPr>
      <p:grpSpPr>
        <a:xfrm>
          <a:off x="0" y="0"/>
          <a:ext cx="0" cy="0"/>
          <a:chOff x="0" y="0"/>
          <a:chExt cx="0" cy="0"/>
        </a:xfrm>
      </p:grpSpPr>
      <p:sp>
        <p:nvSpPr>
          <p:cNvPr id="5" name="Espace réservé pour une image  4">
            <a:extLst>
              <a:ext uri="{FF2B5EF4-FFF2-40B4-BE49-F238E27FC236}">
                <a16:creationId xmlns:a16="http://schemas.microsoft.com/office/drawing/2014/main" id="{EDAC2F0B-27F2-E9C9-444E-1ACF7B58A8AB}"/>
              </a:ext>
            </a:extLst>
          </p:cNvPr>
          <p:cNvSpPr>
            <a:spLocks noGrp="1"/>
          </p:cNvSpPr>
          <p:nvPr>
            <p:ph type="pic" sz="quarter" idx="10" hasCustomPrompt="1"/>
          </p:nvPr>
        </p:nvSpPr>
        <p:spPr>
          <a:xfrm>
            <a:off x="6843571" y="1356536"/>
            <a:ext cx="3991716" cy="4171304"/>
          </a:xfrm>
          <a:prstGeom prst="rect">
            <a:avLst/>
          </a:prstGeom>
          <a:solidFill>
            <a:srgbClr val="2F52A0"/>
          </a:solidFill>
        </p:spPr>
        <p:txBody>
          <a:bodyPr anchor="ctr"/>
          <a:lstStyle>
            <a:lvl1pPr marL="0" indent="0" algn="l">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Insérez une image si vous le souhaitez</a:t>
            </a:r>
          </a:p>
          <a:p>
            <a:endParaRPr lang="fr-FR" dirty="0"/>
          </a:p>
        </p:txBody>
      </p:sp>
      <p:grpSp>
        <p:nvGrpSpPr>
          <p:cNvPr id="12" name="Groupe 11">
            <a:extLst>
              <a:ext uri="{FF2B5EF4-FFF2-40B4-BE49-F238E27FC236}">
                <a16:creationId xmlns:a16="http://schemas.microsoft.com/office/drawing/2014/main" id="{62E2514C-3FD2-8A81-9C20-5475A2E8508E}"/>
              </a:ext>
            </a:extLst>
          </p:cNvPr>
          <p:cNvGrpSpPr/>
          <p:nvPr userDrawn="1"/>
        </p:nvGrpSpPr>
        <p:grpSpPr>
          <a:xfrm>
            <a:off x="229236" y="0"/>
            <a:ext cx="11963130" cy="6858000"/>
            <a:chOff x="240628" y="6740"/>
            <a:chExt cx="11951372" cy="6851260"/>
          </a:xfrm>
        </p:grpSpPr>
        <p:sp>
          <p:nvSpPr>
            <p:cNvPr id="33" name="Rectangle 32">
              <a:extLst>
                <a:ext uri="{FF2B5EF4-FFF2-40B4-BE49-F238E27FC236}">
                  <a16:creationId xmlns:a16="http://schemas.microsoft.com/office/drawing/2014/main" id="{119E8E44-DD3A-6008-39B1-0A8C0DB59DB4}"/>
                </a:ext>
              </a:extLst>
            </p:cNvPr>
            <p:cNvSpPr/>
            <p:nvPr userDrawn="1"/>
          </p:nvSpPr>
          <p:spPr>
            <a:xfrm>
              <a:off x="1561180" y="5529148"/>
              <a:ext cx="1328853" cy="1328852"/>
            </a:xfrm>
            <a:prstGeom prst="rect">
              <a:avLst/>
            </a:prstGeom>
            <a:solidFill>
              <a:srgbClr val="2F5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F7FC4FA-198C-2076-5439-B79B94BD0F3F}"/>
                </a:ext>
              </a:extLst>
            </p:cNvPr>
            <p:cNvSpPr/>
            <p:nvPr userDrawn="1"/>
          </p:nvSpPr>
          <p:spPr>
            <a:xfrm>
              <a:off x="240628" y="4200296"/>
              <a:ext cx="1328853" cy="13288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AB46F7C-0A45-1E42-E20F-4C13C7F18793}"/>
                </a:ext>
              </a:extLst>
            </p:cNvPr>
            <p:cNvSpPr/>
            <p:nvPr userDrawn="1"/>
          </p:nvSpPr>
          <p:spPr>
            <a:xfrm>
              <a:off x="2875968" y="4200296"/>
              <a:ext cx="1328853" cy="13288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C81037D8-981D-562A-5283-D96A87168E4F}"/>
                </a:ext>
              </a:extLst>
            </p:cNvPr>
            <p:cNvSpPr/>
            <p:nvPr userDrawn="1"/>
          </p:nvSpPr>
          <p:spPr>
            <a:xfrm>
              <a:off x="4190756" y="4200296"/>
              <a:ext cx="1328853" cy="13288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0F474B7E-8AB8-0F91-52B7-6AD759CEBC72}"/>
                </a:ext>
              </a:extLst>
            </p:cNvPr>
            <p:cNvSpPr/>
            <p:nvPr userDrawn="1"/>
          </p:nvSpPr>
          <p:spPr>
            <a:xfrm>
              <a:off x="5519609" y="4200296"/>
              <a:ext cx="1328853" cy="13288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0C11A698-9D3B-8BB7-7717-A71C41F2A687}"/>
                </a:ext>
              </a:extLst>
            </p:cNvPr>
            <p:cNvSpPr/>
            <p:nvPr userDrawn="1"/>
          </p:nvSpPr>
          <p:spPr>
            <a:xfrm>
              <a:off x="10836255" y="2871444"/>
              <a:ext cx="1355745" cy="13288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0EB04A2-C5AC-CFA0-99D8-F98C26B8E2D7}"/>
                </a:ext>
              </a:extLst>
            </p:cNvPr>
            <p:cNvSpPr/>
            <p:nvPr userDrawn="1"/>
          </p:nvSpPr>
          <p:spPr>
            <a:xfrm>
              <a:off x="10836255" y="6740"/>
              <a:ext cx="1355120" cy="1355203"/>
            </a:xfrm>
            <a:prstGeom prst="rect">
              <a:avLst/>
            </a:prstGeom>
            <a:solidFill>
              <a:srgbClr val="2F5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 name="Espace réservé du texte 31">
            <a:extLst>
              <a:ext uri="{FF2B5EF4-FFF2-40B4-BE49-F238E27FC236}">
                <a16:creationId xmlns:a16="http://schemas.microsoft.com/office/drawing/2014/main" id="{B36E0FF2-A6E9-7461-F4C6-B4995C056432}"/>
              </a:ext>
            </a:extLst>
          </p:cNvPr>
          <p:cNvSpPr>
            <a:spLocks noGrp="1"/>
          </p:cNvSpPr>
          <p:nvPr>
            <p:ph type="body" sz="quarter" idx="11" hasCustomPrompt="1"/>
          </p:nvPr>
        </p:nvSpPr>
        <p:spPr>
          <a:xfrm>
            <a:off x="896748" y="725507"/>
            <a:ext cx="5351651" cy="3097881"/>
          </a:xfrm>
          <a:prstGeom prst="rect">
            <a:avLst/>
          </a:prstGeom>
        </p:spPr>
        <p:txBody>
          <a:bodyPr>
            <a:noAutofit/>
          </a:bodyPr>
          <a:lstStyle>
            <a:lvl1pPr marL="0" indent="0" algn="l">
              <a:buNone/>
              <a:defRPr sz="4400" b="1">
                <a:solidFill>
                  <a:schemeClr val="tx1"/>
                </a:solidFill>
                <a:latin typeface="+mj-lt"/>
              </a:defRPr>
            </a:lvl1pPr>
          </a:lstStyle>
          <a:p>
            <a:pPr lvl="0"/>
            <a:r>
              <a:rPr lang="fr-FR" dirty="0"/>
              <a:t>Insérez le titre de partie</a:t>
            </a:r>
          </a:p>
        </p:txBody>
      </p:sp>
    </p:spTree>
    <p:extLst>
      <p:ext uri="{BB962C8B-B14F-4D97-AF65-F5344CB8AC3E}">
        <p14:creationId xmlns:p14="http://schemas.microsoft.com/office/powerpoint/2010/main" val="2005532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NDE PARTIE ORANGE">
    <p:spTree>
      <p:nvGrpSpPr>
        <p:cNvPr id="1" name=""/>
        <p:cNvGrpSpPr/>
        <p:nvPr/>
      </p:nvGrpSpPr>
      <p:grpSpPr>
        <a:xfrm>
          <a:off x="0" y="0"/>
          <a:ext cx="0" cy="0"/>
          <a:chOff x="0" y="0"/>
          <a:chExt cx="0" cy="0"/>
        </a:xfrm>
      </p:grpSpPr>
      <p:sp>
        <p:nvSpPr>
          <p:cNvPr id="5" name="Espace réservé pour une image  4">
            <a:extLst>
              <a:ext uri="{FF2B5EF4-FFF2-40B4-BE49-F238E27FC236}">
                <a16:creationId xmlns:a16="http://schemas.microsoft.com/office/drawing/2014/main" id="{EDAC2F0B-27F2-E9C9-444E-1ACF7B58A8AB}"/>
              </a:ext>
            </a:extLst>
          </p:cNvPr>
          <p:cNvSpPr>
            <a:spLocks noGrp="1"/>
          </p:cNvSpPr>
          <p:nvPr>
            <p:ph type="pic" sz="quarter" idx="10" hasCustomPrompt="1"/>
          </p:nvPr>
        </p:nvSpPr>
        <p:spPr>
          <a:xfrm>
            <a:off x="5519614" y="2644544"/>
            <a:ext cx="4021883" cy="4213456"/>
          </a:xfrm>
          <a:prstGeom prst="rect">
            <a:avLst/>
          </a:prstGeom>
          <a:solidFill>
            <a:schemeClr val="accent2"/>
          </a:solidFill>
        </p:spPr>
        <p:txBody>
          <a:bodyPr anchor="ctr"/>
          <a:lstStyle>
            <a:lvl1pPr marL="0" indent="0" algn="l">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Insérez une image si vous le souhaitez</a:t>
            </a:r>
          </a:p>
          <a:p>
            <a:endParaRPr lang="fr-FR" dirty="0"/>
          </a:p>
        </p:txBody>
      </p:sp>
      <p:grpSp>
        <p:nvGrpSpPr>
          <p:cNvPr id="11" name="Groupe 10">
            <a:extLst>
              <a:ext uri="{FF2B5EF4-FFF2-40B4-BE49-F238E27FC236}">
                <a16:creationId xmlns:a16="http://schemas.microsoft.com/office/drawing/2014/main" id="{68B30237-9AC1-13A9-363D-34322691C2EF}"/>
              </a:ext>
            </a:extLst>
          </p:cNvPr>
          <p:cNvGrpSpPr/>
          <p:nvPr userDrawn="1"/>
        </p:nvGrpSpPr>
        <p:grpSpPr>
          <a:xfrm>
            <a:off x="232331" y="-13157"/>
            <a:ext cx="11959670" cy="6883857"/>
            <a:chOff x="232323" y="-25862"/>
            <a:chExt cx="11959677" cy="6883862"/>
          </a:xfrm>
        </p:grpSpPr>
        <p:sp>
          <p:nvSpPr>
            <p:cNvPr id="33" name="Rectangle 32">
              <a:extLst>
                <a:ext uri="{FF2B5EF4-FFF2-40B4-BE49-F238E27FC236}">
                  <a16:creationId xmlns:a16="http://schemas.microsoft.com/office/drawing/2014/main" id="{119E8E44-DD3A-6008-39B1-0A8C0DB59DB4}"/>
                </a:ext>
              </a:extLst>
            </p:cNvPr>
            <p:cNvSpPr/>
            <p:nvPr userDrawn="1"/>
          </p:nvSpPr>
          <p:spPr>
            <a:xfrm>
              <a:off x="1561180" y="5529148"/>
              <a:ext cx="1328853" cy="1328852"/>
            </a:xfrm>
            <a:prstGeom prst="rect">
              <a:avLst/>
            </a:prstGeom>
            <a:solidFill>
              <a:srgbClr val="EE7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F7FC4FA-198C-2076-5439-B79B94BD0F3F}"/>
                </a:ext>
              </a:extLst>
            </p:cNvPr>
            <p:cNvSpPr/>
            <p:nvPr userDrawn="1"/>
          </p:nvSpPr>
          <p:spPr>
            <a:xfrm>
              <a:off x="232323" y="4200296"/>
              <a:ext cx="1328853" cy="13288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AB46F7C-0A45-1E42-E20F-4C13C7F18793}"/>
                </a:ext>
              </a:extLst>
            </p:cNvPr>
            <p:cNvSpPr/>
            <p:nvPr userDrawn="1"/>
          </p:nvSpPr>
          <p:spPr>
            <a:xfrm>
              <a:off x="2875968" y="4200296"/>
              <a:ext cx="1328853" cy="13288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C81037D8-981D-562A-5283-D96A87168E4F}"/>
                </a:ext>
              </a:extLst>
            </p:cNvPr>
            <p:cNvSpPr/>
            <p:nvPr userDrawn="1"/>
          </p:nvSpPr>
          <p:spPr>
            <a:xfrm>
              <a:off x="4190756" y="4200296"/>
              <a:ext cx="1328853" cy="1328852"/>
            </a:xfrm>
            <a:prstGeom prst="rect">
              <a:avLst/>
            </a:prstGeom>
            <a:solidFill>
              <a:srgbClr val="2F5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0F474B7E-8AB8-0F91-52B7-6AD759CEBC72}"/>
                </a:ext>
              </a:extLst>
            </p:cNvPr>
            <p:cNvSpPr/>
            <p:nvPr userDrawn="1"/>
          </p:nvSpPr>
          <p:spPr>
            <a:xfrm>
              <a:off x="8205441" y="1302991"/>
              <a:ext cx="1328853" cy="1328852"/>
            </a:xfrm>
            <a:prstGeom prst="rect">
              <a:avLst/>
            </a:prstGeom>
            <a:solidFill>
              <a:srgbClr val="EE7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0C11A698-9D3B-8BB7-7717-A71C41F2A687}"/>
                </a:ext>
              </a:extLst>
            </p:cNvPr>
            <p:cNvSpPr/>
            <p:nvPr userDrawn="1"/>
          </p:nvSpPr>
          <p:spPr>
            <a:xfrm>
              <a:off x="9534294" y="1302991"/>
              <a:ext cx="1328853" cy="13288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0EB04A2-C5AC-CFA0-99D8-F98C26B8E2D7}"/>
                </a:ext>
              </a:extLst>
            </p:cNvPr>
            <p:cNvSpPr/>
            <p:nvPr userDrawn="1"/>
          </p:nvSpPr>
          <p:spPr>
            <a:xfrm>
              <a:off x="9541494" y="2631842"/>
              <a:ext cx="1328853" cy="1328852"/>
            </a:xfrm>
            <a:prstGeom prst="rect">
              <a:avLst/>
            </a:prstGeom>
            <a:solidFill>
              <a:srgbClr val="2F5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93C0C659-FC80-A7A1-D887-ED8A62170BF6}"/>
                </a:ext>
              </a:extLst>
            </p:cNvPr>
            <p:cNvSpPr/>
            <p:nvPr userDrawn="1"/>
          </p:nvSpPr>
          <p:spPr>
            <a:xfrm>
              <a:off x="10863147" y="-25862"/>
              <a:ext cx="1328853" cy="13288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2" name="Espace réservé du texte 31">
            <a:extLst>
              <a:ext uri="{FF2B5EF4-FFF2-40B4-BE49-F238E27FC236}">
                <a16:creationId xmlns:a16="http://schemas.microsoft.com/office/drawing/2014/main" id="{0E4AA9CC-C630-D5B8-17D0-3C08EE59F439}"/>
              </a:ext>
            </a:extLst>
          </p:cNvPr>
          <p:cNvSpPr>
            <a:spLocks noGrp="1"/>
          </p:cNvSpPr>
          <p:nvPr>
            <p:ph type="body" sz="quarter" idx="11" hasCustomPrompt="1"/>
          </p:nvPr>
        </p:nvSpPr>
        <p:spPr>
          <a:xfrm>
            <a:off x="896748" y="725507"/>
            <a:ext cx="5911376" cy="3097881"/>
          </a:xfrm>
          <a:prstGeom prst="rect">
            <a:avLst/>
          </a:prstGeom>
        </p:spPr>
        <p:txBody>
          <a:bodyPr>
            <a:noAutofit/>
          </a:bodyPr>
          <a:lstStyle>
            <a:lvl1pPr marL="0" indent="0" algn="l">
              <a:buNone/>
              <a:defRPr sz="4400" b="1">
                <a:solidFill>
                  <a:schemeClr val="tx1"/>
                </a:solidFill>
                <a:latin typeface="+mj-lt"/>
              </a:defRPr>
            </a:lvl1pPr>
          </a:lstStyle>
          <a:p>
            <a:pPr lvl="0"/>
            <a:r>
              <a:rPr lang="fr-FR" dirty="0"/>
              <a:t>Insérez le titre de partie</a:t>
            </a:r>
          </a:p>
        </p:txBody>
      </p:sp>
    </p:spTree>
    <p:extLst>
      <p:ext uri="{BB962C8B-B14F-4D97-AF65-F5344CB8AC3E}">
        <p14:creationId xmlns:p14="http://schemas.microsoft.com/office/powerpoint/2010/main" val="3662048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ANDE PARTIE VIOLET">
    <p:spTree>
      <p:nvGrpSpPr>
        <p:cNvPr id="1" name=""/>
        <p:cNvGrpSpPr/>
        <p:nvPr/>
      </p:nvGrpSpPr>
      <p:grpSpPr>
        <a:xfrm>
          <a:off x="0" y="0"/>
          <a:ext cx="0" cy="0"/>
          <a:chOff x="0" y="0"/>
          <a:chExt cx="0" cy="0"/>
        </a:xfrm>
      </p:grpSpPr>
      <p:sp>
        <p:nvSpPr>
          <p:cNvPr id="5" name="Espace réservé pour une image  4">
            <a:extLst>
              <a:ext uri="{FF2B5EF4-FFF2-40B4-BE49-F238E27FC236}">
                <a16:creationId xmlns:a16="http://schemas.microsoft.com/office/drawing/2014/main" id="{EDAC2F0B-27F2-E9C9-444E-1ACF7B58A8AB}"/>
              </a:ext>
            </a:extLst>
          </p:cNvPr>
          <p:cNvSpPr>
            <a:spLocks noGrp="1"/>
          </p:cNvSpPr>
          <p:nvPr>
            <p:ph type="pic" sz="quarter" idx="10" hasCustomPrompt="1"/>
          </p:nvPr>
        </p:nvSpPr>
        <p:spPr>
          <a:xfrm>
            <a:off x="6876593" y="1558492"/>
            <a:ext cx="3986559" cy="3970653"/>
          </a:xfrm>
          <a:prstGeom prst="rect">
            <a:avLst/>
          </a:prstGeom>
          <a:solidFill>
            <a:schemeClr val="accent6"/>
          </a:solidFill>
        </p:spPr>
        <p:txBody>
          <a:bodyPr anchor="ctr"/>
          <a:lstStyle>
            <a:lvl1pPr marL="0" indent="0" algn="l">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Insérez une image si vous le souhaitez</a:t>
            </a:r>
          </a:p>
        </p:txBody>
      </p:sp>
      <p:grpSp>
        <p:nvGrpSpPr>
          <p:cNvPr id="43" name="Groupe 42">
            <a:extLst>
              <a:ext uri="{FF2B5EF4-FFF2-40B4-BE49-F238E27FC236}">
                <a16:creationId xmlns:a16="http://schemas.microsoft.com/office/drawing/2014/main" id="{D4A750AE-380A-B8AE-AA83-24D8D86A11C7}"/>
              </a:ext>
            </a:extLst>
          </p:cNvPr>
          <p:cNvGrpSpPr/>
          <p:nvPr userDrawn="1"/>
        </p:nvGrpSpPr>
        <p:grpSpPr>
          <a:xfrm>
            <a:off x="232331" y="1558493"/>
            <a:ext cx="11971526" cy="5299510"/>
            <a:chOff x="1" y="1455546"/>
            <a:chExt cx="12204085" cy="5402459"/>
          </a:xfrm>
        </p:grpSpPr>
        <p:sp>
          <p:nvSpPr>
            <p:cNvPr id="16" name="Rectangle 15">
              <a:extLst>
                <a:ext uri="{FF2B5EF4-FFF2-40B4-BE49-F238E27FC236}">
                  <a16:creationId xmlns:a16="http://schemas.microsoft.com/office/drawing/2014/main" id="{B9C8F1B3-A4FE-C9B9-8ADB-7A9335749B47}"/>
                </a:ext>
              </a:extLst>
            </p:cNvPr>
            <p:cNvSpPr/>
            <p:nvPr userDrawn="1"/>
          </p:nvSpPr>
          <p:spPr>
            <a:xfrm>
              <a:off x="1354668" y="5503332"/>
              <a:ext cx="1354667" cy="13546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31">
              <a:extLst>
                <a:ext uri="{FF2B5EF4-FFF2-40B4-BE49-F238E27FC236}">
                  <a16:creationId xmlns:a16="http://schemas.microsoft.com/office/drawing/2014/main" id="{6DCB6D8E-7027-14F9-F7D4-6F10F532C3EF}"/>
                </a:ext>
              </a:extLst>
            </p:cNvPr>
            <p:cNvSpPr/>
            <p:nvPr userDrawn="1"/>
          </p:nvSpPr>
          <p:spPr>
            <a:xfrm>
              <a:off x="1" y="5503333"/>
              <a:ext cx="1354667" cy="1354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119E8E44-DD3A-6008-39B1-0A8C0DB59DB4}"/>
                </a:ext>
              </a:extLst>
            </p:cNvPr>
            <p:cNvSpPr/>
            <p:nvPr userDrawn="1"/>
          </p:nvSpPr>
          <p:spPr>
            <a:xfrm>
              <a:off x="2709335" y="4148666"/>
              <a:ext cx="1354667" cy="1354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7DB417F1-D26A-1DF2-F8D0-008CBAEC78DC}"/>
                </a:ext>
              </a:extLst>
            </p:cNvPr>
            <p:cNvSpPr/>
            <p:nvPr userDrawn="1"/>
          </p:nvSpPr>
          <p:spPr>
            <a:xfrm>
              <a:off x="10837336" y="1455546"/>
              <a:ext cx="1366750" cy="13546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15359773-F737-8698-CADE-170A26B5BB10}"/>
                </a:ext>
              </a:extLst>
            </p:cNvPr>
            <p:cNvSpPr/>
            <p:nvPr userDrawn="1"/>
          </p:nvSpPr>
          <p:spPr>
            <a:xfrm>
              <a:off x="6773336" y="5503331"/>
              <a:ext cx="1354667" cy="13546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a:extLst>
                <a:ext uri="{FF2B5EF4-FFF2-40B4-BE49-F238E27FC236}">
                  <a16:creationId xmlns:a16="http://schemas.microsoft.com/office/drawing/2014/main" id="{8FE072F2-E14F-208E-8FEF-6792DBD9B3F5}"/>
                </a:ext>
              </a:extLst>
            </p:cNvPr>
            <p:cNvSpPr/>
            <p:nvPr userDrawn="1"/>
          </p:nvSpPr>
          <p:spPr>
            <a:xfrm>
              <a:off x="10837337" y="2811450"/>
              <a:ext cx="1354667" cy="135466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 name="Espace réservé du texte 31">
            <a:extLst>
              <a:ext uri="{FF2B5EF4-FFF2-40B4-BE49-F238E27FC236}">
                <a16:creationId xmlns:a16="http://schemas.microsoft.com/office/drawing/2014/main" id="{37FD0DD6-75D8-1644-47CD-850CE1904269}"/>
              </a:ext>
            </a:extLst>
          </p:cNvPr>
          <p:cNvSpPr>
            <a:spLocks noGrp="1"/>
          </p:cNvSpPr>
          <p:nvPr>
            <p:ph type="body" sz="quarter" idx="11" hasCustomPrompt="1"/>
          </p:nvPr>
        </p:nvSpPr>
        <p:spPr>
          <a:xfrm>
            <a:off x="896748" y="756458"/>
            <a:ext cx="5351651" cy="3066930"/>
          </a:xfrm>
          <a:prstGeom prst="rect">
            <a:avLst/>
          </a:prstGeom>
        </p:spPr>
        <p:txBody>
          <a:bodyPr>
            <a:noAutofit/>
          </a:bodyPr>
          <a:lstStyle>
            <a:lvl1pPr marL="0" indent="0" algn="l">
              <a:buNone/>
              <a:defRPr sz="4400" b="1">
                <a:solidFill>
                  <a:schemeClr val="tx1"/>
                </a:solidFill>
                <a:latin typeface="+mj-lt"/>
              </a:defRPr>
            </a:lvl1pPr>
          </a:lstStyle>
          <a:p>
            <a:pPr lvl="0"/>
            <a:r>
              <a:rPr lang="fr-FR" dirty="0"/>
              <a:t>Insérez le titre de partie</a:t>
            </a:r>
          </a:p>
        </p:txBody>
      </p:sp>
    </p:spTree>
    <p:extLst>
      <p:ext uri="{BB962C8B-B14F-4D97-AF65-F5344CB8AC3E}">
        <p14:creationId xmlns:p14="http://schemas.microsoft.com/office/powerpoint/2010/main" val="3110261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ANDE PARTIE VERT">
    <p:spTree>
      <p:nvGrpSpPr>
        <p:cNvPr id="1" name=""/>
        <p:cNvGrpSpPr/>
        <p:nvPr/>
      </p:nvGrpSpPr>
      <p:grpSpPr>
        <a:xfrm>
          <a:off x="0" y="0"/>
          <a:ext cx="0" cy="0"/>
          <a:chOff x="0" y="0"/>
          <a:chExt cx="0" cy="0"/>
        </a:xfrm>
      </p:grpSpPr>
      <p:sp>
        <p:nvSpPr>
          <p:cNvPr id="4" name="Espace réservé du texte 31">
            <a:extLst>
              <a:ext uri="{FF2B5EF4-FFF2-40B4-BE49-F238E27FC236}">
                <a16:creationId xmlns:a16="http://schemas.microsoft.com/office/drawing/2014/main" id="{54FE68A6-3DE7-D728-8F79-6B4F74222E81}"/>
              </a:ext>
            </a:extLst>
          </p:cNvPr>
          <p:cNvSpPr>
            <a:spLocks noGrp="1"/>
          </p:cNvSpPr>
          <p:nvPr>
            <p:ph type="body" sz="quarter" idx="11" hasCustomPrompt="1"/>
          </p:nvPr>
        </p:nvSpPr>
        <p:spPr>
          <a:xfrm>
            <a:off x="1047404" y="723208"/>
            <a:ext cx="4662011" cy="2921262"/>
          </a:xfrm>
          <a:prstGeom prst="rect">
            <a:avLst/>
          </a:prstGeom>
        </p:spPr>
        <p:txBody>
          <a:bodyPr>
            <a:noAutofit/>
          </a:bodyPr>
          <a:lstStyle>
            <a:lvl1pPr marL="0" indent="0" algn="l">
              <a:buNone/>
              <a:defRPr sz="4400" b="1">
                <a:solidFill>
                  <a:schemeClr val="tx1"/>
                </a:solidFill>
                <a:latin typeface="+mj-lt"/>
              </a:defRPr>
            </a:lvl1pPr>
          </a:lstStyle>
          <a:p>
            <a:pPr lvl="0"/>
            <a:r>
              <a:rPr lang="fr-FR" dirty="0"/>
              <a:t>Insérez le titre de partie</a:t>
            </a:r>
          </a:p>
        </p:txBody>
      </p:sp>
      <p:sp>
        <p:nvSpPr>
          <p:cNvPr id="5" name="Rectangle 4">
            <a:extLst>
              <a:ext uri="{FF2B5EF4-FFF2-40B4-BE49-F238E27FC236}">
                <a16:creationId xmlns:a16="http://schemas.microsoft.com/office/drawing/2014/main" id="{B4D14537-824D-83FF-CD75-92E87475BA55}"/>
              </a:ext>
            </a:extLst>
          </p:cNvPr>
          <p:cNvSpPr/>
          <p:nvPr userDrawn="1"/>
        </p:nvSpPr>
        <p:spPr>
          <a:xfrm>
            <a:off x="8329613" y="3009900"/>
            <a:ext cx="3862388" cy="38623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pour une image  4">
            <a:extLst>
              <a:ext uri="{FF2B5EF4-FFF2-40B4-BE49-F238E27FC236}">
                <a16:creationId xmlns:a16="http://schemas.microsoft.com/office/drawing/2014/main" id="{337BA1CC-076B-4EB5-8068-E12E69F88CC5}"/>
              </a:ext>
            </a:extLst>
          </p:cNvPr>
          <p:cNvSpPr>
            <a:spLocks noGrp="1"/>
          </p:cNvSpPr>
          <p:nvPr>
            <p:ph type="pic" sz="quarter" idx="12" hasCustomPrompt="1"/>
          </p:nvPr>
        </p:nvSpPr>
        <p:spPr>
          <a:xfrm>
            <a:off x="6615113" y="1285875"/>
            <a:ext cx="3429000" cy="3448050"/>
          </a:xfrm>
          <a:prstGeom prst="rect">
            <a:avLst/>
          </a:prstGeom>
          <a:noFill/>
        </p:spPr>
        <p:txBody>
          <a:bodyPr anchor="ctr"/>
          <a:lstStyle>
            <a:lvl1pPr marL="0" indent="0" algn="ctr">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Insérez une image</a:t>
            </a:r>
          </a:p>
        </p:txBody>
      </p:sp>
      <p:sp>
        <p:nvSpPr>
          <p:cNvPr id="2" name="Rectangle 1">
            <a:extLst>
              <a:ext uri="{FF2B5EF4-FFF2-40B4-BE49-F238E27FC236}">
                <a16:creationId xmlns:a16="http://schemas.microsoft.com/office/drawing/2014/main" id="{132C2EBA-02F9-7D2C-AA2D-A8D87CFFC3AA}"/>
              </a:ext>
            </a:extLst>
          </p:cNvPr>
          <p:cNvSpPr/>
          <p:nvPr userDrawn="1"/>
        </p:nvSpPr>
        <p:spPr>
          <a:xfrm>
            <a:off x="1561184" y="5529145"/>
            <a:ext cx="1328853" cy="13288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AF9AA16-CFD4-5160-A428-908E7728F52C}"/>
              </a:ext>
            </a:extLst>
          </p:cNvPr>
          <p:cNvSpPr/>
          <p:nvPr userDrawn="1"/>
        </p:nvSpPr>
        <p:spPr>
          <a:xfrm>
            <a:off x="232331" y="5529146"/>
            <a:ext cx="1328853" cy="13288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14E017C4-772A-99B4-DC68-B22CE6038F7B}"/>
              </a:ext>
            </a:extLst>
          </p:cNvPr>
          <p:cNvSpPr/>
          <p:nvPr userDrawn="1"/>
        </p:nvSpPr>
        <p:spPr>
          <a:xfrm>
            <a:off x="2890036" y="4200293"/>
            <a:ext cx="1328853" cy="13288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789974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NDE PARTIE JAUN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D14537-824D-83FF-CD75-92E87475BA55}"/>
              </a:ext>
            </a:extLst>
          </p:cNvPr>
          <p:cNvSpPr/>
          <p:nvPr userDrawn="1"/>
        </p:nvSpPr>
        <p:spPr>
          <a:xfrm>
            <a:off x="8329613" y="3009900"/>
            <a:ext cx="3862388" cy="386238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pour une image  4">
            <a:extLst>
              <a:ext uri="{FF2B5EF4-FFF2-40B4-BE49-F238E27FC236}">
                <a16:creationId xmlns:a16="http://schemas.microsoft.com/office/drawing/2014/main" id="{27800121-4EDF-8DF9-A915-FF6153635A7E}"/>
              </a:ext>
            </a:extLst>
          </p:cNvPr>
          <p:cNvSpPr>
            <a:spLocks noGrp="1"/>
          </p:cNvSpPr>
          <p:nvPr>
            <p:ph type="pic" sz="quarter" idx="12" hasCustomPrompt="1"/>
          </p:nvPr>
        </p:nvSpPr>
        <p:spPr>
          <a:xfrm>
            <a:off x="6615113" y="1285875"/>
            <a:ext cx="3429000" cy="3448050"/>
          </a:xfrm>
          <a:prstGeom prst="rect">
            <a:avLst/>
          </a:prstGeom>
          <a:noFill/>
        </p:spPr>
        <p:txBody>
          <a:bodyPr anchor="ctr"/>
          <a:lstStyle>
            <a:lvl1pPr marL="0" indent="0" algn="ctr">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Insérez une image</a:t>
            </a:r>
          </a:p>
        </p:txBody>
      </p:sp>
      <p:sp>
        <p:nvSpPr>
          <p:cNvPr id="3" name="Rectangle 2">
            <a:extLst>
              <a:ext uri="{FF2B5EF4-FFF2-40B4-BE49-F238E27FC236}">
                <a16:creationId xmlns:a16="http://schemas.microsoft.com/office/drawing/2014/main" id="{C2D568D0-7348-42A1-4257-C53C9BC89E1F}"/>
              </a:ext>
            </a:extLst>
          </p:cNvPr>
          <p:cNvSpPr/>
          <p:nvPr userDrawn="1"/>
        </p:nvSpPr>
        <p:spPr>
          <a:xfrm>
            <a:off x="1551087" y="5527841"/>
            <a:ext cx="1330160" cy="1330159"/>
          </a:xfrm>
          <a:prstGeom prst="rect">
            <a:avLst/>
          </a:prstGeom>
          <a:solidFill>
            <a:srgbClr val="2F5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8A37291-99D2-A063-A2A4-FE330D662E36}"/>
              </a:ext>
            </a:extLst>
          </p:cNvPr>
          <p:cNvSpPr/>
          <p:nvPr userDrawn="1"/>
        </p:nvSpPr>
        <p:spPr>
          <a:xfrm>
            <a:off x="229236" y="4197681"/>
            <a:ext cx="1330160" cy="13301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270E6AD6-E9D3-F7FD-6493-5A29A25D2FA0}"/>
              </a:ext>
            </a:extLst>
          </p:cNvPr>
          <p:cNvSpPr/>
          <p:nvPr userDrawn="1"/>
        </p:nvSpPr>
        <p:spPr>
          <a:xfrm>
            <a:off x="2867169" y="4197681"/>
            <a:ext cx="1330160" cy="13301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texte 31">
            <a:extLst>
              <a:ext uri="{FF2B5EF4-FFF2-40B4-BE49-F238E27FC236}">
                <a16:creationId xmlns:a16="http://schemas.microsoft.com/office/drawing/2014/main" id="{8336ABEA-F061-23A5-6696-147D469396B0}"/>
              </a:ext>
            </a:extLst>
          </p:cNvPr>
          <p:cNvSpPr>
            <a:spLocks noGrp="1"/>
          </p:cNvSpPr>
          <p:nvPr>
            <p:ph type="body" sz="quarter" idx="11" hasCustomPrompt="1"/>
          </p:nvPr>
        </p:nvSpPr>
        <p:spPr>
          <a:xfrm>
            <a:off x="1047404" y="723208"/>
            <a:ext cx="4662011" cy="2921262"/>
          </a:xfrm>
          <a:prstGeom prst="rect">
            <a:avLst/>
          </a:prstGeom>
        </p:spPr>
        <p:txBody>
          <a:bodyPr>
            <a:noAutofit/>
          </a:bodyPr>
          <a:lstStyle>
            <a:lvl1pPr marL="0" indent="0" algn="l">
              <a:buNone/>
              <a:defRPr sz="4400" b="1">
                <a:solidFill>
                  <a:schemeClr val="tx1"/>
                </a:solidFill>
                <a:latin typeface="+mj-lt"/>
              </a:defRPr>
            </a:lvl1pPr>
          </a:lstStyle>
          <a:p>
            <a:pPr lvl="0"/>
            <a:r>
              <a:rPr lang="fr-FR" dirty="0"/>
              <a:t>Insérez le titre de partie</a:t>
            </a:r>
          </a:p>
        </p:txBody>
      </p:sp>
    </p:spTree>
    <p:extLst>
      <p:ext uri="{BB962C8B-B14F-4D97-AF65-F5344CB8AC3E}">
        <p14:creationId xmlns:p14="http://schemas.microsoft.com/office/powerpoint/2010/main" val="1754322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1122363"/>
            <a:ext cx="103632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1" y="3602039"/>
            <a:ext cx="9144000" cy="1655762"/>
          </a:xfrm>
        </p:spPr>
        <p:txBody>
          <a:bodyPr/>
          <a:lstStyle>
            <a:lvl1pPr marL="0" indent="0" algn="ctr">
              <a:buNone/>
              <a:defRPr sz="2400"/>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ED5BF01-E626-4A92-A119-F62A04D2CA4C}" type="datetimeFigureOut">
              <a:rPr lang="fr-FR" smtClean="0"/>
              <a:t>10/02/2026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D256A2-0345-4846-8571-E9DAFEF9F3B3}" type="slidenum">
              <a:rPr lang="fr-FR" smtClean="0"/>
              <a:t>‹N°›</a:t>
            </a:fld>
            <a:endParaRPr lang="fr-FR"/>
          </a:p>
        </p:txBody>
      </p:sp>
      <p:sp>
        <p:nvSpPr>
          <p:cNvPr id="23" name="Rectangle 22">
            <a:extLst>
              <a:ext uri="{FF2B5EF4-FFF2-40B4-BE49-F238E27FC236}">
                <a16:creationId xmlns:a16="http://schemas.microsoft.com/office/drawing/2014/main" id="{4BF462CB-BBC5-DD11-EAFB-A6CB4B0037B3}"/>
              </a:ext>
            </a:extLst>
          </p:cNvPr>
          <p:cNvSpPr/>
          <p:nvPr userDrawn="1"/>
        </p:nvSpPr>
        <p:spPr>
          <a:xfrm>
            <a:off x="-1456233" y="4819362"/>
            <a:ext cx="1363069" cy="10418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829544" eaLnBrk="1" fontAlgn="auto" latinLnBrk="0" hangingPunct="1">
              <a:lnSpc>
                <a:spcPct val="100000"/>
              </a:lnSpc>
              <a:spcBef>
                <a:spcPts val="0"/>
              </a:spcBef>
              <a:spcAft>
                <a:spcPts val="0"/>
              </a:spcAft>
              <a:buClrTx/>
              <a:buSzTx/>
              <a:buFontTx/>
              <a:buNone/>
              <a:tabLst/>
              <a:defRPr/>
            </a:pPr>
            <a:endParaRPr kumimoji="0" lang="fr-FR" sz="1633" b="0" i="0" u="none" strike="noStrike" kern="0" cap="none" spc="0" normalizeH="0" baseline="0" noProof="0">
              <a:ln>
                <a:noFill/>
              </a:ln>
              <a:solidFill>
                <a:srgbClr val="FFFFFF"/>
              </a:solidFill>
              <a:effectLst/>
              <a:uLnTx/>
              <a:uFillTx/>
              <a:latin typeface="Arial Nova"/>
              <a:ea typeface="+mn-ea"/>
              <a:cs typeface="+mn-cs"/>
            </a:endParaRPr>
          </a:p>
        </p:txBody>
      </p:sp>
      <p:sp>
        <p:nvSpPr>
          <p:cNvPr id="32" name="Rectangle 31">
            <a:extLst>
              <a:ext uri="{FF2B5EF4-FFF2-40B4-BE49-F238E27FC236}">
                <a16:creationId xmlns:a16="http://schemas.microsoft.com/office/drawing/2014/main" id="{E91A5976-4D9D-B59F-3802-D84AB6AF404C}"/>
              </a:ext>
            </a:extLst>
          </p:cNvPr>
          <p:cNvSpPr/>
          <p:nvPr userDrawn="1"/>
        </p:nvSpPr>
        <p:spPr>
          <a:xfrm>
            <a:off x="-1462734" y="4755562"/>
            <a:ext cx="1363069" cy="104188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829544" eaLnBrk="1" fontAlgn="auto" latinLnBrk="0" hangingPunct="1">
              <a:lnSpc>
                <a:spcPct val="100000"/>
              </a:lnSpc>
              <a:spcBef>
                <a:spcPts val="0"/>
              </a:spcBef>
              <a:spcAft>
                <a:spcPts val="0"/>
              </a:spcAft>
              <a:buClrTx/>
              <a:buSzTx/>
              <a:buFontTx/>
              <a:buNone/>
              <a:tabLst/>
              <a:defRPr/>
            </a:pPr>
            <a:endParaRPr kumimoji="0" lang="fr-FR" sz="1633" b="0" i="0" u="none" strike="noStrike" kern="0" cap="none" spc="0" normalizeH="0" baseline="0" noProof="0">
              <a:ln>
                <a:noFill/>
              </a:ln>
              <a:solidFill>
                <a:srgbClr val="FFFFFF"/>
              </a:solidFill>
              <a:effectLst/>
              <a:uLnTx/>
              <a:uFillTx/>
              <a:latin typeface="Arial Nova"/>
              <a:ea typeface="+mn-ea"/>
              <a:cs typeface="+mn-cs"/>
            </a:endParaRPr>
          </a:p>
        </p:txBody>
      </p:sp>
    </p:spTree>
    <p:extLst>
      <p:ext uri="{BB962C8B-B14F-4D97-AF65-F5344CB8AC3E}">
        <p14:creationId xmlns:p14="http://schemas.microsoft.com/office/powerpoint/2010/main" val="42300746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442510"/>
      </p:ext>
    </p:extLst>
  </p:cSld>
  <p:clrMap bg1="lt1" tx1="dk1" bg2="lt2" tx2="dk2" accent1="accent1" accent2="accent2" accent3="accent3" accent4="accent4" accent5="accent5" accent6="accent6" hlink="hlink" folHlink="folHlink"/>
  <p:sldLayoutIdLst>
    <p:sldLayoutId id="2147483662" r:id="rId1"/>
    <p:sldLayoutId id="2147483663" r:id="rId2"/>
  </p:sldLayoutIdLst>
  <p:hf sldNum="0" hdr="0" ftr="0"/>
  <p:txStyles>
    <p:title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4DA570-BA2D-AE1E-A728-2A975BDF56AE}"/>
              </a:ext>
            </a:extLst>
          </p:cNvPr>
          <p:cNvSpPr/>
          <p:nvPr userDrawn="1"/>
        </p:nvSpPr>
        <p:spPr>
          <a:xfrm>
            <a:off x="260" y="0"/>
            <a:ext cx="232071"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4" name="Image 3">
            <a:extLst>
              <a:ext uri="{FF2B5EF4-FFF2-40B4-BE49-F238E27FC236}">
                <a16:creationId xmlns:a16="http://schemas.microsoft.com/office/drawing/2014/main" id="{DFD5BBFA-785D-299E-D33E-ACC37E4A9C8F}"/>
              </a:ext>
            </a:extLst>
          </p:cNvPr>
          <p:cNvPicPr>
            <a:picLocks noChangeAspect="1"/>
          </p:cNvPicPr>
          <p:nvPr userDrawn="1"/>
        </p:nvPicPr>
        <p:blipFill>
          <a:blip r:embed="rId6"/>
          <a:stretch>
            <a:fillRect/>
          </a:stretch>
        </p:blipFill>
        <p:spPr>
          <a:xfrm>
            <a:off x="0" y="204"/>
            <a:ext cx="3826364" cy="1946708"/>
          </a:xfrm>
          <a:prstGeom prst="rect">
            <a:avLst/>
          </a:prstGeom>
        </p:spPr>
      </p:pic>
    </p:spTree>
    <p:extLst>
      <p:ext uri="{BB962C8B-B14F-4D97-AF65-F5344CB8AC3E}">
        <p14:creationId xmlns:p14="http://schemas.microsoft.com/office/powerpoint/2010/main" val="70817388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p:hf sldNum="0" hdr="0" ftr="0"/>
  <p:txStyles>
    <p:title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descr="Une image contenant texte, clipart, graphiques vectoriels&#10;&#10;Description générée automatiquement">
            <a:extLst>
              <a:ext uri="{FF2B5EF4-FFF2-40B4-BE49-F238E27FC236}">
                <a16:creationId xmlns:a16="http://schemas.microsoft.com/office/drawing/2014/main" id="{E2653195-FE6A-6B0C-3A7C-37F001DEC34D}"/>
              </a:ext>
            </a:extLst>
          </p:cNvPr>
          <p:cNvPicPr>
            <a:picLocks noChangeAspect="1"/>
          </p:cNvPicPr>
          <p:nvPr userDrawn="1"/>
        </p:nvPicPr>
        <p:blipFill>
          <a:blip r:embed="rId9"/>
          <a:stretch>
            <a:fillRect/>
          </a:stretch>
        </p:blipFill>
        <p:spPr>
          <a:xfrm>
            <a:off x="10121398" y="5921159"/>
            <a:ext cx="2070342" cy="933996"/>
          </a:xfrm>
          <a:prstGeom prst="rect">
            <a:avLst/>
          </a:prstGeom>
        </p:spPr>
      </p:pic>
      <p:sp>
        <p:nvSpPr>
          <p:cNvPr id="3" name="Rectangle 2">
            <a:extLst>
              <a:ext uri="{FF2B5EF4-FFF2-40B4-BE49-F238E27FC236}">
                <a16:creationId xmlns:a16="http://schemas.microsoft.com/office/drawing/2014/main" id="{CC65DB0D-C136-3820-FE40-0E1CDA4C084E}"/>
              </a:ext>
            </a:extLst>
          </p:cNvPr>
          <p:cNvSpPr/>
          <p:nvPr userDrawn="1"/>
        </p:nvSpPr>
        <p:spPr>
          <a:xfrm>
            <a:off x="260" y="0"/>
            <a:ext cx="232071"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13148656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Lst>
  <p:hf sldNum="0" hdr="0" ftr="0"/>
  <p:txStyles>
    <p:title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hyperlink" Target="https://www.kaleio.fr/users/4979060" TargetMode="External"/><Relationship Id="rId5" Type="http://schemas.openxmlformats.org/officeDocument/2006/relationships/image" Target="../media/image26.sv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hyperlink" Target="https://www.kaleio.fr/users/7349317" TargetMode="External"/><Relationship Id="rId3" Type="http://schemas.openxmlformats.org/officeDocument/2006/relationships/image" Target="../media/image20.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BA356F30-D97F-A58B-7F74-511DCA2CA181}"/>
              </a:ext>
            </a:extLst>
          </p:cNvPr>
          <p:cNvSpPr>
            <a:spLocks noGrp="1"/>
          </p:cNvSpPr>
          <p:nvPr>
            <p:ph type="dt" sz="half" idx="1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DE9782-4D0B-4C6D-B3CD-3DD9000CE490}" type="datetime1">
              <a:rPr kumimoji="0" lang="fr-FR" sz="1100" b="0" i="0" u="none" strike="noStrike" kern="1200" cap="none" spc="0" normalizeH="0" baseline="0" noProof="0" smtClean="0">
                <a:ln>
                  <a:noFill/>
                </a:ln>
                <a:solidFill>
                  <a:srgbClr val="434341"/>
                </a:solidFill>
                <a:effectLst/>
                <a:uLnTx/>
                <a:uFillTx/>
                <a:latin typeface="Arial Nova"/>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10/02/2026</a:t>
            </a:fld>
            <a:endParaRPr kumimoji="0" lang="fr-FR" sz="1100" b="0" i="0" u="none" strike="noStrike" kern="1200" cap="none" spc="0" normalizeH="0" baseline="0" noProof="0" dirty="0">
              <a:ln>
                <a:noFill/>
              </a:ln>
              <a:solidFill>
                <a:srgbClr val="434341"/>
              </a:solidFill>
              <a:effectLst/>
              <a:uLnTx/>
              <a:uFillTx/>
              <a:latin typeface="Arial Nova"/>
              <a:ea typeface="+mn-ea"/>
              <a:cs typeface="Arial" panose="020B0604020202020204" pitchFamily="34" charset="0"/>
            </a:endParaRPr>
          </a:p>
        </p:txBody>
      </p:sp>
      <p:sp>
        <p:nvSpPr>
          <p:cNvPr id="4" name="Ellipse 3">
            <a:extLst>
              <a:ext uri="{FF2B5EF4-FFF2-40B4-BE49-F238E27FC236}">
                <a16:creationId xmlns:a16="http://schemas.microsoft.com/office/drawing/2014/main" id="{9DFC8859-3B05-A11D-B734-4617705C2FEA}"/>
              </a:ext>
            </a:extLst>
          </p:cNvPr>
          <p:cNvSpPr/>
          <p:nvPr/>
        </p:nvSpPr>
        <p:spPr>
          <a:xfrm flipV="1">
            <a:off x="494019" y="3381315"/>
            <a:ext cx="74005" cy="74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tx1"/>
              </a:solidFill>
            </a:endParaRPr>
          </a:p>
        </p:txBody>
      </p:sp>
      <p:sp>
        <p:nvSpPr>
          <p:cNvPr id="5" name="Ellipse 4">
            <a:extLst>
              <a:ext uri="{FF2B5EF4-FFF2-40B4-BE49-F238E27FC236}">
                <a16:creationId xmlns:a16="http://schemas.microsoft.com/office/drawing/2014/main" id="{C27D0D62-A160-1591-D1FB-D0280BA5C4EB}"/>
              </a:ext>
            </a:extLst>
          </p:cNvPr>
          <p:cNvSpPr/>
          <p:nvPr/>
        </p:nvSpPr>
        <p:spPr>
          <a:xfrm flipV="1">
            <a:off x="523822" y="4271911"/>
            <a:ext cx="74005" cy="74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tx1"/>
              </a:solidFill>
            </a:endParaRPr>
          </a:p>
        </p:txBody>
      </p:sp>
      <p:sp>
        <p:nvSpPr>
          <p:cNvPr id="6" name="Ellipse 5">
            <a:extLst>
              <a:ext uri="{FF2B5EF4-FFF2-40B4-BE49-F238E27FC236}">
                <a16:creationId xmlns:a16="http://schemas.microsoft.com/office/drawing/2014/main" id="{99F27B93-6A9A-2EA6-64F7-112CDAC13383}"/>
              </a:ext>
            </a:extLst>
          </p:cNvPr>
          <p:cNvSpPr/>
          <p:nvPr/>
        </p:nvSpPr>
        <p:spPr>
          <a:xfrm flipV="1">
            <a:off x="525365" y="2411808"/>
            <a:ext cx="74005" cy="74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tx1"/>
              </a:solidFill>
            </a:endParaRPr>
          </a:p>
        </p:txBody>
      </p:sp>
      <p:sp>
        <p:nvSpPr>
          <p:cNvPr id="7" name="ZoneTexte 6">
            <a:extLst>
              <a:ext uri="{FF2B5EF4-FFF2-40B4-BE49-F238E27FC236}">
                <a16:creationId xmlns:a16="http://schemas.microsoft.com/office/drawing/2014/main" id="{0B6EB466-EC21-9DCB-3630-F043B7DE29FF}"/>
              </a:ext>
            </a:extLst>
          </p:cNvPr>
          <p:cNvSpPr txBox="1"/>
          <p:nvPr/>
        </p:nvSpPr>
        <p:spPr>
          <a:xfrm>
            <a:off x="2322701" y="1712437"/>
            <a:ext cx="6012191" cy="523220"/>
          </a:xfrm>
          <a:prstGeom prst="rect">
            <a:avLst/>
          </a:prstGeom>
          <a:noFill/>
        </p:spPr>
        <p:txBody>
          <a:bodyPr wrap="square" rtlCol="0" anchor="ctr">
            <a:spAutoFit/>
          </a:bodyPr>
          <a:lstStyle/>
          <a:p>
            <a:r>
              <a:rPr lang="fr-FR" sz="2800" b="1" dirty="0">
                <a:latin typeface="Arial" panose="020B0604020202020204" pitchFamily="34" charset="0"/>
                <a:cs typeface="Arial" panose="020B0604020202020204" pitchFamily="34" charset="0"/>
              </a:rPr>
              <a:t>{{</a:t>
            </a:r>
            <a:r>
              <a:rPr lang="fr-FR" sz="2800" b="1" dirty="0" err="1">
                <a:latin typeface="Arial" panose="020B0604020202020204" pitchFamily="34" charset="0"/>
                <a:cs typeface="Arial" panose="020B0604020202020204" pitchFamily="34" charset="0"/>
              </a:rPr>
              <a:t>simulation.projet.nomProjet</a:t>
            </a:r>
            <a:r>
              <a:rPr lang="fr-FR" sz="2800" b="1" dirty="0">
                <a:latin typeface="Arial" panose="020B0604020202020204" pitchFamily="34" charset="0"/>
                <a:cs typeface="Arial" panose="020B0604020202020204" pitchFamily="34" charset="0"/>
              </a:rPr>
              <a:t>}} </a:t>
            </a:r>
          </a:p>
        </p:txBody>
      </p:sp>
      <p:sp>
        <p:nvSpPr>
          <p:cNvPr id="8" name="ZoneTexte 7">
            <a:extLst>
              <a:ext uri="{FF2B5EF4-FFF2-40B4-BE49-F238E27FC236}">
                <a16:creationId xmlns:a16="http://schemas.microsoft.com/office/drawing/2014/main" id="{6AF74DBF-162D-2BCA-9971-F4955DE35774}"/>
              </a:ext>
            </a:extLst>
          </p:cNvPr>
          <p:cNvSpPr txBox="1"/>
          <p:nvPr/>
        </p:nvSpPr>
        <p:spPr>
          <a:xfrm>
            <a:off x="1372591" y="4181142"/>
            <a:ext cx="2838809" cy="461665"/>
          </a:xfrm>
          <a:prstGeom prst="rect">
            <a:avLst/>
          </a:prstGeom>
          <a:noFill/>
        </p:spPr>
        <p:txBody>
          <a:bodyPr wrap="square" numCol="1"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r>
              <a:rPr lang="fr-FR" sz="1200" dirty="0">
                <a:solidFill>
                  <a:schemeClr val="tx1"/>
                </a:solidFill>
                <a:latin typeface="Arial" panose="020B0604020202020204" pitchFamily="34" charset="0"/>
                <a:cs typeface="Arial" panose="020B0604020202020204" pitchFamily="34" charset="0"/>
              </a:rPr>
              <a:t>{{</a:t>
            </a:r>
            <a:r>
              <a:rPr lang="fr-FR" sz="1200" dirty="0" err="1">
                <a:solidFill>
                  <a:schemeClr val="tx1"/>
                </a:solidFill>
                <a:latin typeface="Arial" panose="020B0604020202020204" pitchFamily="34" charset="0"/>
                <a:cs typeface="Arial" panose="020B0604020202020204" pitchFamily="34" charset="0"/>
              </a:rPr>
              <a:t>simulation.projet.contact.nom</a:t>
            </a:r>
            <a:r>
              <a:rPr lang="fr-FR" sz="1200" dirty="0">
                <a:solidFill>
                  <a:schemeClr val="tx1"/>
                </a:solidFill>
                <a:latin typeface="Arial" panose="020B0604020202020204" pitchFamily="34" charset="0"/>
                <a:cs typeface="Arial" panose="020B0604020202020204" pitchFamily="34" charset="0"/>
              </a:rPr>
              <a:t>}} {{</a:t>
            </a:r>
            <a:r>
              <a:rPr lang="fr-FR" sz="1200" dirty="0" err="1">
                <a:solidFill>
                  <a:schemeClr val="tx1"/>
                </a:solidFill>
                <a:latin typeface="Arial" panose="020B0604020202020204" pitchFamily="34" charset="0"/>
                <a:cs typeface="Arial" panose="020B0604020202020204" pitchFamily="34" charset="0"/>
              </a:rPr>
              <a:t>simulation.projet.contact.prenom</a:t>
            </a:r>
            <a:r>
              <a:rPr lang="fr-FR" sz="1200" dirty="0">
                <a:solidFill>
                  <a:schemeClr val="tx1"/>
                </a:solidFill>
                <a:latin typeface="Arial" panose="020B0604020202020204" pitchFamily="34" charset="0"/>
                <a:cs typeface="Arial" panose="020B0604020202020204" pitchFamily="34" charset="0"/>
              </a:rPr>
              <a:t>}} </a:t>
            </a:r>
          </a:p>
        </p:txBody>
      </p:sp>
      <p:sp>
        <p:nvSpPr>
          <p:cNvPr id="9" name="ZoneTexte 8">
            <a:extLst>
              <a:ext uri="{FF2B5EF4-FFF2-40B4-BE49-F238E27FC236}">
                <a16:creationId xmlns:a16="http://schemas.microsoft.com/office/drawing/2014/main" id="{FFD3A8F4-6F99-8B98-9BF8-475F31BB3DDC}"/>
              </a:ext>
            </a:extLst>
          </p:cNvPr>
          <p:cNvSpPr txBox="1"/>
          <p:nvPr/>
        </p:nvSpPr>
        <p:spPr>
          <a:xfrm>
            <a:off x="1372590" y="3868274"/>
            <a:ext cx="2534391" cy="369332"/>
          </a:xfrm>
          <a:prstGeom prst="rect">
            <a:avLst/>
          </a:prstGeom>
          <a:noFill/>
        </p:spPr>
        <p:txBody>
          <a:bodyPr wrap="square" rtlCol="0" anchor="ctr">
            <a:spAutoFit/>
          </a:bodyPr>
          <a:lstStyle>
            <a:defPPr>
              <a:defRPr lang="en-US"/>
            </a:defPPr>
            <a:lvl1pPr>
              <a:defRPr sz="1400" b="1">
                <a:solidFill>
                  <a:srgbClr val="353535"/>
                </a:solidFill>
              </a:defRPr>
            </a:lvl1pPr>
          </a:lstStyle>
          <a:p>
            <a:r>
              <a:rPr lang="fr-FR" sz="1800" dirty="0">
                <a:solidFill>
                  <a:schemeClr val="tx1"/>
                </a:solidFill>
                <a:latin typeface="Arial" panose="020B0604020202020204" pitchFamily="34" charset="0"/>
                <a:cs typeface="Arial" panose="020B0604020202020204" pitchFamily="34" charset="0"/>
              </a:rPr>
              <a:t>À l’attention de :</a:t>
            </a:r>
          </a:p>
        </p:txBody>
      </p:sp>
      <p:grpSp>
        <p:nvGrpSpPr>
          <p:cNvPr id="10" name="Groupe 9">
            <a:extLst>
              <a:ext uri="{FF2B5EF4-FFF2-40B4-BE49-F238E27FC236}">
                <a16:creationId xmlns:a16="http://schemas.microsoft.com/office/drawing/2014/main" id="{7D5AAB89-A1A6-B33F-F4ED-5DCDF1CF2F4F}"/>
              </a:ext>
            </a:extLst>
          </p:cNvPr>
          <p:cNvGrpSpPr/>
          <p:nvPr/>
        </p:nvGrpSpPr>
        <p:grpSpPr>
          <a:xfrm>
            <a:off x="1372590" y="2485813"/>
            <a:ext cx="6012191" cy="1145099"/>
            <a:chOff x="5995757" y="4036134"/>
            <a:chExt cx="6902811" cy="1526801"/>
          </a:xfrm>
        </p:grpSpPr>
        <p:sp>
          <p:nvSpPr>
            <p:cNvPr id="11" name="ZoneTexte 10">
              <a:extLst>
                <a:ext uri="{FF2B5EF4-FFF2-40B4-BE49-F238E27FC236}">
                  <a16:creationId xmlns:a16="http://schemas.microsoft.com/office/drawing/2014/main" id="{6B9B6DBE-3FE9-4FA4-6DB3-7D663F17A275}"/>
                </a:ext>
              </a:extLst>
            </p:cNvPr>
            <p:cNvSpPr txBox="1"/>
            <p:nvPr/>
          </p:nvSpPr>
          <p:spPr>
            <a:xfrm>
              <a:off x="5995757" y="4036134"/>
              <a:ext cx="6902811" cy="492444"/>
            </a:xfrm>
            <a:prstGeom prst="rect">
              <a:avLst/>
            </a:prstGeom>
            <a:noFill/>
          </p:spPr>
          <p:txBody>
            <a:bodyPr wrap="square" rtlCol="0" anchor="ctr">
              <a:spAutoFit/>
            </a:bodyPr>
            <a:lstStyle/>
            <a:p>
              <a:r>
                <a:rPr lang="fr-FR" b="1" dirty="0">
                  <a:latin typeface="Arial" panose="020B0604020202020204" pitchFamily="34" charset="0"/>
                  <a:cs typeface="Arial" panose="020B0604020202020204" pitchFamily="34" charset="0"/>
                </a:rPr>
                <a:t>{{</a:t>
              </a:r>
              <a:r>
                <a:rPr lang="fr-FR" b="1" dirty="0" err="1">
                  <a:latin typeface="Arial" panose="020B0604020202020204" pitchFamily="34" charset="0"/>
                  <a:cs typeface="Arial" panose="020B0604020202020204" pitchFamily="34" charset="0"/>
                </a:rPr>
                <a:t>simulation.projet.organisation.raisonSociale</a:t>
              </a:r>
              <a:r>
                <a:rPr lang="fr-FR" b="1" dirty="0">
                  <a:latin typeface="Arial" panose="020B0604020202020204" pitchFamily="34" charset="0"/>
                  <a:cs typeface="Arial" panose="020B0604020202020204" pitchFamily="34" charset="0"/>
                </a:rPr>
                <a:t>}} </a:t>
              </a:r>
            </a:p>
          </p:txBody>
        </p:sp>
        <p:sp>
          <p:nvSpPr>
            <p:cNvPr id="12" name="ZoneTexte 11">
              <a:extLst>
                <a:ext uri="{FF2B5EF4-FFF2-40B4-BE49-F238E27FC236}">
                  <a16:creationId xmlns:a16="http://schemas.microsoft.com/office/drawing/2014/main" id="{656D04D4-1E34-15CA-862C-7602A7A8A52E}"/>
                </a:ext>
              </a:extLst>
            </p:cNvPr>
            <p:cNvSpPr txBox="1"/>
            <p:nvPr/>
          </p:nvSpPr>
          <p:spPr>
            <a:xfrm>
              <a:off x="5995758" y="4454937"/>
              <a:ext cx="4603909" cy="1107998"/>
            </a:xfrm>
            <a:prstGeom prst="rect">
              <a:avLst/>
            </a:prstGeom>
            <a:noFill/>
          </p:spPr>
          <p:txBody>
            <a:bodyPr wrap="square" numCol="1"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r>
                <a:rPr lang="fr-FR" sz="1200" dirty="0">
                  <a:solidFill>
                    <a:schemeClr val="tx1"/>
                  </a:solidFill>
                  <a:latin typeface="Arial" panose="020B0604020202020204" pitchFamily="34" charset="0"/>
                  <a:cs typeface="Arial" panose="020B0604020202020204" pitchFamily="34" charset="0"/>
                </a:rPr>
                <a:t>{{simulation.projet.organisation.adresse1}}</a:t>
              </a:r>
            </a:p>
            <a:p>
              <a:r>
                <a:rPr lang="fr-FR" sz="1200" dirty="0">
                  <a:solidFill>
                    <a:schemeClr val="tx1"/>
                  </a:solidFill>
                  <a:latin typeface="Arial" panose="020B0604020202020204" pitchFamily="34" charset="0"/>
                  <a:cs typeface="Arial" panose="020B0604020202020204" pitchFamily="34" charset="0"/>
                </a:rPr>
                <a:t>{{simulation.projet.organisation.adresse2}}</a:t>
              </a:r>
            </a:p>
            <a:p>
              <a:r>
                <a:rPr lang="fr-FR" sz="1200" dirty="0">
                  <a:solidFill>
                    <a:schemeClr val="tx1"/>
                  </a:solidFill>
                  <a:latin typeface="Arial" panose="020B0604020202020204" pitchFamily="34" charset="0"/>
                  <a:cs typeface="Arial" panose="020B0604020202020204" pitchFamily="34" charset="0"/>
                </a:rPr>
                <a:t>{{</a:t>
              </a:r>
              <a:r>
                <a:rPr lang="fr-FR" sz="1200" dirty="0" err="1">
                  <a:solidFill>
                    <a:schemeClr val="tx1"/>
                  </a:solidFill>
                  <a:latin typeface="Arial" panose="020B0604020202020204" pitchFamily="34" charset="0"/>
                  <a:cs typeface="Arial" panose="020B0604020202020204" pitchFamily="34" charset="0"/>
                </a:rPr>
                <a:t>simulation.projet.organisation.codePostal</a:t>
              </a:r>
              <a:r>
                <a:rPr lang="fr-FR" sz="1200" dirty="0">
                  <a:solidFill>
                    <a:schemeClr val="tx1"/>
                  </a:solidFill>
                  <a:latin typeface="Arial" panose="020B0604020202020204" pitchFamily="34" charset="0"/>
                  <a:cs typeface="Arial" panose="020B0604020202020204" pitchFamily="34" charset="0"/>
                </a:rPr>
                <a:t>}} {{</a:t>
              </a:r>
              <a:r>
                <a:rPr lang="fr-FR" sz="1200" dirty="0" err="1">
                  <a:solidFill>
                    <a:schemeClr val="tx1"/>
                  </a:solidFill>
                  <a:latin typeface="Arial" panose="020B0604020202020204" pitchFamily="34" charset="0"/>
                  <a:cs typeface="Arial" panose="020B0604020202020204" pitchFamily="34" charset="0"/>
                </a:rPr>
                <a:t>simulation.projet.organisation.ville</a:t>
              </a:r>
              <a:r>
                <a:rPr lang="fr-FR" sz="1200" dirty="0">
                  <a:solidFill>
                    <a:schemeClr val="tx1"/>
                  </a:solidFill>
                  <a:latin typeface="Arial" panose="020B0604020202020204" pitchFamily="34" charset="0"/>
                  <a:cs typeface="Arial" panose="020B0604020202020204" pitchFamily="34" charset="0"/>
                </a:rPr>
                <a:t>}} </a:t>
              </a:r>
            </a:p>
          </p:txBody>
        </p:sp>
      </p:grpSp>
      <p:sp>
        <p:nvSpPr>
          <p:cNvPr id="13" name="ZoneTexte 12">
            <a:extLst>
              <a:ext uri="{FF2B5EF4-FFF2-40B4-BE49-F238E27FC236}">
                <a16:creationId xmlns:a16="http://schemas.microsoft.com/office/drawing/2014/main" id="{7B4EF55A-891A-0779-7ED1-5B01FBA0066C}"/>
              </a:ext>
            </a:extLst>
          </p:cNvPr>
          <p:cNvSpPr txBox="1"/>
          <p:nvPr/>
        </p:nvSpPr>
        <p:spPr>
          <a:xfrm>
            <a:off x="3861939" y="5618833"/>
            <a:ext cx="2933716" cy="830997"/>
          </a:xfrm>
          <a:prstGeom prst="rect">
            <a:avLst/>
          </a:prstGeom>
          <a:noFill/>
        </p:spPr>
        <p:txBody>
          <a:bodyPr wrap="square" rtlCol="0" anchor="t">
            <a:spAutoFit/>
          </a:bodyPr>
          <a:lstStyle>
            <a:defPPr>
              <a:defRPr lang="en-US"/>
            </a:defPPr>
            <a:lvl1pPr>
              <a:defRPr sz="1100">
                <a:solidFill>
                  <a:srgbClr val="353535"/>
                </a:solidFill>
                <a:latin typeface="+mj-lt"/>
                <a:ea typeface="Lato Semibold" panose="020F0502020204030203" pitchFamily="34" charset="0"/>
                <a:cs typeface="Lato Semibold" panose="020F0502020204030203" pitchFamily="34" charset="0"/>
              </a:defRPr>
            </a:lvl1pPr>
          </a:lstStyle>
          <a:p>
            <a:r>
              <a:rPr lang="fr-FR" sz="1200" dirty="0">
                <a:solidFill>
                  <a:schemeClr val="tx1"/>
                </a:solidFill>
                <a:latin typeface="Arial" panose="020B0604020202020204" pitchFamily="34" charset="0"/>
                <a:cs typeface="Arial" panose="020B0604020202020204" pitchFamily="34" charset="0"/>
              </a:rPr>
              <a:t>{{</a:t>
            </a:r>
            <a:r>
              <a:rPr lang="fr-FR" sz="1200" dirty="0" err="1">
                <a:solidFill>
                  <a:schemeClr val="tx1"/>
                </a:solidFill>
                <a:latin typeface="Arial" panose="020B0604020202020204" pitchFamily="34" charset="0"/>
                <a:cs typeface="Arial" panose="020B0604020202020204" pitchFamily="34" charset="0"/>
              </a:rPr>
              <a:t>simulation.projet.utilisateur.prenom</a:t>
            </a:r>
            <a:r>
              <a:rPr lang="fr-FR" sz="1200" dirty="0">
                <a:solidFill>
                  <a:schemeClr val="tx1"/>
                </a:solidFill>
                <a:latin typeface="Arial" panose="020B0604020202020204" pitchFamily="34" charset="0"/>
                <a:cs typeface="Arial" panose="020B0604020202020204" pitchFamily="34" charset="0"/>
              </a:rPr>
              <a:t>}} {{</a:t>
            </a:r>
            <a:r>
              <a:rPr lang="fr-FR" sz="1200" dirty="0" err="1">
                <a:solidFill>
                  <a:schemeClr val="tx1"/>
                </a:solidFill>
                <a:latin typeface="Arial" panose="020B0604020202020204" pitchFamily="34" charset="0"/>
                <a:cs typeface="Arial" panose="020B0604020202020204" pitchFamily="34" charset="0"/>
              </a:rPr>
              <a:t>simulation.projet.utilisateur.nom</a:t>
            </a:r>
            <a:r>
              <a:rPr lang="fr-FR" sz="1200" dirty="0">
                <a:solidFill>
                  <a:schemeClr val="tx1"/>
                </a:solidFill>
                <a:latin typeface="Arial" panose="020B0604020202020204" pitchFamily="34" charset="0"/>
                <a:cs typeface="Arial" panose="020B0604020202020204" pitchFamily="34" charset="0"/>
              </a:rPr>
              <a:t>}}</a:t>
            </a:r>
          </a:p>
          <a:p>
            <a:r>
              <a:rPr lang="fr-FR" sz="1200" dirty="0">
                <a:solidFill>
                  <a:schemeClr val="tx1"/>
                </a:solidFill>
                <a:latin typeface="Arial" panose="020B0604020202020204" pitchFamily="34" charset="0"/>
                <a:cs typeface="Arial" panose="020B0604020202020204" pitchFamily="34" charset="0"/>
              </a:rPr>
              <a:t>{{</a:t>
            </a:r>
            <a:r>
              <a:rPr lang="fr-FR" sz="1200" dirty="0" err="1">
                <a:solidFill>
                  <a:schemeClr val="tx1"/>
                </a:solidFill>
                <a:latin typeface="Arial" panose="020B0604020202020204" pitchFamily="34" charset="0"/>
                <a:cs typeface="Arial" panose="020B0604020202020204" pitchFamily="34" charset="0"/>
              </a:rPr>
              <a:t>simulation.projet.utilisateur.telephone</a:t>
            </a:r>
            <a:r>
              <a:rPr lang="fr-FR" sz="1200" dirty="0">
                <a:solidFill>
                  <a:schemeClr val="tx1"/>
                </a:solidFill>
                <a:latin typeface="Arial" panose="020B0604020202020204" pitchFamily="34" charset="0"/>
                <a:cs typeface="Arial" panose="020B0604020202020204" pitchFamily="34" charset="0"/>
              </a:rPr>
              <a:t>}}</a:t>
            </a:r>
          </a:p>
          <a:p>
            <a:r>
              <a:rPr lang="fr-FR" sz="1200" dirty="0">
                <a:solidFill>
                  <a:schemeClr val="tx1"/>
                </a:solidFill>
                <a:latin typeface="Arial" panose="020B0604020202020204" pitchFamily="34" charset="0"/>
                <a:cs typeface="Arial" panose="020B0604020202020204" pitchFamily="34" charset="0"/>
              </a:rPr>
              <a:t>{{</a:t>
            </a:r>
            <a:r>
              <a:rPr lang="fr-FR" sz="1200" dirty="0" err="1">
                <a:solidFill>
                  <a:schemeClr val="tx1"/>
                </a:solidFill>
                <a:latin typeface="Arial" panose="020B0604020202020204" pitchFamily="34" charset="0"/>
                <a:cs typeface="Arial" panose="020B0604020202020204" pitchFamily="34" charset="0"/>
              </a:rPr>
              <a:t>simulation.projet.utilisateur.email</a:t>
            </a:r>
            <a:r>
              <a:rPr lang="fr-FR" sz="1200" dirty="0">
                <a:solidFill>
                  <a:schemeClr val="tx1"/>
                </a:solidFill>
                <a:latin typeface="Arial" panose="020B0604020202020204" pitchFamily="34" charset="0"/>
                <a:cs typeface="Arial" panose="020B0604020202020204" pitchFamily="34" charset="0"/>
              </a:rPr>
              <a:t>}} </a:t>
            </a:r>
          </a:p>
        </p:txBody>
      </p:sp>
      <p:sp>
        <p:nvSpPr>
          <p:cNvPr id="14" name="ZoneTexte 13">
            <a:extLst>
              <a:ext uri="{FF2B5EF4-FFF2-40B4-BE49-F238E27FC236}">
                <a16:creationId xmlns:a16="http://schemas.microsoft.com/office/drawing/2014/main" id="{928C2B64-DA6C-730E-E852-53E6567B9D7A}"/>
              </a:ext>
            </a:extLst>
          </p:cNvPr>
          <p:cNvSpPr txBox="1"/>
          <p:nvPr/>
        </p:nvSpPr>
        <p:spPr>
          <a:xfrm>
            <a:off x="3857979" y="5318752"/>
            <a:ext cx="3114321" cy="369332"/>
          </a:xfrm>
          <a:prstGeom prst="rect">
            <a:avLst/>
          </a:prstGeom>
          <a:noFill/>
        </p:spPr>
        <p:txBody>
          <a:bodyPr wrap="square" rtlCol="0" anchor="ctr">
            <a:spAutoFit/>
          </a:bodyPr>
          <a:lstStyle>
            <a:defPPr>
              <a:defRPr lang="en-US"/>
            </a:defPPr>
            <a:lvl1pPr>
              <a:defRPr sz="1400" b="1">
                <a:solidFill>
                  <a:srgbClr val="353535"/>
                </a:solidFill>
              </a:defRPr>
            </a:lvl1pPr>
          </a:lstStyle>
          <a:p>
            <a:r>
              <a:rPr lang="fr-FR" sz="1800" dirty="0">
                <a:solidFill>
                  <a:schemeClr val="tx1"/>
                </a:solidFill>
                <a:latin typeface="Arial" panose="020B0604020202020204" pitchFamily="34" charset="0"/>
                <a:cs typeface="Arial" panose="020B0604020202020204" pitchFamily="34" charset="0"/>
              </a:rPr>
              <a:t>Offre présentée par :</a:t>
            </a:r>
          </a:p>
        </p:txBody>
      </p:sp>
    </p:spTree>
    <p:extLst>
      <p:ext uri="{BB962C8B-B14F-4D97-AF65-F5344CB8AC3E}">
        <p14:creationId xmlns:p14="http://schemas.microsoft.com/office/powerpoint/2010/main" val="3749821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pour une image  4" descr="Une image contenant habits, personne, Visage humain, sourire&#10;&#10;Description générée automatiquement">
            <a:extLst>
              <a:ext uri="{FF2B5EF4-FFF2-40B4-BE49-F238E27FC236}">
                <a16:creationId xmlns:a16="http://schemas.microsoft.com/office/drawing/2014/main" id="{116AC627-3BBA-1ADC-130F-6802410B994F}"/>
              </a:ext>
            </a:extLst>
          </p:cNvPr>
          <p:cNvPicPr>
            <a:picLocks noGrp="1" noChangeAspect="1"/>
          </p:cNvPicPr>
          <p:nvPr>
            <p:ph type="pic" sz="quarter" idx="10"/>
          </p:nvPr>
        </p:nvPicPr>
        <p:blipFill>
          <a:blip r:embed="rId2" cstate="print">
            <a:extLst>
              <a:ext uri="{28A0092B-C50C-407E-A947-70E740481C1C}">
                <a14:useLocalDpi xmlns:a14="http://schemas.microsoft.com/office/drawing/2010/main"/>
              </a:ext>
            </a:extLst>
          </a:blip>
          <a:srcRect/>
          <a:stretch>
            <a:fillRect/>
          </a:stretch>
        </p:blipFill>
        <p:spPr/>
      </p:pic>
      <p:sp>
        <p:nvSpPr>
          <p:cNvPr id="3" name="Espace réservé du texte 2">
            <a:extLst>
              <a:ext uri="{FF2B5EF4-FFF2-40B4-BE49-F238E27FC236}">
                <a16:creationId xmlns:a16="http://schemas.microsoft.com/office/drawing/2014/main" id="{32440321-3FF7-5FEB-E1ED-5940F62FD818}"/>
              </a:ext>
            </a:extLst>
          </p:cNvPr>
          <p:cNvSpPr>
            <a:spLocks noGrp="1"/>
          </p:cNvSpPr>
          <p:nvPr>
            <p:ph type="body" sz="quarter" idx="11"/>
          </p:nvPr>
        </p:nvSpPr>
        <p:spPr/>
        <p:txBody>
          <a:bodyPr/>
          <a:lstStyle/>
          <a:p>
            <a:r>
              <a:rPr lang="fr-FR" dirty="0"/>
              <a:t>Présentation de l’entreprise</a:t>
            </a:r>
          </a:p>
        </p:txBody>
      </p:sp>
    </p:spTree>
    <p:extLst>
      <p:ext uri="{BB962C8B-B14F-4D97-AF65-F5344CB8AC3E}">
        <p14:creationId xmlns:p14="http://schemas.microsoft.com/office/powerpoint/2010/main" val="2912120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1C5EE51-852D-288E-4369-8BCBD927759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9CFAADFF-0F24-9C96-CAB1-29FCB6F9A679}"/>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49" name="Espace réservé du texte 1">
            <a:extLst>
              <a:ext uri="{FF2B5EF4-FFF2-40B4-BE49-F238E27FC236}">
                <a16:creationId xmlns:a16="http://schemas.microsoft.com/office/drawing/2014/main" id="{D396FC7C-B400-79C4-BBE7-A6A83C8779AE}"/>
              </a:ext>
            </a:extLst>
          </p:cNvPr>
          <p:cNvSpPr txBox="1">
            <a:spLocks/>
          </p:cNvSpPr>
          <p:nvPr/>
        </p:nvSpPr>
        <p:spPr>
          <a:xfrm>
            <a:off x="1831100" y="570666"/>
            <a:ext cx="4350408"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AQUITAINE</a:t>
            </a:r>
          </a:p>
        </p:txBody>
      </p:sp>
      <p:sp>
        <p:nvSpPr>
          <p:cNvPr id="50" name="Espace réservé du texte 3">
            <a:extLst>
              <a:ext uri="{FF2B5EF4-FFF2-40B4-BE49-F238E27FC236}">
                <a16:creationId xmlns:a16="http://schemas.microsoft.com/office/drawing/2014/main" id="{A5983599-21EB-F312-6976-FE349059C44F}"/>
              </a:ext>
            </a:extLst>
          </p:cNvPr>
          <p:cNvSpPr txBox="1">
            <a:spLocks/>
          </p:cNvSpPr>
          <p:nvPr/>
        </p:nvSpPr>
        <p:spPr>
          <a:xfrm>
            <a:off x="5912626" y="1500710"/>
            <a:ext cx="4544624" cy="2824273"/>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Koesio Aquitaine, résulte de l’alliance de </a:t>
            </a:r>
            <a:r>
              <a:rPr lang="fr-FR" sz="1452" dirty="0" err="1">
                <a:solidFill>
                  <a:srgbClr val="434341"/>
                </a:solidFill>
                <a:latin typeface="Arial Nova"/>
              </a:rPr>
              <a:t>Jeapi</a:t>
            </a:r>
            <a:r>
              <a:rPr lang="fr-FR" sz="1452" dirty="0">
                <a:solidFill>
                  <a:srgbClr val="434341"/>
                </a:solidFill>
                <a:latin typeface="Arial Nova"/>
              </a:rPr>
              <a:t>, C’Pro Sud, </a:t>
            </a:r>
            <a:r>
              <a:rPr lang="fr-FR" sz="1452" dirty="0" err="1">
                <a:solidFill>
                  <a:srgbClr val="434341"/>
                </a:solidFill>
                <a:latin typeface="Arial Nova"/>
              </a:rPr>
              <a:t>NetMakers</a:t>
            </a:r>
            <a:r>
              <a:rPr lang="fr-FR" sz="1452" dirty="0">
                <a:solidFill>
                  <a:srgbClr val="434341"/>
                </a:solidFill>
                <a:latin typeface="Arial Nova"/>
              </a:rPr>
              <a:t>, </a:t>
            </a:r>
            <a:r>
              <a:rPr lang="fr-FR" sz="1452" dirty="0" err="1">
                <a:solidFill>
                  <a:srgbClr val="434341"/>
                </a:solidFill>
                <a:latin typeface="Arial Nova"/>
              </a:rPr>
              <a:t>Soram</a:t>
            </a:r>
            <a:r>
              <a:rPr lang="fr-FR" sz="1452" dirty="0">
                <a:solidFill>
                  <a:srgbClr val="434341"/>
                </a:solidFill>
                <a:latin typeface="Arial Nova"/>
              </a:rPr>
              <a:t>, </a:t>
            </a:r>
            <a:r>
              <a:rPr lang="fr-FR" sz="1452" dirty="0" err="1">
                <a:solidFill>
                  <a:srgbClr val="434341"/>
                </a:solidFill>
                <a:latin typeface="Arial Nova"/>
              </a:rPr>
              <a:t>Koden</a:t>
            </a:r>
            <a:r>
              <a:rPr lang="fr-FR" sz="1452" dirty="0">
                <a:solidFill>
                  <a:srgbClr val="434341"/>
                </a:solidFill>
                <a:latin typeface="Arial Nova"/>
              </a:rPr>
              <a:t>, R2S, Interface, Neva, </a:t>
            </a:r>
            <a:r>
              <a:rPr lang="fr-FR" sz="1452" dirty="0" err="1">
                <a:solidFill>
                  <a:srgbClr val="434341"/>
                </a:solidFill>
                <a:latin typeface="Arial Nova"/>
              </a:rPr>
              <a:t>MédiaIP</a:t>
            </a:r>
            <a:r>
              <a:rPr lang="fr-FR" sz="1452" dirty="0">
                <a:solidFill>
                  <a:srgbClr val="434341"/>
                </a:solidFill>
                <a:latin typeface="Arial Nova"/>
              </a:rPr>
              <a:t> et </a:t>
            </a:r>
            <a:r>
              <a:rPr lang="fr-FR" sz="1452" dirty="0" err="1">
                <a:solidFill>
                  <a:srgbClr val="434341"/>
                </a:solidFill>
                <a:latin typeface="Arial Nova"/>
              </a:rPr>
              <a:t>ABCentre</a:t>
            </a:r>
            <a:r>
              <a:rPr lang="fr-FR" sz="1452" dirty="0">
                <a:solidFill>
                  <a:srgbClr val="434341"/>
                </a:solidFill>
                <a:latin typeface="Arial Nova"/>
              </a:rPr>
              <a:t>. Cette organisation se positionne comme un acteur incontournable sur toute l’Aquitaine. </a:t>
            </a:r>
          </a:p>
          <a:p>
            <a:pPr marL="0" indent="0" defTabSz="829544">
              <a:spcBef>
                <a:spcPts val="907"/>
              </a:spcBef>
              <a:buClr>
                <a:srgbClr val="E94B57"/>
              </a:buClr>
              <a:buNone/>
              <a:defRPr/>
            </a:pPr>
            <a:endParaRPr lang="fr-FR" sz="1452" dirty="0">
              <a:solidFill>
                <a:srgbClr val="434341"/>
              </a:solidFill>
              <a:latin typeface="Arial Nova"/>
            </a:endParaRPr>
          </a:p>
          <a:p>
            <a:pPr marL="207386" indent="-207386" defTabSz="829544">
              <a:spcBef>
                <a:spcPts val="907"/>
              </a:spcBef>
              <a:buClr>
                <a:srgbClr val="E94B57"/>
              </a:buClr>
              <a:defRPr/>
            </a:pPr>
            <a:r>
              <a:rPr lang="fr-FR" sz="1452" dirty="0">
                <a:solidFill>
                  <a:srgbClr val="434341"/>
                </a:solidFill>
                <a:latin typeface="Arial Nova"/>
              </a:rPr>
              <a:t>Son expertise couvre l’ensemble des équipements nécessaires à la performance des systèmes d’information : systèmes d’impression, solutions de dématérialisation, gestion électronique de document, informatique, infrastructure réseau, sécurité des réseaux et télécoms.</a:t>
            </a:r>
          </a:p>
          <a:p>
            <a:pPr marL="207386" indent="-207386" defTabSz="829544">
              <a:spcBef>
                <a:spcPts val="907"/>
              </a:spcBef>
              <a:buClr>
                <a:srgbClr val="E94B57"/>
              </a:buClr>
              <a:defRPr/>
            </a:pPr>
            <a:endParaRPr lang="fr-FR" sz="1452" dirty="0">
              <a:solidFill>
                <a:srgbClr val="434341"/>
              </a:solidFill>
              <a:latin typeface="Arial Nova"/>
            </a:endParaRPr>
          </a:p>
        </p:txBody>
      </p:sp>
      <p:sp>
        <p:nvSpPr>
          <p:cNvPr id="51" name="ZoneTexte 50">
            <a:extLst>
              <a:ext uri="{FF2B5EF4-FFF2-40B4-BE49-F238E27FC236}">
                <a16:creationId xmlns:a16="http://schemas.microsoft.com/office/drawing/2014/main" id="{16C96D38-0CDA-6279-4579-3493069EB3BD}"/>
              </a:ext>
            </a:extLst>
          </p:cNvPr>
          <p:cNvSpPr txBox="1"/>
          <p:nvPr/>
        </p:nvSpPr>
        <p:spPr>
          <a:xfrm>
            <a:off x="6887912" y="4667699"/>
            <a:ext cx="1312253" cy="594971"/>
          </a:xfrm>
          <a:prstGeom prst="rect">
            <a:avLst/>
          </a:prstGeom>
          <a:noFill/>
        </p:spPr>
        <p:txBody>
          <a:bodyPr wrap="square" rtlCol="0">
            <a:spAutoFit/>
          </a:bodyPr>
          <a:lstStyle/>
          <a:p>
            <a:r>
              <a:rPr lang="fr-FR" sz="2177" b="1" dirty="0">
                <a:solidFill>
                  <a:srgbClr val="E84957"/>
                </a:solidFill>
                <a:latin typeface="Arboria Bold" pitchFamily="50" charset="0"/>
                <a:cs typeface="Arial" panose="020B0604020202020204" pitchFamily="34" charset="0"/>
              </a:rPr>
              <a:t>250</a:t>
            </a:r>
          </a:p>
          <a:p>
            <a:r>
              <a:rPr lang="fr-FR" sz="1089" dirty="0">
                <a:solidFill>
                  <a:srgbClr val="434341"/>
                </a:solidFill>
                <a:latin typeface="Be Vietnam" panose="00000500000000000000" pitchFamily="2" charset="0"/>
                <a:cs typeface="Arial" panose="020B0604020202020204" pitchFamily="34" charset="0"/>
              </a:rPr>
              <a:t>collaborateurs</a:t>
            </a:r>
          </a:p>
        </p:txBody>
      </p:sp>
      <p:grpSp>
        <p:nvGrpSpPr>
          <p:cNvPr id="52" name="Groupe 51">
            <a:extLst>
              <a:ext uri="{FF2B5EF4-FFF2-40B4-BE49-F238E27FC236}">
                <a16:creationId xmlns:a16="http://schemas.microsoft.com/office/drawing/2014/main" id="{4941BBAD-201D-5BB5-1343-021DE9DFA898}"/>
              </a:ext>
            </a:extLst>
          </p:cNvPr>
          <p:cNvGrpSpPr/>
          <p:nvPr/>
        </p:nvGrpSpPr>
        <p:grpSpPr>
          <a:xfrm>
            <a:off x="8235955" y="4662925"/>
            <a:ext cx="693518" cy="694367"/>
            <a:chOff x="9659851" y="3935752"/>
            <a:chExt cx="581254" cy="581966"/>
          </a:xfrm>
        </p:grpSpPr>
        <p:pic>
          <p:nvPicPr>
            <p:cNvPr id="53" name="Image 52">
              <a:extLst>
                <a:ext uri="{FF2B5EF4-FFF2-40B4-BE49-F238E27FC236}">
                  <a16:creationId xmlns:a16="http://schemas.microsoft.com/office/drawing/2014/main" id="{FA0B39F2-1A85-C898-C38A-1A7DC2E3F04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991023" y="4267782"/>
              <a:ext cx="250082" cy="249936"/>
            </a:xfrm>
            <a:prstGeom prst="rect">
              <a:avLst/>
            </a:prstGeom>
          </p:spPr>
        </p:pic>
        <p:pic>
          <p:nvPicPr>
            <p:cNvPr id="54" name="Image 53">
              <a:extLst>
                <a:ext uri="{FF2B5EF4-FFF2-40B4-BE49-F238E27FC236}">
                  <a16:creationId xmlns:a16="http://schemas.microsoft.com/office/drawing/2014/main" id="{BE52584B-2EA1-6FBE-9DEC-50899EA13DC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659851" y="3935752"/>
              <a:ext cx="504480" cy="504480"/>
            </a:xfrm>
            <a:prstGeom prst="rect">
              <a:avLst/>
            </a:prstGeom>
          </p:spPr>
        </p:pic>
      </p:grpSp>
      <p:grpSp>
        <p:nvGrpSpPr>
          <p:cNvPr id="55" name="Groupe 54">
            <a:extLst>
              <a:ext uri="{FF2B5EF4-FFF2-40B4-BE49-F238E27FC236}">
                <a16:creationId xmlns:a16="http://schemas.microsoft.com/office/drawing/2014/main" id="{7673EC9F-8419-44B7-50E2-F0A83D7ED5ED}"/>
              </a:ext>
            </a:extLst>
          </p:cNvPr>
          <p:cNvGrpSpPr/>
          <p:nvPr/>
        </p:nvGrpSpPr>
        <p:grpSpPr>
          <a:xfrm>
            <a:off x="6192211" y="4659912"/>
            <a:ext cx="695701" cy="696254"/>
            <a:chOff x="8896841" y="3924322"/>
            <a:chExt cx="583084" cy="583548"/>
          </a:xfrm>
        </p:grpSpPr>
        <p:pic>
          <p:nvPicPr>
            <p:cNvPr id="56" name="Image 55">
              <a:extLst>
                <a:ext uri="{FF2B5EF4-FFF2-40B4-BE49-F238E27FC236}">
                  <a16:creationId xmlns:a16="http://schemas.microsoft.com/office/drawing/2014/main" id="{DF67174C-4365-D821-5511-0CC449EA735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896841" y="3924322"/>
              <a:ext cx="504480" cy="504480"/>
            </a:xfrm>
            <a:prstGeom prst="rect">
              <a:avLst/>
            </a:prstGeom>
          </p:spPr>
        </p:pic>
        <p:pic>
          <p:nvPicPr>
            <p:cNvPr id="57" name="Image 56">
              <a:extLst>
                <a:ext uri="{FF2B5EF4-FFF2-40B4-BE49-F238E27FC236}">
                  <a16:creationId xmlns:a16="http://schemas.microsoft.com/office/drawing/2014/main" id="{AE66CE7C-D425-575C-3E82-0ECEF5E4B7A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29843" y="4257934"/>
              <a:ext cx="250082" cy="249936"/>
            </a:xfrm>
            <a:prstGeom prst="rect">
              <a:avLst/>
            </a:prstGeom>
          </p:spPr>
        </p:pic>
      </p:grpSp>
      <p:sp>
        <p:nvSpPr>
          <p:cNvPr id="89" name="ZoneTexte 88">
            <a:extLst>
              <a:ext uri="{FF2B5EF4-FFF2-40B4-BE49-F238E27FC236}">
                <a16:creationId xmlns:a16="http://schemas.microsoft.com/office/drawing/2014/main" id="{B001794A-3737-AB26-4CE7-90EF173A93FB}"/>
              </a:ext>
            </a:extLst>
          </p:cNvPr>
          <p:cNvSpPr txBox="1"/>
          <p:nvPr/>
        </p:nvSpPr>
        <p:spPr>
          <a:xfrm>
            <a:off x="8997656" y="4659912"/>
            <a:ext cx="808501" cy="594971"/>
          </a:xfrm>
          <a:prstGeom prst="rect">
            <a:avLst/>
          </a:prstGeom>
          <a:noFill/>
        </p:spPr>
        <p:txBody>
          <a:bodyPr wrap="square" rtlCol="0">
            <a:spAutoFit/>
          </a:bodyPr>
          <a:lstStyle/>
          <a:p>
            <a:pPr defTabSz="414772"/>
            <a:r>
              <a:rPr lang="fr-FR" sz="2177" b="1" dirty="0">
                <a:solidFill>
                  <a:srgbClr val="E84957"/>
                </a:solidFill>
                <a:latin typeface="Arboria Bold" pitchFamily="50" charset="0"/>
                <a:cs typeface="Arial" panose="020B0604020202020204" pitchFamily="34" charset="0"/>
              </a:rPr>
              <a:t>9</a:t>
            </a:r>
            <a:br>
              <a:rPr lang="fr-FR" sz="953" dirty="0">
                <a:solidFill>
                  <a:srgbClr val="434341"/>
                </a:solidFill>
                <a:latin typeface="Be Vietnam" panose="00000500000000000000" pitchFamily="2" charset="0"/>
                <a:cs typeface="Arial" panose="020B0604020202020204" pitchFamily="34" charset="0"/>
              </a:rPr>
            </a:br>
            <a:r>
              <a:rPr lang="fr-FR" sz="1089" dirty="0">
                <a:solidFill>
                  <a:srgbClr val="434341"/>
                </a:solidFill>
                <a:latin typeface="Be Vietnam" panose="00000500000000000000" pitchFamily="2" charset="0"/>
                <a:cs typeface="Arial" panose="020B0604020202020204" pitchFamily="34" charset="0"/>
              </a:rPr>
              <a:t>agences</a:t>
            </a:r>
            <a:endParaRPr lang="fr-FR" sz="953" dirty="0">
              <a:solidFill>
                <a:srgbClr val="434341"/>
              </a:solidFill>
              <a:latin typeface="Be Vietnam" panose="00000500000000000000" pitchFamily="2" charset="0"/>
              <a:cs typeface="Arial" panose="020B0604020202020204" pitchFamily="34" charset="0"/>
            </a:endParaRPr>
          </a:p>
        </p:txBody>
      </p:sp>
      <p:pic>
        <p:nvPicPr>
          <p:cNvPr id="91" name="Image 90" descr="Une image contenant carte, texte, atlas&#10;&#10;Le contenu généré par l’IA peut être incorrect.">
            <a:extLst>
              <a:ext uri="{FF2B5EF4-FFF2-40B4-BE49-F238E27FC236}">
                <a16:creationId xmlns:a16="http://schemas.microsoft.com/office/drawing/2014/main" id="{8E1F1BDE-9DC8-9B2B-0849-F41F10B1B7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7873" y="1518574"/>
            <a:ext cx="4750273" cy="4750273"/>
          </a:xfrm>
          <a:prstGeom prst="rect">
            <a:avLst/>
          </a:prstGeom>
        </p:spPr>
      </p:pic>
    </p:spTree>
    <p:extLst>
      <p:ext uri="{BB962C8B-B14F-4D97-AF65-F5344CB8AC3E}">
        <p14:creationId xmlns:p14="http://schemas.microsoft.com/office/powerpoint/2010/main" val="47867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316F-BD85-5FF2-4FB2-8857F6566249}"/>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5BF8CE31-01F0-1BC8-F091-F0127AE22D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D3B48C76-FC5B-A1B8-E426-29AAB322DF40}"/>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401C9DD3-6946-DA25-1A29-F8350EBC47A6}"/>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CORREZE, notre agence de Brive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BD02AEBB-21B5-2D2C-9E93-F56C16B63B69}"/>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Nicolas MOROKOWSKI</a:t>
            </a:r>
          </a:p>
          <a:p>
            <a:pPr algn="l" defTabSz="829544">
              <a:defRPr/>
            </a:pPr>
            <a:r>
              <a:rPr lang="fr-FR" sz="1089" i="1" kern="0" dirty="0">
                <a:solidFill>
                  <a:srgbClr val="434341"/>
                </a:solidFill>
                <a:latin typeface="Arial Nov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A79E7803-FBFF-D2E6-BA29-E2473F0432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EBD3715E-DC4F-F21B-3F2A-B64830C52936}"/>
              </a:ext>
            </a:extLst>
          </p:cNvPr>
          <p:cNvSpPr txBox="1"/>
          <p:nvPr/>
        </p:nvSpPr>
        <p:spPr>
          <a:xfrm>
            <a:off x="6840991" y="3458984"/>
            <a:ext cx="1627649"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75 avenue Turgot</a:t>
            </a:r>
          </a:p>
          <a:p>
            <a:pPr defTabSz="829544" fontAlgn="base">
              <a:defRPr/>
            </a:pPr>
            <a:r>
              <a:rPr lang="fr-FR" sz="1270" dirty="0">
                <a:solidFill>
                  <a:srgbClr val="272E32"/>
                </a:solidFill>
                <a:latin typeface="Arial Nova"/>
                <a:cs typeface="Arial" panose="020B0604020202020204" pitchFamily="34" charset="0"/>
              </a:rPr>
              <a:t>19100 BRIVE</a:t>
            </a:r>
          </a:p>
        </p:txBody>
      </p:sp>
      <p:sp>
        <p:nvSpPr>
          <p:cNvPr id="45" name="ZoneTexte 44">
            <a:extLst>
              <a:ext uri="{FF2B5EF4-FFF2-40B4-BE49-F238E27FC236}">
                <a16:creationId xmlns:a16="http://schemas.microsoft.com/office/drawing/2014/main" id="{6C0EB0EA-2693-E3D4-6015-CB7A1FA1BC96}"/>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6</a:t>
            </a:r>
          </a:p>
        </p:txBody>
      </p:sp>
      <p:sp>
        <p:nvSpPr>
          <p:cNvPr id="46" name="ZoneTexte 45">
            <a:extLst>
              <a:ext uri="{FF2B5EF4-FFF2-40B4-BE49-F238E27FC236}">
                <a16:creationId xmlns:a16="http://schemas.microsoft.com/office/drawing/2014/main" id="{78B55FAA-2719-3F4A-2163-811B6A8D8594}"/>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63DD959B-264E-0D7D-3BDE-1A8028369995}"/>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33690085-3202-E85C-D5AB-53CEE1A22171}"/>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B10E2743-1B28-1D5E-F19C-0CC74CBA9BA7}"/>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D68B7BCE-B688-E64C-4130-68740D47C860}"/>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850B9FF9-4301-8A0D-D087-3ECDE4AD7519}"/>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E853A5C4-AB25-DF83-EE0E-21949226E7F2}"/>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99B45727-9152-08A1-0818-D71596D29DAA}"/>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0BE7181D-41CF-F5B9-6E82-B44182EE8619}"/>
              </a:ext>
            </a:extLst>
          </p:cNvPr>
          <p:cNvSpPr txBox="1">
            <a:spLocks/>
          </p:cNvSpPr>
          <p:nvPr/>
        </p:nvSpPr>
        <p:spPr>
          <a:xfrm>
            <a:off x="1831100" y="570666"/>
            <a:ext cx="4350408"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CORREZE</a:t>
            </a:r>
          </a:p>
        </p:txBody>
      </p:sp>
      <p:pic>
        <p:nvPicPr>
          <p:cNvPr id="72" name="Image 71">
            <a:hlinkClick r:id="rId6"/>
            <a:extLst>
              <a:ext uri="{FF2B5EF4-FFF2-40B4-BE49-F238E27FC236}">
                <a16:creationId xmlns:a16="http://schemas.microsoft.com/office/drawing/2014/main" id="{489119BE-C6FC-9B04-45E2-B2D0AE2165C9}"/>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194CBBA2-0F4E-81E3-C67B-33B21A09C4F9}"/>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4283478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EDC86-D9C9-A74F-ECB0-D8712836D4C0}"/>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ABC54969-3E64-B700-6D4A-420B581DA07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14BDC197-10DE-F246-E4E3-98791C241EEC}"/>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C5261326-EC6B-A3C0-86A3-44297C219795}"/>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Haut de Vienne, notre agence de Limoges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F86B9AED-28A3-9DE4-90C7-77A0571B0C74}"/>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Nicolas MOROKOWSKI</a:t>
            </a:r>
          </a:p>
          <a:p>
            <a:pPr algn="l" defTabSz="829544">
              <a:defRPr/>
            </a:pPr>
            <a:r>
              <a:rPr lang="fr-FR" sz="1089" i="1" kern="0" dirty="0">
                <a:solidFill>
                  <a:srgbClr val="434341"/>
                </a:solidFill>
                <a:latin typeface="Arial Nov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167D81D5-DB8F-0711-7538-4B931D2A75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B99B48C8-5D4B-3C7E-EC9E-03E76E518643}"/>
              </a:ext>
            </a:extLst>
          </p:cNvPr>
          <p:cNvSpPr txBox="1"/>
          <p:nvPr/>
        </p:nvSpPr>
        <p:spPr>
          <a:xfrm>
            <a:off x="6840990" y="3458984"/>
            <a:ext cx="2468053"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51 rue Nicolas Appert</a:t>
            </a:r>
          </a:p>
          <a:p>
            <a:pPr defTabSz="829544" fontAlgn="base">
              <a:defRPr/>
            </a:pPr>
            <a:r>
              <a:rPr lang="fr-FR" sz="1270" dirty="0">
                <a:solidFill>
                  <a:srgbClr val="272E32"/>
                </a:solidFill>
                <a:latin typeface="Arial Nova"/>
                <a:cs typeface="Arial" panose="020B0604020202020204" pitchFamily="34" charset="0"/>
              </a:rPr>
              <a:t>87280 Limoges</a:t>
            </a:r>
          </a:p>
        </p:txBody>
      </p:sp>
      <p:sp>
        <p:nvSpPr>
          <p:cNvPr id="45" name="ZoneTexte 44">
            <a:extLst>
              <a:ext uri="{FF2B5EF4-FFF2-40B4-BE49-F238E27FC236}">
                <a16:creationId xmlns:a16="http://schemas.microsoft.com/office/drawing/2014/main" id="{9CB34D73-AA64-45BE-395D-D0FD73DF9A3B}"/>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54</a:t>
            </a:r>
          </a:p>
        </p:txBody>
      </p:sp>
      <p:sp>
        <p:nvSpPr>
          <p:cNvPr id="46" name="ZoneTexte 45">
            <a:extLst>
              <a:ext uri="{FF2B5EF4-FFF2-40B4-BE49-F238E27FC236}">
                <a16:creationId xmlns:a16="http://schemas.microsoft.com/office/drawing/2014/main" id="{21863F09-9E56-E740-FD45-3A34948C456E}"/>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43028F37-CAF9-0C58-32DE-9E9FC951B944}"/>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E6A36B75-3F6F-92B2-E781-B8970FFCED2F}"/>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A64E829C-E3C4-C15C-DF47-BABC04A895E7}"/>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499DA05C-4B0A-6587-F2C5-D1CC64282C93}"/>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ED3D35B6-C883-0AF7-6F39-298F964F3260}"/>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713436F1-3CF6-F8C0-AE79-33272E3AB6E3}"/>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5A332BEE-C610-D97C-C2EB-8589AA05ACBD}"/>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7A946612-4A3A-E9FA-230F-390E37881E0B}"/>
              </a:ext>
            </a:extLst>
          </p:cNvPr>
          <p:cNvSpPr txBox="1">
            <a:spLocks/>
          </p:cNvSpPr>
          <p:nvPr/>
        </p:nvSpPr>
        <p:spPr>
          <a:xfrm>
            <a:off x="1831100" y="570666"/>
            <a:ext cx="5531406"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HAUT-DE-VIENNE</a:t>
            </a:r>
          </a:p>
        </p:txBody>
      </p:sp>
      <p:pic>
        <p:nvPicPr>
          <p:cNvPr id="72" name="Image 71">
            <a:hlinkClick r:id="rId6"/>
            <a:extLst>
              <a:ext uri="{FF2B5EF4-FFF2-40B4-BE49-F238E27FC236}">
                <a16:creationId xmlns:a16="http://schemas.microsoft.com/office/drawing/2014/main" id="{D5834819-EA11-E1CA-C78E-C09F91463C99}"/>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C2033417-9A95-3E38-332F-00F8B12EDFB8}"/>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1232577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86D47-07FD-B9DC-1CB3-542974003D25}"/>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767B8F6-540B-6AE5-CE9C-880C962A198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5714771A-A2D0-10DF-29D0-83794798FE67}"/>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70386452-EBFA-03F2-B536-2E7BF2BA4418}"/>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Dordogne, notre agence de Périgueux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FDF98489-E06E-F3A5-2318-B7B58DD68D86}"/>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Nicolas MOROKOWSKI</a:t>
            </a:r>
          </a:p>
          <a:p>
            <a:pPr algn="l" defTabSz="829544">
              <a:defRPr/>
            </a:pPr>
            <a:r>
              <a:rPr lang="fr-FR" sz="1089" i="1" kern="0" dirty="0">
                <a:solidFill>
                  <a:srgbClr val="434341"/>
                </a:solidFill>
                <a:latin typeface="Arial Nov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D37EAB27-9CC0-3656-F869-226A671E49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9903E44E-F554-02DA-9E2A-8066C2BEAE99}"/>
              </a:ext>
            </a:extLst>
          </p:cNvPr>
          <p:cNvSpPr txBox="1"/>
          <p:nvPr/>
        </p:nvSpPr>
        <p:spPr>
          <a:xfrm>
            <a:off x="6840991" y="3458984"/>
            <a:ext cx="2373788"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121 bd des Saveurs</a:t>
            </a:r>
          </a:p>
          <a:p>
            <a:pPr defTabSz="829544" fontAlgn="base">
              <a:defRPr/>
            </a:pPr>
            <a:r>
              <a:rPr lang="fr-FR" sz="1270" dirty="0">
                <a:solidFill>
                  <a:srgbClr val="272E32"/>
                </a:solidFill>
                <a:latin typeface="Arial Nova"/>
                <a:cs typeface="Arial" panose="020B0604020202020204" pitchFamily="34" charset="0"/>
              </a:rPr>
              <a:t>24660 </a:t>
            </a:r>
            <a:r>
              <a:rPr lang="fr-FR" sz="1270" dirty="0" err="1">
                <a:solidFill>
                  <a:srgbClr val="272E32"/>
                </a:solidFill>
                <a:latin typeface="Arial Nova"/>
                <a:cs typeface="Arial" panose="020B0604020202020204" pitchFamily="34" charset="0"/>
              </a:rPr>
              <a:t>Coulounieix</a:t>
            </a:r>
            <a:r>
              <a:rPr lang="fr-FR" sz="1270" dirty="0">
                <a:solidFill>
                  <a:srgbClr val="272E32"/>
                </a:solidFill>
                <a:latin typeface="Arial Nova"/>
                <a:cs typeface="Arial" panose="020B0604020202020204" pitchFamily="34" charset="0"/>
              </a:rPr>
              <a:t> Chamiers</a:t>
            </a:r>
          </a:p>
        </p:txBody>
      </p:sp>
      <p:sp>
        <p:nvSpPr>
          <p:cNvPr id="45" name="ZoneTexte 44">
            <a:extLst>
              <a:ext uri="{FF2B5EF4-FFF2-40B4-BE49-F238E27FC236}">
                <a16:creationId xmlns:a16="http://schemas.microsoft.com/office/drawing/2014/main" id="{F0350483-E7AC-1B44-B979-B5D8D4078936}"/>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5</a:t>
            </a:r>
          </a:p>
        </p:txBody>
      </p:sp>
      <p:sp>
        <p:nvSpPr>
          <p:cNvPr id="46" name="ZoneTexte 45">
            <a:extLst>
              <a:ext uri="{FF2B5EF4-FFF2-40B4-BE49-F238E27FC236}">
                <a16:creationId xmlns:a16="http://schemas.microsoft.com/office/drawing/2014/main" id="{0D7BEE22-2533-497A-8807-D8B1D14B8CC7}"/>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2B59B536-9BFB-668A-98DD-D075B2333F05}"/>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636E6EC8-F46A-9FB3-12DA-977B05DF2E4D}"/>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95D1101A-1A05-41F0-5025-8A8722991E2F}"/>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ED55AB9B-453D-6BE5-1750-C0C964EB4F20}"/>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F3C8D40A-51D0-F62E-2BFE-1E2E528D1F74}"/>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0AD334C5-8E2F-AE4C-C834-F633DDEE8DFC}"/>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096F5AA3-ABFA-1B8F-1251-EA3C750F38A4}"/>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9B6947C2-EBE4-3BB6-2FF5-25FC7426BA7E}"/>
              </a:ext>
            </a:extLst>
          </p:cNvPr>
          <p:cNvSpPr txBox="1">
            <a:spLocks/>
          </p:cNvSpPr>
          <p:nvPr/>
        </p:nvSpPr>
        <p:spPr>
          <a:xfrm>
            <a:off x="1831100" y="570666"/>
            <a:ext cx="4350408"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DORDOGNE</a:t>
            </a:r>
          </a:p>
        </p:txBody>
      </p:sp>
      <p:pic>
        <p:nvPicPr>
          <p:cNvPr id="72" name="Image 71">
            <a:hlinkClick r:id="rId6"/>
            <a:extLst>
              <a:ext uri="{FF2B5EF4-FFF2-40B4-BE49-F238E27FC236}">
                <a16:creationId xmlns:a16="http://schemas.microsoft.com/office/drawing/2014/main" id="{053A5039-E476-B698-F79E-02DC64092A45}"/>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4D1FE9EC-C09B-20D2-0B0D-73FAC5F92E4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1822997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7AD0B-D84C-2FA8-5903-27F438B0C2F5}"/>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822D4FE-2905-47B4-E6D2-38168459B9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9F84F245-77F9-B513-F91B-0F7DAEF6B5E2}"/>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8964C260-7451-1C20-221A-C0443E57236D}"/>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Creuse, notre agence de Guéret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4852E5BA-101C-AD13-04AF-229C087316B7}"/>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Nicolas MOROKOWSKI</a:t>
            </a:r>
          </a:p>
          <a:p>
            <a:pPr algn="l" defTabSz="829544">
              <a:defRPr/>
            </a:pPr>
            <a:r>
              <a:rPr lang="fr-FR" sz="1089" i="1" kern="0" dirty="0">
                <a:solidFill>
                  <a:srgbClr val="434341"/>
                </a:solidFill>
                <a:latin typeface="Arial Nova"/>
                <a:cs typeface="Arial" panose="020B0604020202020204" pitchFamily="34" charset="0"/>
              </a:rPr>
              <a:t>Responsable Régional</a:t>
            </a:r>
          </a:p>
        </p:txBody>
      </p:sp>
      <p:pic>
        <p:nvPicPr>
          <p:cNvPr id="40" name="Graphique 39" descr="Repère avec un remplissage uni">
            <a:extLst>
              <a:ext uri="{FF2B5EF4-FFF2-40B4-BE49-F238E27FC236}">
                <a16:creationId xmlns:a16="http://schemas.microsoft.com/office/drawing/2014/main" id="{69C9A469-E96A-9E69-4E37-B161C68DB1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981305E6-730A-3B01-80AC-FE3824334C41}"/>
              </a:ext>
            </a:extLst>
          </p:cNvPr>
          <p:cNvSpPr txBox="1"/>
          <p:nvPr/>
        </p:nvSpPr>
        <p:spPr>
          <a:xfrm>
            <a:off x="6840990" y="3458984"/>
            <a:ext cx="2607909"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8 bis ZI de Monteil</a:t>
            </a:r>
          </a:p>
          <a:p>
            <a:pPr defTabSz="829544" fontAlgn="base">
              <a:defRPr/>
            </a:pPr>
            <a:r>
              <a:rPr lang="fr-FR" sz="1270" dirty="0">
                <a:solidFill>
                  <a:srgbClr val="272E32"/>
                </a:solidFill>
                <a:latin typeface="Arial Nova"/>
                <a:cs typeface="Arial" panose="020B0604020202020204" pitchFamily="34" charset="0"/>
              </a:rPr>
              <a:t>23000 Saint Sulpice le </a:t>
            </a:r>
            <a:r>
              <a:rPr lang="fr-FR" sz="1270" dirty="0" err="1">
                <a:solidFill>
                  <a:srgbClr val="272E32"/>
                </a:solidFill>
                <a:latin typeface="Arial Nova"/>
                <a:cs typeface="Arial" panose="020B0604020202020204" pitchFamily="34" charset="0"/>
              </a:rPr>
              <a:t>Gueretois</a:t>
            </a:r>
            <a:endParaRPr lang="fr-FR" sz="1270" dirty="0">
              <a:solidFill>
                <a:srgbClr val="272E32"/>
              </a:solidFill>
              <a:latin typeface="Arial Nova"/>
              <a:cs typeface="Arial" panose="020B0604020202020204" pitchFamily="34" charset="0"/>
            </a:endParaRPr>
          </a:p>
        </p:txBody>
      </p:sp>
      <p:sp>
        <p:nvSpPr>
          <p:cNvPr id="45" name="ZoneTexte 44">
            <a:extLst>
              <a:ext uri="{FF2B5EF4-FFF2-40B4-BE49-F238E27FC236}">
                <a16:creationId xmlns:a16="http://schemas.microsoft.com/office/drawing/2014/main" id="{625F6A7D-2973-839F-1C20-AA3F0C064954}"/>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3</a:t>
            </a:r>
          </a:p>
        </p:txBody>
      </p:sp>
      <p:sp>
        <p:nvSpPr>
          <p:cNvPr id="46" name="ZoneTexte 45">
            <a:extLst>
              <a:ext uri="{FF2B5EF4-FFF2-40B4-BE49-F238E27FC236}">
                <a16:creationId xmlns:a16="http://schemas.microsoft.com/office/drawing/2014/main" id="{0C001471-BB74-FE00-8050-B4A8D2F16C3C}"/>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79989E08-3496-F159-339E-26EA4EAE501D}"/>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8292999D-052C-13A3-AAAE-D3F7B0CBF5A3}"/>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35906B02-D2BB-06D0-4C8F-02DBEB95E43A}"/>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B43CDFBA-73B1-407E-DC79-EC6FACCEBF2F}"/>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7D57D71B-8A69-CB57-3685-5BA41C714D81}"/>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3C99A6E3-C44B-586F-98D7-1A5350F712DB}"/>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707AB329-9B23-E5DD-4F5B-C7D59BA1E5F0}"/>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770721CA-7826-2AE5-2E34-395292DCA8B5}"/>
              </a:ext>
            </a:extLst>
          </p:cNvPr>
          <p:cNvSpPr txBox="1">
            <a:spLocks/>
          </p:cNvSpPr>
          <p:nvPr/>
        </p:nvSpPr>
        <p:spPr>
          <a:xfrm>
            <a:off x="1831100" y="570666"/>
            <a:ext cx="4350408"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CREUSE</a:t>
            </a:r>
          </a:p>
        </p:txBody>
      </p:sp>
      <p:pic>
        <p:nvPicPr>
          <p:cNvPr id="72" name="Image 71">
            <a:hlinkClick r:id="rId6"/>
            <a:extLst>
              <a:ext uri="{FF2B5EF4-FFF2-40B4-BE49-F238E27FC236}">
                <a16:creationId xmlns:a16="http://schemas.microsoft.com/office/drawing/2014/main" id="{9B73B055-7331-6713-EBE8-A67D3791CFA5}"/>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AA0B3CB4-7472-5CBB-78FF-DC9458F84358}"/>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2963647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3C40D-3BC4-1B76-7166-DCA78A81AE9E}"/>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D43D0E50-7587-A820-C410-32B7689B9A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CD43F8CA-D8BD-8E8B-F380-112EF59148CE}"/>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1762BA56-083D-E80D-6357-DA1AA75B5670}"/>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Lot-et-Garonne, notre agence d’Agen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0BDB4251-3019-AD25-768F-DDBBFFFA09D5}"/>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Eric LARRIGNON</a:t>
            </a:r>
          </a:p>
          <a:p>
            <a:pPr algn="l" defTabSz="829544">
              <a:defRPr/>
            </a:pPr>
            <a:r>
              <a:rPr lang="fr-FR" sz="1089" i="1" kern="0" dirty="0">
                <a:solidFill>
                  <a:srgbClr val="434341"/>
                </a:solidFill>
                <a:latin typeface="Arial Nov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E5DD45E3-38FC-5D69-F3FE-3BD1388B1F3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14B50CFE-1FCF-86C5-F265-9AB3C9615A60}"/>
              </a:ext>
            </a:extLst>
          </p:cNvPr>
          <p:cNvSpPr txBox="1"/>
          <p:nvPr/>
        </p:nvSpPr>
        <p:spPr>
          <a:xfrm>
            <a:off x="6840990" y="3458984"/>
            <a:ext cx="2006785"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​766 avenue du </a:t>
            </a:r>
            <a:r>
              <a:rPr lang="fr-FR" sz="1270" dirty="0" err="1">
                <a:solidFill>
                  <a:srgbClr val="272E32"/>
                </a:solidFill>
                <a:latin typeface="Arial Nova"/>
                <a:cs typeface="Arial" panose="020B0604020202020204" pitchFamily="34" charset="0"/>
              </a:rPr>
              <a:t>Bruilhois</a:t>
            </a:r>
            <a:endParaRPr lang="fr-FR" sz="1270" dirty="0">
              <a:solidFill>
                <a:srgbClr val="272E32"/>
              </a:solidFill>
              <a:latin typeface="Arial Nova"/>
              <a:cs typeface="Arial" panose="020B0604020202020204" pitchFamily="34" charset="0"/>
            </a:endParaRPr>
          </a:p>
          <a:p>
            <a:pPr defTabSz="829544" fontAlgn="base">
              <a:defRPr/>
            </a:pPr>
            <a:r>
              <a:rPr lang="fr-FR" sz="1270" dirty="0">
                <a:solidFill>
                  <a:srgbClr val="272E32"/>
                </a:solidFill>
                <a:latin typeface="Arial Nova"/>
                <a:cs typeface="Arial" panose="020B0604020202020204" pitchFamily="34" charset="0"/>
              </a:rPr>
              <a:t>47520 LE PASSAGE</a:t>
            </a:r>
          </a:p>
        </p:txBody>
      </p:sp>
      <p:sp>
        <p:nvSpPr>
          <p:cNvPr id="45" name="ZoneTexte 44">
            <a:extLst>
              <a:ext uri="{FF2B5EF4-FFF2-40B4-BE49-F238E27FC236}">
                <a16:creationId xmlns:a16="http://schemas.microsoft.com/office/drawing/2014/main" id="{191DFC8A-9B6D-8962-DF01-3613E3CCA237}"/>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5</a:t>
            </a:r>
          </a:p>
        </p:txBody>
      </p:sp>
      <p:sp>
        <p:nvSpPr>
          <p:cNvPr id="46" name="ZoneTexte 45">
            <a:extLst>
              <a:ext uri="{FF2B5EF4-FFF2-40B4-BE49-F238E27FC236}">
                <a16:creationId xmlns:a16="http://schemas.microsoft.com/office/drawing/2014/main" id="{41CD8843-3F57-8309-EED0-A327A1F726D9}"/>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C83E51F3-4C8C-1E25-C6D8-765BFDED18F8}"/>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43BEDA5B-D53E-E33C-F589-ACF5D4A1B43E}"/>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343784DE-E903-3A6B-DAAA-753C2F739209}"/>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76E766F1-EDF3-A6E7-5A57-290AFEEFE28F}"/>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DD7FECBE-5B5B-6ADD-062D-FA17035F8901}"/>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64A53F7D-23C7-B0CF-E5E8-5707B1E8D9FC}"/>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56F96ADE-2D91-414D-95ED-D93FF67B8EA2}"/>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7F3C7F28-0E6F-52C9-474F-F9BF5B216FAF}"/>
              </a:ext>
            </a:extLst>
          </p:cNvPr>
          <p:cNvSpPr txBox="1">
            <a:spLocks/>
          </p:cNvSpPr>
          <p:nvPr/>
        </p:nvSpPr>
        <p:spPr>
          <a:xfrm>
            <a:off x="1831100" y="570666"/>
            <a:ext cx="6452793" cy="999143"/>
          </a:xfrm>
          <a:prstGeom prst="rect">
            <a:avLst/>
          </a:prstGeom>
        </p:spPr>
        <p:txBody>
          <a:bodyPr lIns="82953" tIns="41476" rIns="82953" bIns="41476" anchor="t">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fr-FR" sz="2903" dirty="0">
                <a:solidFill>
                  <a:srgbClr val="434341"/>
                </a:solidFill>
                <a:latin typeface="Century Gothic"/>
                <a:cs typeface="Arial"/>
              </a:rPr>
              <a:t>KOESIO EN LOT ET GARONNE</a:t>
            </a:r>
            <a:endParaRPr lang="fr-FR" sz="2540" dirty="0"/>
          </a:p>
        </p:txBody>
      </p:sp>
      <p:pic>
        <p:nvPicPr>
          <p:cNvPr id="72" name="Image 71">
            <a:hlinkClick r:id="rId6"/>
            <a:extLst>
              <a:ext uri="{FF2B5EF4-FFF2-40B4-BE49-F238E27FC236}">
                <a16:creationId xmlns:a16="http://schemas.microsoft.com/office/drawing/2014/main" id="{5B680701-E329-06D6-0961-6CA0F3BDC497}"/>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3C438528-8C52-B4B6-3332-CFD9E6827B7A}"/>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2786252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68137-0634-8180-8F39-12565790922E}"/>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2EC095EC-9C12-2056-7E17-ACF7B79882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DE40B529-7A4E-04DC-A460-29F0A6A39161}"/>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1095FA86-99E3-7872-1643-E538337B8E8F}"/>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Gironde et siège social de Koesio Aquitaine, notre agence bordelaise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44511759-0101-31EF-C08C-5137B4278483}"/>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Eric LARRIGNON</a:t>
            </a:r>
          </a:p>
          <a:p>
            <a:pPr algn="l" defTabSz="829544">
              <a:defRPr/>
            </a:pPr>
            <a:r>
              <a:rPr lang="fr-FR" sz="1089" i="1" kern="0" dirty="0">
                <a:solidFill>
                  <a:srgbClr val="434341"/>
                </a:solidFill>
                <a:latin typeface="Arial Nov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8927E541-D40C-4142-C41D-B2D088AAB9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62009843-8842-8BF9-AC80-BF85166D8612}"/>
              </a:ext>
            </a:extLst>
          </p:cNvPr>
          <p:cNvSpPr txBox="1"/>
          <p:nvPr/>
        </p:nvSpPr>
        <p:spPr>
          <a:xfrm>
            <a:off x="6840990" y="3458984"/>
            <a:ext cx="2006785" cy="678647"/>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​13 avenue des Mondaults</a:t>
            </a:r>
          </a:p>
          <a:p>
            <a:pPr defTabSz="829544" fontAlgn="base">
              <a:defRPr/>
            </a:pPr>
            <a:r>
              <a:rPr lang="fr-FR" sz="1270" dirty="0">
                <a:solidFill>
                  <a:srgbClr val="272E32"/>
                </a:solidFill>
                <a:latin typeface="Arial Nova"/>
                <a:cs typeface="Arial" panose="020B0604020202020204" pitchFamily="34" charset="0"/>
              </a:rPr>
              <a:t>33270 Floirac</a:t>
            </a:r>
          </a:p>
        </p:txBody>
      </p:sp>
      <p:sp>
        <p:nvSpPr>
          <p:cNvPr id="45" name="ZoneTexte 44">
            <a:extLst>
              <a:ext uri="{FF2B5EF4-FFF2-40B4-BE49-F238E27FC236}">
                <a16:creationId xmlns:a16="http://schemas.microsoft.com/office/drawing/2014/main" id="{31C8BDFC-8E1B-08A4-6344-B15FE514EA1C}"/>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91</a:t>
            </a:r>
          </a:p>
        </p:txBody>
      </p:sp>
      <p:sp>
        <p:nvSpPr>
          <p:cNvPr id="46" name="ZoneTexte 45">
            <a:extLst>
              <a:ext uri="{FF2B5EF4-FFF2-40B4-BE49-F238E27FC236}">
                <a16:creationId xmlns:a16="http://schemas.microsoft.com/office/drawing/2014/main" id="{A4E8534F-B37F-9566-A376-D06FB2B846FC}"/>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5D0740D6-EA49-7D2C-D572-728F5481D3C9}"/>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E7F5052C-5601-B0CB-4E8A-13ECF3B6FE72}"/>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2338A02D-6113-D090-08AF-A9FBBD86B7D6}"/>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5A14196F-4728-2A53-26F7-C37FE05A3752}"/>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0BAE0C75-8089-5747-CB43-FC9A47A7C6E3}"/>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620FE36C-CCFB-88DE-642D-B4335EC12CD9}"/>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9FAEF252-7A7D-A9C5-8D0C-AE29F7BC2D49}"/>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63B88CE8-1E17-6F92-D3A3-5166A42FBD6D}"/>
              </a:ext>
            </a:extLst>
          </p:cNvPr>
          <p:cNvSpPr txBox="1">
            <a:spLocks/>
          </p:cNvSpPr>
          <p:nvPr/>
        </p:nvSpPr>
        <p:spPr>
          <a:xfrm>
            <a:off x="1831100" y="570666"/>
            <a:ext cx="6452793"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GIRONDE</a:t>
            </a:r>
          </a:p>
        </p:txBody>
      </p:sp>
      <p:pic>
        <p:nvPicPr>
          <p:cNvPr id="72" name="Image 71">
            <a:hlinkClick r:id="rId6"/>
            <a:extLst>
              <a:ext uri="{FF2B5EF4-FFF2-40B4-BE49-F238E27FC236}">
                <a16:creationId xmlns:a16="http://schemas.microsoft.com/office/drawing/2014/main" id="{92BA9A76-1230-EE0B-5AF1-B5E482B9ABF0}"/>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18917A18-793F-9D9D-1D22-181F85891F52}"/>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1128840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91B9B-9BE2-88C7-EAAC-614932E0389A}"/>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3393615-2FD4-1A45-D4B6-39F33609DD0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3CE0CB8C-8CB4-548F-DB2F-9C3464A16129}"/>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76571034-3F02-4E4B-EB14-5D679F9A811D}"/>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Charente, notre agence de Cognac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4531C4E9-714B-5AFC-AB43-4E8BEA8D1777}"/>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Eric LARRIGNON</a:t>
            </a:r>
          </a:p>
          <a:p>
            <a:pPr algn="l" defTabSz="829544">
              <a:defRPr/>
            </a:pPr>
            <a:r>
              <a:rPr lang="fr-FR" sz="1089" i="1" kern="0" dirty="0">
                <a:solidFill>
                  <a:srgbClr val="434341"/>
                </a:solidFill>
                <a:latin typeface="Arial Nov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76FF130B-5F8C-0A89-1E90-B7EEF26E73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D3514B06-0ABC-FCA6-C555-47DF634E79C7}"/>
              </a:ext>
            </a:extLst>
          </p:cNvPr>
          <p:cNvSpPr txBox="1"/>
          <p:nvPr/>
        </p:nvSpPr>
        <p:spPr>
          <a:xfrm>
            <a:off x="6840990" y="3458984"/>
            <a:ext cx="2512044"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40 rue de Marignan</a:t>
            </a:r>
          </a:p>
          <a:p>
            <a:pPr defTabSz="829544" fontAlgn="base">
              <a:defRPr/>
            </a:pPr>
            <a:r>
              <a:rPr lang="fr-FR" sz="1270" dirty="0">
                <a:solidFill>
                  <a:srgbClr val="272E32"/>
                </a:solidFill>
                <a:latin typeface="Arial Nova"/>
                <a:cs typeface="Arial" panose="020B0604020202020204" pitchFamily="34" charset="0"/>
              </a:rPr>
              <a:t>16100 Cognac</a:t>
            </a:r>
          </a:p>
        </p:txBody>
      </p:sp>
      <p:sp>
        <p:nvSpPr>
          <p:cNvPr id="45" name="ZoneTexte 44">
            <a:extLst>
              <a:ext uri="{FF2B5EF4-FFF2-40B4-BE49-F238E27FC236}">
                <a16:creationId xmlns:a16="http://schemas.microsoft.com/office/drawing/2014/main" id="{214CCBC3-ED0D-BB6D-C81D-4F7D0C7969E9}"/>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13</a:t>
            </a:r>
          </a:p>
        </p:txBody>
      </p:sp>
      <p:sp>
        <p:nvSpPr>
          <p:cNvPr id="46" name="ZoneTexte 45">
            <a:extLst>
              <a:ext uri="{FF2B5EF4-FFF2-40B4-BE49-F238E27FC236}">
                <a16:creationId xmlns:a16="http://schemas.microsoft.com/office/drawing/2014/main" id="{CFAFDBF2-3362-241B-AB2D-700319F1DBFA}"/>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1A8A017C-C12F-96DC-E297-E5270B8F2806}"/>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253F138D-D5E8-0B89-32EF-2BC5105AE08E}"/>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D919B2E7-F420-BF81-91C8-2919BFC2047C}"/>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D2ADD34F-84DD-045B-5ED4-D2B4039289C3}"/>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1B8FE72B-7016-00C6-44F2-63C7041842C8}"/>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04CC9CCE-C291-BB42-ED30-E960AE439925}"/>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148D2A9B-72ED-C604-4B91-9276AA26D75A}"/>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CFA39914-E7E2-6530-A2A9-EE5449421952}"/>
              </a:ext>
            </a:extLst>
          </p:cNvPr>
          <p:cNvSpPr txBox="1">
            <a:spLocks/>
          </p:cNvSpPr>
          <p:nvPr/>
        </p:nvSpPr>
        <p:spPr>
          <a:xfrm>
            <a:off x="1831100" y="570666"/>
            <a:ext cx="6452793"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CHARENTE</a:t>
            </a:r>
          </a:p>
        </p:txBody>
      </p:sp>
      <p:pic>
        <p:nvPicPr>
          <p:cNvPr id="72" name="Image 71">
            <a:hlinkClick r:id="rId6"/>
            <a:extLst>
              <a:ext uri="{FF2B5EF4-FFF2-40B4-BE49-F238E27FC236}">
                <a16:creationId xmlns:a16="http://schemas.microsoft.com/office/drawing/2014/main" id="{2ACBE6CC-4A66-ED75-BF9C-338114490DAA}"/>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B5E1FF6B-482E-BB61-C456-55A8F60E30C1}"/>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711797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5F35-9D75-32D6-701F-782BCBBB30DB}"/>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21F82E21-5FD3-C3F6-53E8-D4439D0766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B0CBFD7E-A129-F21E-A796-6C355DD1031E}"/>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F77501DE-3EA6-4C91-24EF-6B9E66E4596F}"/>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Charente, notre agence d’Angoulême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501811B3-BF24-57BD-0A50-DCC0BFE29719}"/>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Eric LARRIGNON</a:t>
            </a:r>
          </a:p>
          <a:p>
            <a:pPr algn="l" defTabSz="829544">
              <a:defRPr/>
            </a:pPr>
            <a:r>
              <a:rPr lang="fr-FR" sz="1089" i="1" kern="0" dirty="0">
                <a:solidFill>
                  <a:srgbClr val="434341"/>
                </a:solidFill>
                <a:latin typeface="Arial Nova"/>
                <a:cs typeface="Arial" panose="020B0604020202020204" pitchFamily="34" charset="0"/>
              </a:rPr>
              <a:t>Directeur Régional Sud</a:t>
            </a:r>
          </a:p>
        </p:txBody>
      </p:sp>
      <p:pic>
        <p:nvPicPr>
          <p:cNvPr id="40" name="Graphique 39" descr="Repère avec un remplissage uni">
            <a:extLst>
              <a:ext uri="{FF2B5EF4-FFF2-40B4-BE49-F238E27FC236}">
                <a16:creationId xmlns:a16="http://schemas.microsoft.com/office/drawing/2014/main" id="{D8235F94-FE82-3281-B613-AE5592CC37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F1522A05-3A4B-27F0-2819-5814B577719F}"/>
              </a:ext>
            </a:extLst>
          </p:cNvPr>
          <p:cNvSpPr txBox="1"/>
          <p:nvPr/>
        </p:nvSpPr>
        <p:spPr>
          <a:xfrm>
            <a:off x="6840990" y="3458984"/>
            <a:ext cx="2512044"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2 rue des Arcades</a:t>
            </a:r>
          </a:p>
          <a:p>
            <a:pPr defTabSz="829544" fontAlgn="base">
              <a:defRPr/>
            </a:pPr>
            <a:r>
              <a:rPr lang="fr-FR" sz="1270" dirty="0">
                <a:solidFill>
                  <a:srgbClr val="272E32"/>
                </a:solidFill>
                <a:latin typeface="Arial Nova"/>
                <a:cs typeface="Arial" panose="020B0604020202020204" pitchFamily="34" charset="0"/>
              </a:rPr>
              <a:t>16710 Saint Yrieix en Charente</a:t>
            </a:r>
          </a:p>
        </p:txBody>
      </p:sp>
      <p:sp>
        <p:nvSpPr>
          <p:cNvPr id="45" name="ZoneTexte 44">
            <a:extLst>
              <a:ext uri="{FF2B5EF4-FFF2-40B4-BE49-F238E27FC236}">
                <a16:creationId xmlns:a16="http://schemas.microsoft.com/office/drawing/2014/main" id="{54E3434E-1318-3175-F310-B44A7260683A}"/>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2</a:t>
            </a:r>
          </a:p>
        </p:txBody>
      </p:sp>
      <p:sp>
        <p:nvSpPr>
          <p:cNvPr id="46" name="ZoneTexte 45">
            <a:extLst>
              <a:ext uri="{FF2B5EF4-FFF2-40B4-BE49-F238E27FC236}">
                <a16:creationId xmlns:a16="http://schemas.microsoft.com/office/drawing/2014/main" id="{FBD08E19-E313-97DC-7A2B-9697D93AD2F6}"/>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AF9B0994-9BBC-48F5-B950-7BCF96DFD586}"/>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DC81A613-FEF3-4938-67EB-A5AB1D15D9D4}"/>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F329854D-819D-126F-328B-D47B65DC6F9E}"/>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ACEBE744-BF44-AD24-A8E1-949ACDDBB315}"/>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C627F5D5-B1EA-1D82-9F09-146550A560D6}"/>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935176C6-D3D1-1763-A78D-4B33EB045A3A}"/>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AC7FCAC9-745D-7749-F74E-12F861DFD72A}"/>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A5F77B03-CF89-02F7-B677-605B6E5CFBBD}"/>
              </a:ext>
            </a:extLst>
          </p:cNvPr>
          <p:cNvSpPr txBox="1">
            <a:spLocks/>
          </p:cNvSpPr>
          <p:nvPr/>
        </p:nvSpPr>
        <p:spPr>
          <a:xfrm>
            <a:off x="1831100" y="570666"/>
            <a:ext cx="6452793"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CHARENTE</a:t>
            </a:r>
          </a:p>
        </p:txBody>
      </p:sp>
      <p:pic>
        <p:nvPicPr>
          <p:cNvPr id="72" name="Image 71">
            <a:hlinkClick r:id="rId6"/>
            <a:extLst>
              <a:ext uri="{FF2B5EF4-FFF2-40B4-BE49-F238E27FC236}">
                <a16:creationId xmlns:a16="http://schemas.microsoft.com/office/drawing/2014/main" id="{D937BD9A-0A3A-5420-4ACE-30433ED9A48E}"/>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880FF1EF-6028-7D26-7C40-FA1887A4BE32}"/>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428853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2BBEA-3605-C093-17A0-59A9D9F6B49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637B6E93-A918-2CFD-C9FA-A4D66B60487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DF17FE5F-1F16-645F-09D0-8064D055A9A7}"/>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38" name="Espace réservé du texte 3">
            <a:extLst>
              <a:ext uri="{FF2B5EF4-FFF2-40B4-BE49-F238E27FC236}">
                <a16:creationId xmlns:a16="http://schemas.microsoft.com/office/drawing/2014/main" id="{E2A10D10-FD9B-1E0F-6D00-73634CC5A6D8}"/>
              </a:ext>
            </a:extLst>
          </p:cNvPr>
          <p:cNvSpPr txBox="1">
            <a:spLocks/>
          </p:cNvSpPr>
          <p:nvPr/>
        </p:nvSpPr>
        <p:spPr>
          <a:xfrm>
            <a:off x="1973487" y="1623134"/>
            <a:ext cx="7071216" cy="1528755"/>
          </a:xfrm>
          <a:prstGeom prst="rect">
            <a:avLst/>
          </a:prstGeom>
        </p:spPr>
        <p:txBody>
          <a:bodyPr/>
          <a:lstStyle>
            <a:lvl1pPr marL="228600" indent="-228600" algn="l" defTabSz="914400" rtl="0" eaLnBrk="1" latinLnBrk="0" hangingPunct="1">
              <a:lnSpc>
                <a:spcPct val="90000"/>
              </a:lnSpc>
              <a:spcBef>
                <a:spcPts val="1000"/>
              </a:spcBef>
              <a:buClr>
                <a:schemeClr val="bg2"/>
              </a:buClr>
              <a:buFont typeface="Arial Nova" panose="020B0504020202020204" pitchFamily="34" charset="0"/>
              <a:buChar char="&gt;"/>
              <a:defRPr sz="24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2"/>
              </a:buClr>
              <a:buFont typeface="Arial Nova" panose="020B0504020202020204" pitchFamily="34" charset="0"/>
              <a:buChar char="&gt;"/>
              <a:defRPr sz="20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buClr>
              <a:buFont typeface="Arial Nova" panose="020B0504020202020204" pitchFamily="34" charset="0"/>
              <a:buChar char="&gt;"/>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2"/>
              </a:buClr>
              <a:buFont typeface="Arial Nova" panose="020B0504020202020204" pitchFamily="34" charset="0"/>
              <a:buChar char="&gt;"/>
              <a:defRPr sz="14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7386" indent="-207386" defTabSz="829544">
              <a:spcBef>
                <a:spcPts val="907"/>
              </a:spcBef>
              <a:buClr>
                <a:srgbClr val="E94B57"/>
              </a:buClr>
              <a:defRPr/>
            </a:pPr>
            <a:r>
              <a:rPr lang="fr-FR" sz="1452" dirty="0">
                <a:solidFill>
                  <a:srgbClr val="434341"/>
                </a:solidFill>
                <a:latin typeface="Arial Nova"/>
              </a:rPr>
              <a:t>Depuis plus de 30 ans, Koesio accompagne les entreprises et les institutions publiques de la région au travers d’un réseau dense d’agences locales. Implantée en Charente Maritime, notre agence de Périgny offre à nos clients proximité et réactivité. </a:t>
            </a:r>
          </a:p>
          <a:p>
            <a:pPr marL="207386" indent="-207386" defTabSz="829544">
              <a:spcBef>
                <a:spcPts val="907"/>
              </a:spcBef>
              <a:buClr>
                <a:srgbClr val="E94B57"/>
              </a:buClr>
              <a:defRPr/>
            </a:pPr>
            <a:r>
              <a:rPr lang="fr-FR" sz="1452" dirty="0">
                <a:solidFill>
                  <a:srgbClr val="434341"/>
                </a:solidFill>
                <a:latin typeface="Arial Nova"/>
              </a:rPr>
              <a:t>Nos clients bénéficient ainsi d’une relation durable, construite dans le temps et au cœur de leurs enjeux quotidiens. </a:t>
            </a:r>
          </a:p>
        </p:txBody>
      </p:sp>
      <p:sp>
        <p:nvSpPr>
          <p:cNvPr id="39" name="ZoneTexte 38">
            <a:extLst>
              <a:ext uri="{FF2B5EF4-FFF2-40B4-BE49-F238E27FC236}">
                <a16:creationId xmlns:a16="http://schemas.microsoft.com/office/drawing/2014/main" id="{8CA488B1-7D23-88A6-138E-E81D9A7E15F0}"/>
              </a:ext>
            </a:extLst>
          </p:cNvPr>
          <p:cNvSpPr txBox="1"/>
          <p:nvPr/>
        </p:nvSpPr>
        <p:spPr>
          <a:xfrm>
            <a:off x="3507091" y="3487896"/>
            <a:ext cx="1943844"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François DULAC</a:t>
            </a:r>
          </a:p>
          <a:p>
            <a:pPr algn="l" defTabSz="829544">
              <a:defRPr/>
            </a:pPr>
            <a:r>
              <a:rPr lang="fr-FR" sz="1089" i="1" kern="0" dirty="0">
                <a:solidFill>
                  <a:srgbClr val="434341"/>
                </a:solidFill>
                <a:latin typeface="Arial Nova"/>
                <a:cs typeface="Arial" panose="020B0604020202020204" pitchFamily="34" charset="0"/>
              </a:rPr>
              <a:t>Responsable Régional Nord</a:t>
            </a:r>
          </a:p>
        </p:txBody>
      </p:sp>
      <p:pic>
        <p:nvPicPr>
          <p:cNvPr id="40" name="Graphique 39" descr="Repère avec un remplissage uni">
            <a:extLst>
              <a:ext uri="{FF2B5EF4-FFF2-40B4-BE49-F238E27FC236}">
                <a16:creationId xmlns:a16="http://schemas.microsoft.com/office/drawing/2014/main" id="{99152423-70F2-9A19-BF12-DCD7A4477B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6256" y="3250042"/>
            <a:ext cx="769296" cy="769296"/>
          </a:xfrm>
          <a:prstGeom prst="rect">
            <a:avLst/>
          </a:prstGeom>
        </p:spPr>
      </p:pic>
      <p:sp>
        <p:nvSpPr>
          <p:cNvPr id="42" name="ZoneTexte 41">
            <a:extLst>
              <a:ext uri="{FF2B5EF4-FFF2-40B4-BE49-F238E27FC236}">
                <a16:creationId xmlns:a16="http://schemas.microsoft.com/office/drawing/2014/main" id="{0AB7F7AB-546B-735E-5073-B6A312FBAEE3}"/>
              </a:ext>
            </a:extLst>
          </p:cNvPr>
          <p:cNvSpPr txBox="1"/>
          <p:nvPr/>
        </p:nvSpPr>
        <p:spPr>
          <a:xfrm>
            <a:off x="6840990" y="3458984"/>
            <a:ext cx="2607909" cy="483209"/>
          </a:xfrm>
          <a:prstGeom prst="rect">
            <a:avLst/>
          </a:prstGeom>
          <a:noFill/>
        </p:spPr>
        <p:txBody>
          <a:bodyPr wrap="square" rtlCol="0">
            <a:spAutoFit/>
          </a:bodyPr>
          <a:lstStyle/>
          <a:p>
            <a:pPr defTabSz="829544" fontAlgn="base">
              <a:defRPr/>
            </a:pPr>
            <a:r>
              <a:rPr lang="fr-FR" sz="1270" dirty="0">
                <a:solidFill>
                  <a:srgbClr val="272E32"/>
                </a:solidFill>
                <a:latin typeface="Arial Nova"/>
                <a:cs typeface="Arial" panose="020B0604020202020204" pitchFamily="34" charset="0"/>
              </a:rPr>
              <a:t>1A avenue Bernard Moitessier</a:t>
            </a:r>
          </a:p>
          <a:p>
            <a:pPr defTabSz="829544" fontAlgn="base">
              <a:defRPr/>
            </a:pPr>
            <a:r>
              <a:rPr lang="fr-FR" sz="1270" dirty="0">
                <a:solidFill>
                  <a:srgbClr val="272E32"/>
                </a:solidFill>
                <a:latin typeface="Arial Nova"/>
                <a:cs typeface="Arial" panose="020B0604020202020204" pitchFamily="34" charset="0"/>
              </a:rPr>
              <a:t>17180 Périgny</a:t>
            </a:r>
          </a:p>
        </p:txBody>
      </p:sp>
      <p:sp>
        <p:nvSpPr>
          <p:cNvPr id="45" name="ZoneTexte 44">
            <a:extLst>
              <a:ext uri="{FF2B5EF4-FFF2-40B4-BE49-F238E27FC236}">
                <a16:creationId xmlns:a16="http://schemas.microsoft.com/office/drawing/2014/main" id="{DBB88AA1-6337-C2CF-CD5F-00BD9379BE22}"/>
              </a:ext>
            </a:extLst>
          </p:cNvPr>
          <p:cNvSpPr txBox="1"/>
          <p:nvPr/>
        </p:nvSpPr>
        <p:spPr>
          <a:xfrm>
            <a:off x="2774370" y="4593296"/>
            <a:ext cx="638000" cy="539058"/>
          </a:xfrm>
          <a:prstGeom prst="rect">
            <a:avLst/>
          </a:prstGeom>
          <a:noFill/>
        </p:spPr>
        <p:txBody>
          <a:bodyPr wrap="square" rtlCol="0">
            <a:spAutoFit/>
          </a:bodyPr>
          <a:lstStyle/>
          <a:p>
            <a:pPr algn="ctr" defTabSz="829544">
              <a:defRPr/>
            </a:pPr>
            <a:r>
              <a:rPr lang="fr-FR" sz="2903" b="1" dirty="0">
                <a:solidFill>
                  <a:srgbClr val="E94C57"/>
                </a:solidFill>
                <a:latin typeface="Arial" panose="020B0604020202020204" pitchFamily="34" charset="0"/>
                <a:cs typeface="Arial" panose="020B0604020202020204" pitchFamily="34" charset="0"/>
              </a:rPr>
              <a:t>72</a:t>
            </a:r>
          </a:p>
        </p:txBody>
      </p:sp>
      <p:sp>
        <p:nvSpPr>
          <p:cNvPr id="46" name="ZoneTexte 45">
            <a:extLst>
              <a:ext uri="{FF2B5EF4-FFF2-40B4-BE49-F238E27FC236}">
                <a16:creationId xmlns:a16="http://schemas.microsoft.com/office/drawing/2014/main" id="{94CC9E36-0367-3240-1503-4279F794531E}"/>
              </a:ext>
            </a:extLst>
          </p:cNvPr>
          <p:cNvSpPr txBox="1"/>
          <p:nvPr/>
        </p:nvSpPr>
        <p:spPr>
          <a:xfrm>
            <a:off x="3508894" y="4743485"/>
            <a:ext cx="1113201" cy="256609"/>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lnSpc>
                <a:spcPct val="150000"/>
              </a:lnSpc>
              <a:defRPr/>
            </a:pPr>
            <a:r>
              <a:rPr lang="fr-FR" sz="1270" kern="0" dirty="0">
                <a:solidFill>
                  <a:srgbClr val="434341"/>
                </a:solidFill>
                <a:latin typeface="Arial Nova"/>
                <a:cs typeface="Arial" panose="020B0604020202020204" pitchFamily="34" charset="0"/>
              </a:rPr>
              <a:t>Collaborateurs</a:t>
            </a:r>
          </a:p>
        </p:txBody>
      </p:sp>
      <p:sp>
        <p:nvSpPr>
          <p:cNvPr id="47" name="ZoneTexte 46">
            <a:extLst>
              <a:ext uri="{FF2B5EF4-FFF2-40B4-BE49-F238E27FC236}">
                <a16:creationId xmlns:a16="http://schemas.microsoft.com/office/drawing/2014/main" id="{65959678-FB8A-39D8-165C-2B52D47BB62A}"/>
              </a:ext>
            </a:extLst>
          </p:cNvPr>
          <p:cNvSpPr txBox="1"/>
          <p:nvPr/>
        </p:nvSpPr>
        <p:spPr>
          <a:xfrm>
            <a:off x="6900694" y="4769441"/>
            <a:ext cx="1279044" cy="287771"/>
          </a:xfrm>
          <a:prstGeom prst="rect">
            <a:avLst/>
          </a:prstGeom>
          <a:noFill/>
        </p:spPr>
        <p:txBody>
          <a:bodyPr wrap="square">
            <a:spAutoFit/>
          </a:bodyPr>
          <a:lstStyle/>
          <a:p>
            <a:pPr defTabSz="829544" fontAlgn="base">
              <a:defRPr/>
            </a:pPr>
            <a:r>
              <a:rPr lang="fr-FR" sz="1270" dirty="0">
                <a:solidFill>
                  <a:srgbClr val="272E32"/>
                </a:solidFill>
                <a:latin typeface="Arial Nova"/>
                <a:cs typeface="Arial" panose="020B0604020202020204" pitchFamily="34" charset="0"/>
              </a:rPr>
              <a:t>05 57 51 52 52</a:t>
            </a:r>
          </a:p>
        </p:txBody>
      </p:sp>
      <p:sp>
        <p:nvSpPr>
          <p:cNvPr id="58" name="Rectangle 57">
            <a:extLst>
              <a:ext uri="{FF2B5EF4-FFF2-40B4-BE49-F238E27FC236}">
                <a16:creationId xmlns:a16="http://schemas.microsoft.com/office/drawing/2014/main" id="{7278E9B0-3BAD-01C0-AB2E-91B027113C91}"/>
              </a:ext>
            </a:extLst>
          </p:cNvPr>
          <p:cNvSpPr/>
          <p:nvPr/>
        </p:nvSpPr>
        <p:spPr>
          <a:xfrm>
            <a:off x="5447496" y="5792048"/>
            <a:ext cx="1084399" cy="1065638"/>
          </a:xfrm>
          <a:prstGeom prst="rect">
            <a:avLst/>
          </a:prstGeom>
          <a:solidFill>
            <a:srgbClr val="FFD618"/>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59" name="Rectangle 58">
            <a:extLst>
              <a:ext uri="{FF2B5EF4-FFF2-40B4-BE49-F238E27FC236}">
                <a16:creationId xmlns:a16="http://schemas.microsoft.com/office/drawing/2014/main" id="{362D2C33-5056-FD8B-8C2E-652CDAE9F90F}"/>
              </a:ext>
            </a:extLst>
          </p:cNvPr>
          <p:cNvSpPr/>
          <p:nvPr/>
        </p:nvSpPr>
        <p:spPr>
          <a:xfrm>
            <a:off x="9868435" y="1059218"/>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0" name="Rectangle 59">
            <a:extLst>
              <a:ext uri="{FF2B5EF4-FFF2-40B4-BE49-F238E27FC236}">
                <a16:creationId xmlns:a16="http://schemas.microsoft.com/office/drawing/2014/main" id="{CB320FA0-B450-609F-0B30-465CF4E815DA}"/>
              </a:ext>
            </a:extLst>
          </p:cNvPr>
          <p:cNvSpPr/>
          <p:nvPr/>
        </p:nvSpPr>
        <p:spPr>
          <a:xfrm>
            <a:off x="1431289" y="5797445"/>
            <a:ext cx="1084399" cy="1060555"/>
          </a:xfrm>
          <a:prstGeom prst="rect">
            <a:avLst/>
          </a:prstGeom>
          <a:solidFill>
            <a:srgbClr val="F7BFD9"/>
          </a:solidFill>
          <a:ln w="12700" cap="flat" cmpd="sng" algn="ctr">
            <a:noFill/>
            <a:prstDash val="solid"/>
            <a:miter lim="800000"/>
          </a:ln>
          <a:effectLst/>
        </p:spPr>
        <p:txBody>
          <a:bodyPr rtlCol="0" anchor="ctr"/>
          <a:lstStyle/>
          <a:p>
            <a:pPr algn="ctr" defTabSz="829544">
              <a:defRPr/>
            </a:pPr>
            <a:endParaRPr lang="fr-FR" sz="1633" kern="0" dirty="0">
              <a:solidFill>
                <a:srgbClr val="FFFFFF"/>
              </a:solidFill>
              <a:latin typeface="Arial Nova"/>
            </a:endParaRPr>
          </a:p>
        </p:txBody>
      </p:sp>
      <p:sp>
        <p:nvSpPr>
          <p:cNvPr id="61" name="Rectangle 60">
            <a:extLst>
              <a:ext uri="{FF2B5EF4-FFF2-40B4-BE49-F238E27FC236}">
                <a16:creationId xmlns:a16="http://schemas.microsoft.com/office/drawing/2014/main" id="{9EED5ABC-3336-44D7-71C1-535C6C48CE1D}"/>
              </a:ext>
            </a:extLst>
          </p:cNvPr>
          <p:cNvSpPr/>
          <p:nvPr/>
        </p:nvSpPr>
        <p:spPr>
          <a:xfrm>
            <a:off x="9861312" y="3692979"/>
            <a:ext cx="1084398" cy="1041883"/>
          </a:xfrm>
          <a:prstGeom prst="rect">
            <a:avLst/>
          </a:prstGeom>
          <a:solidFill>
            <a:srgbClr val="FFFFFF">
              <a:lumMod val="95000"/>
            </a:srgbClr>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2" name="Rectangle 61">
            <a:extLst>
              <a:ext uri="{FF2B5EF4-FFF2-40B4-BE49-F238E27FC236}">
                <a16:creationId xmlns:a16="http://schemas.microsoft.com/office/drawing/2014/main" id="{19C22EAF-7E2E-6196-90D3-55DBCD80A5DF}"/>
              </a:ext>
            </a:extLst>
          </p:cNvPr>
          <p:cNvSpPr/>
          <p:nvPr/>
        </p:nvSpPr>
        <p:spPr>
          <a:xfrm>
            <a:off x="9861311" y="4738227"/>
            <a:ext cx="1084398" cy="1079376"/>
          </a:xfrm>
          <a:prstGeom prst="rect">
            <a:avLst/>
          </a:prstGeom>
          <a:solidFill>
            <a:srgbClr val="E94B57"/>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4" name="Rectangle 63">
            <a:extLst>
              <a:ext uri="{FF2B5EF4-FFF2-40B4-BE49-F238E27FC236}">
                <a16:creationId xmlns:a16="http://schemas.microsoft.com/office/drawing/2014/main" id="{F4C3FB57-4109-5655-E3AD-5267B9E7FC1A}"/>
              </a:ext>
            </a:extLst>
          </p:cNvPr>
          <p:cNvSpPr/>
          <p:nvPr/>
        </p:nvSpPr>
        <p:spPr>
          <a:xfrm>
            <a:off x="8789208" y="6775"/>
            <a:ext cx="1084399" cy="1060556"/>
          </a:xfrm>
          <a:prstGeom prst="rect">
            <a:avLst/>
          </a:prstGeom>
          <a:solidFill>
            <a:srgbClr val="95C11F"/>
          </a:solidFill>
          <a:ln w="12700" cap="flat" cmpd="sng" algn="ctr">
            <a:noFill/>
            <a:prstDash val="solid"/>
            <a:miter lim="800000"/>
          </a:ln>
          <a:effectLst/>
        </p:spPr>
        <p:txBody>
          <a:bodyPr rtlCol="0" anchor="ctr"/>
          <a:lstStyle/>
          <a:p>
            <a:pPr algn="ctr" defTabSz="829544">
              <a:defRPr/>
            </a:pPr>
            <a:endParaRPr lang="fr-FR" sz="1633" kern="0">
              <a:solidFill>
                <a:srgbClr val="FFFFFF"/>
              </a:solidFill>
              <a:latin typeface="Arial Nova"/>
            </a:endParaRPr>
          </a:p>
        </p:txBody>
      </p:sp>
      <p:sp>
        <p:nvSpPr>
          <p:cNvPr id="65" name="Espace réservé du texte 1">
            <a:extLst>
              <a:ext uri="{FF2B5EF4-FFF2-40B4-BE49-F238E27FC236}">
                <a16:creationId xmlns:a16="http://schemas.microsoft.com/office/drawing/2014/main" id="{5F09F1F1-F878-FB5E-8A8B-719C41EA9539}"/>
              </a:ext>
            </a:extLst>
          </p:cNvPr>
          <p:cNvSpPr txBox="1">
            <a:spLocks/>
          </p:cNvSpPr>
          <p:nvPr/>
        </p:nvSpPr>
        <p:spPr>
          <a:xfrm>
            <a:off x="1831099" y="570666"/>
            <a:ext cx="6043867"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KOESIO EN CHARENTE MARITIME</a:t>
            </a:r>
          </a:p>
        </p:txBody>
      </p:sp>
      <p:pic>
        <p:nvPicPr>
          <p:cNvPr id="72" name="Image 71">
            <a:hlinkClick r:id="rId6"/>
            <a:extLst>
              <a:ext uri="{FF2B5EF4-FFF2-40B4-BE49-F238E27FC236}">
                <a16:creationId xmlns:a16="http://schemas.microsoft.com/office/drawing/2014/main" id="{8C8AB69C-5ECD-5A6D-1CD7-94E56A0B8F17}"/>
              </a:ext>
            </a:extLst>
          </p:cNvPr>
          <p:cNvPicPr>
            <a:picLocks noChangeAspect="1"/>
          </p:cNvPicPr>
          <p:nvPr/>
        </p:nvPicPr>
        <p:blipFill>
          <a:blip r:embed="rId7">
            <a:extLst>
              <a:ext uri="{28A0092B-C50C-407E-A947-70E740481C1C}">
                <a14:useLocalDpi xmlns:a14="http://schemas.microsoft.com/office/drawing/2010/main"/>
              </a:ext>
            </a:extLst>
          </a:blip>
          <a:srcRect/>
          <a:stretch/>
        </p:blipFill>
        <p:spPr>
          <a:xfrm>
            <a:off x="2743101" y="3333093"/>
            <a:ext cx="628461" cy="666540"/>
          </a:xfrm>
          <a:prstGeom prst="flowChartConnector">
            <a:avLst/>
          </a:prstGeom>
          <a:solidFill>
            <a:srgbClr val="FFFFFF"/>
          </a:solidFill>
          <a:ln w="12700">
            <a:solidFill>
              <a:srgbClr val="6E398E"/>
            </a:solidFill>
          </a:ln>
          <a:effectLst/>
        </p:spPr>
      </p:pic>
      <p:pic>
        <p:nvPicPr>
          <p:cNvPr id="80" name="Image 79" descr="Une image contenant croquis, conception&#10;&#10;Le contenu généré par l’IA peut être incorrect.">
            <a:extLst>
              <a:ext uri="{FF2B5EF4-FFF2-40B4-BE49-F238E27FC236}">
                <a16:creationId xmlns:a16="http://schemas.microsoft.com/office/drawing/2014/main" id="{E41C9DD0-AA71-B245-71BA-F92EA1228C7B}"/>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16902" t="33867" r="59945" b="24077"/>
          <a:stretch/>
        </p:blipFill>
        <p:spPr>
          <a:xfrm>
            <a:off x="6269484" y="4434252"/>
            <a:ext cx="769296" cy="786032"/>
          </a:xfrm>
          <a:prstGeom prst="rect">
            <a:avLst/>
          </a:prstGeom>
        </p:spPr>
      </p:pic>
    </p:spTree>
    <p:extLst>
      <p:ext uri="{BB962C8B-B14F-4D97-AF65-F5344CB8AC3E}">
        <p14:creationId xmlns:p14="http://schemas.microsoft.com/office/powerpoint/2010/main" val="1360352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5927-EC84-76BD-AEDE-27A036140D01}"/>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DEAF836E-3F75-B6B4-3333-4FFED38A1A9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39195" y="6278411"/>
            <a:ext cx="1371639" cy="350992"/>
          </a:xfrm>
          <a:prstGeom prst="rect">
            <a:avLst/>
          </a:prstGeom>
        </p:spPr>
      </p:pic>
      <p:sp>
        <p:nvSpPr>
          <p:cNvPr id="8" name="Rectangle 7">
            <a:extLst>
              <a:ext uri="{FF2B5EF4-FFF2-40B4-BE49-F238E27FC236}">
                <a16:creationId xmlns:a16="http://schemas.microsoft.com/office/drawing/2014/main" id="{6F8CF932-EAC4-7FB5-9FC1-643125048FF0}"/>
              </a:ext>
            </a:extLst>
          </p:cNvPr>
          <p:cNvSpPr/>
          <p:nvPr/>
        </p:nvSpPr>
        <p:spPr>
          <a:xfrm>
            <a:off x="1246500" y="1"/>
            <a:ext cx="184625" cy="6858000"/>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540"/>
          </a:p>
        </p:txBody>
      </p:sp>
      <p:sp>
        <p:nvSpPr>
          <p:cNvPr id="65" name="Espace réservé du texte 1">
            <a:extLst>
              <a:ext uri="{FF2B5EF4-FFF2-40B4-BE49-F238E27FC236}">
                <a16:creationId xmlns:a16="http://schemas.microsoft.com/office/drawing/2014/main" id="{FE5F232D-FBE7-78AF-CC90-FEECAC2A9033}"/>
              </a:ext>
            </a:extLst>
          </p:cNvPr>
          <p:cNvSpPr txBox="1">
            <a:spLocks/>
          </p:cNvSpPr>
          <p:nvPr/>
        </p:nvSpPr>
        <p:spPr>
          <a:xfrm>
            <a:off x="1831099" y="570666"/>
            <a:ext cx="6043867" cy="9991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829544">
              <a:spcBef>
                <a:spcPts val="907"/>
              </a:spcBef>
              <a:defRPr/>
            </a:pPr>
            <a:r>
              <a:rPr lang="fr-FR" sz="2903" dirty="0">
                <a:solidFill>
                  <a:srgbClr val="434341"/>
                </a:solidFill>
                <a:latin typeface="Century Gothic"/>
              </a:rPr>
              <a:t>Notre équipe Technique IT</a:t>
            </a:r>
          </a:p>
        </p:txBody>
      </p:sp>
      <p:pic>
        <p:nvPicPr>
          <p:cNvPr id="5" name="Image 4">
            <a:extLst>
              <a:ext uri="{FF2B5EF4-FFF2-40B4-BE49-F238E27FC236}">
                <a16:creationId xmlns:a16="http://schemas.microsoft.com/office/drawing/2014/main" id="{EC5DF7D9-666C-BE22-A1EF-6A748B1B0F1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031327" y="1359208"/>
            <a:ext cx="3798063" cy="4299011"/>
          </a:xfrm>
          <a:prstGeom prst="rect">
            <a:avLst/>
          </a:prstGeom>
          <a:effectLst/>
        </p:spPr>
      </p:pic>
      <p:sp>
        <p:nvSpPr>
          <p:cNvPr id="9" name="ZoneTexte 8">
            <a:extLst>
              <a:ext uri="{FF2B5EF4-FFF2-40B4-BE49-F238E27FC236}">
                <a16:creationId xmlns:a16="http://schemas.microsoft.com/office/drawing/2014/main" id="{85309BE2-E3CC-DF05-1374-9B247CD0032A}"/>
              </a:ext>
            </a:extLst>
          </p:cNvPr>
          <p:cNvSpPr txBox="1"/>
          <p:nvPr/>
        </p:nvSpPr>
        <p:spPr>
          <a:xfrm>
            <a:off x="1850258" y="2847897"/>
            <a:ext cx="1629073" cy="19543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b="1" kern="0" dirty="0">
                <a:solidFill>
                  <a:srgbClr val="434341"/>
                </a:solidFill>
                <a:latin typeface="Arial Nova"/>
                <a:cs typeface="Arial" panose="020B0604020202020204" pitchFamily="34" charset="0"/>
              </a:rPr>
              <a:t>Bordeaux &amp; Cognac</a:t>
            </a:r>
          </a:p>
        </p:txBody>
      </p:sp>
      <p:sp>
        <p:nvSpPr>
          <p:cNvPr id="10" name="ZoneTexte 9">
            <a:extLst>
              <a:ext uri="{FF2B5EF4-FFF2-40B4-BE49-F238E27FC236}">
                <a16:creationId xmlns:a16="http://schemas.microsoft.com/office/drawing/2014/main" id="{F4B5BD46-8140-9D2C-0559-72A4E0B0ACC6}"/>
              </a:ext>
            </a:extLst>
          </p:cNvPr>
          <p:cNvSpPr txBox="1"/>
          <p:nvPr/>
        </p:nvSpPr>
        <p:spPr>
          <a:xfrm>
            <a:off x="8160674" y="2195881"/>
            <a:ext cx="1817274" cy="19543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b="1" kern="0" dirty="0">
                <a:solidFill>
                  <a:srgbClr val="434341"/>
                </a:solidFill>
                <a:latin typeface="Arial Nova"/>
                <a:cs typeface="Arial" panose="020B0604020202020204" pitchFamily="34" charset="0"/>
              </a:rPr>
              <a:t>La Rochelle &amp; Limoges</a:t>
            </a:r>
          </a:p>
        </p:txBody>
      </p:sp>
      <p:graphicFrame>
        <p:nvGraphicFramePr>
          <p:cNvPr id="11" name="Tableau 10">
            <a:extLst>
              <a:ext uri="{FF2B5EF4-FFF2-40B4-BE49-F238E27FC236}">
                <a16:creationId xmlns:a16="http://schemas.microsoft.com/office/drawing/2014/main" id="{45C28AAA-AEE3-CCD0-17F1-7724133D6F2D}"/>
              </a:ext>
            </a:extLst>
          </p:cNvPr>
          <p:cNvGraphicFramePr>
            <a:graphicFrameLocks noGrp="1"/>
          </p:cNvGraphicFramePr>
          <p:nvPr/>
        </p:nvGraphicFramePr>
        <p:xfrm>
          <a:off x="2017176" y="6209066"/>
          <a:ext cx="5942378" cy="580669"/>
        </p:xfrm>
        <a:graphic>
          <a:graphicData uri="http://schemas.openxmlformats.org/drawingml/2006/table">
            <a:tbl>
              <a:tblPr/>
              <a:tblGrid>
                <a:gridCol w="2070555">
                  <a:extLst>
                    <a:ext uri="{9D8B030D-6E8A-4147-A177-3AD203B41FA5}">
                      <a16:colId xmlns:a16="http://schemas.microsoft.com/office/drawing/2014/main" val="673065766"/>
                    </a:ext>
                  </a:extLst>
                </a:gridCol>
                <a:gridCol w="1108100">
                  <a:extLst>
                    <a:ext uri="{9D8B030D-6E8A-4147-A177-3AD203B41FA5}">
                      <a16:colId xmlns:a16="http://schemas.microsoft.com/office/drawing/2014/main" val="2852417485"/>
                    </a:ext>
                  </a:extLst>
                </a:gridCol>
                <a:gridCol w="2763723">
                  <a:extLst>
                    <a:ext uri="{9D8B030D-6E8A-4147-A177-3AD203B41FA5}">
                      <a16:colId xmlns:a16="http://schemas.microsoft.com/office/drawing/2014/main" val="2548411795"/>
                    </a:ext>
                  </a:extLst>
                </a:gridCol>
              </a:tblGrid>
              <a:tr h="221207">
                <a:tc>
                  <a:txBody>
                    <a:bodyPr/>
                    <a:lstStyle/>
                    <a:p>
                      <a:pPr algn="l" fontAlgn="base">
                        <a:lnSpc>
                          <a:spcPts val="1200"/>
                        </a:lnSpc>
                        <a:buNone/>
                      </a:pPr>
                      <a:r>
                        <a:rPr lang="fr-FR" sz="900" b="1"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Du lundi au vendredi de :</a:t>
                      </a:r>
                      <a:r>
                        <a:rPr lang="fr-FR" sz="900"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rPr>
                        <a:t>​</a:t>
                      </a:r>
                      <a:endParaRPr lang="fr-FR" sz="1600"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marL="82953" marR="82953" marT="41476" marB="41476">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831"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900" b="1"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Par téléphone</a:t>
                      </a:r>
                      <a:r>
                        <a:rPr lang="fr-FR" sz="900"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rPr>
                        <a:t>​</a:t>
                      </a:r>
                      <a:endParaRPr lang="fr-FR" sz="1600" b="1" i="0" dirty="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marL="82953" marR="82953" marT="41476" marB="41476">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831"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900" b="1" i="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Par email</a:t>
                      </a:r>
                      <a:r>
                        <a:rPr lang="fr-FR" sz="900" b="1" i="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rPr>
                        <a:t>​</a:t>
                      </a:r>
                      <a:endParaRPr lang="fr-FR" sz="1600" b="1" i="0">
                        <a:solidFill>
                          <a:srgbClr val="FFFFFF"/>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marL="82953" marR="82953" marT="41476" marB="41476">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831"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34824787"/>
                  </a:ext>
                </a:extLst>
              </a:tr>
              <a:tr h="359462">
                <a:tc>
                  <a:txBody>
                    <a:bodyPr/>
                    <a:lstStyle/>
                    <a:p>
                      <a:pPr algn="l" fontAlgn="base">
                        <a:lnSpc>
                          <a:spcPts val="1200"/>
                        </a:lnSpc>
                        <a:buNone/>
                      </a:pPr>
                      <a:r>
                        <a:rPr lang="pt-BR" sz="9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08h00 à 12h30 et de 13h30 à 18h00 ​(sauf le vendredi à 17h30)</a:t>
                      </a:r>
                      <a:endParaRPr lang="pt-BR" sz="16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marL="82953" marR="82953" marT="41476" marB="41476">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8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9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05 57 51 52 52​</a:t>
                      </a:r>
                      <a:endParaRPr lang="fr-FR" sz="16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marL="82953" marR="82953" marT="41476" marB="41476">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8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l" fontAlgn="base">
                        <a:lnSpc>
                          <a:spcPts val="1200"/>
                        </a:lnSpc>
                        <a:buNone/>
                      </a:pPr>
                      <a:r>
                        <a:rPr lang="fr-FR" sz="9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rPr>
                        <a:t>contact.aqu@koesio.com​</a:t>
                      </a:r>
                      <a:endParaRPr lang="fr-FR" sz="1600" b="0" i="0" dirty="0">
                        <a:solidFill>
                          <a:srgbClr val="000000"/>
                        </a:solidFill>
                        <a:effectLst/>
                        <a:latin typeface="Century Gothic" panose="020B0502020202020204" pitchFamily="34" charset="0"/>
                        <a:ea typeface="Calibri Light" panose="020F0302020204030204" pitchFamily="34" charset="0"/>
                        <a:cs typeface="Calibri Light" panose="020F0302020204030204" pitchFamily="34" charset="0"/>
                      </a:endParaRPr>
                    </a:p>
                  </a:txBody>
                  <a:tcPr marL="82953" marR="82953" marT="41476" marB="41476">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831"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548006633"/>
                  </a:ext>
                </a:extLst>
              </a:tr>
            </a:tbl>
          </a:graphicData>
        </a:graphic>
      </p:graphicFrame>
      <p:pic>
        <p:nvPicPr>
          <p:cNvPr id="2052" name="Picture 4">
            <a:extLst>
              <a:ext uri="{FF2B5EF4-FFF2-40B4-BE49-F238E27FC236}">
                <a16:creationId xmlns:a16="http://schemas.microsoft.com/office/drawing/2014/main" id="{683E807E-EEB5-2C42-1124-B1A5EF2931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7584" y="5807912"/>
            <a:ext cx="665350" cy="578941"/>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6D18F6C9-33FE-2A00-3A6D-C01EACCBC482}"/>
              </a:ext>
            </a:extLst>
          </p:cNvPr>
          <p:cNvSpPr txBox="1"/>
          <p:nvPr/>
        </p:nvSpPr>
        <p:spPr>
          <a:xfrm>
            <a:off x="2017177" y="5985699"/>
            <a:ext cx="5429630" cy="231923"/>
          </a:xfrm>
          <a:prstGeom prst="rect">
            <a:avLst/>
          </a:prstGeom>
          <a:noFill/>
        </p:spPr>
        <p:txBody>
          <a:bodyPr wrap="square">
            <a:spAutoFit/>
          </a:bodyPr>
          <a:lstStyle/>
          <a:p>
            <a:r>
              <a:rPr lang="fr-FR" sz="907" dirty="0">
                <a:solidFill>
                  <a:srgbClr val="000000"/>
                </a:solidFill>
                <a:latin typeface="Century Gothic" panose="020B0502020202020204" pitchFamily="34" charset="0"/>
              </a:rPr>
              <a:t>Notre </a:t>
            </a:r>
            <a:r>
              <a:rPr lang="fr-FR" sz="907" b="1" dirty="0">
                <a:solidFill>
                  <a:srgbClr val="000000"/>
                </a:solidFill>
                <a:latin typeface="Century Gothic" panose="020B0502020202020204" pitchFamily="34" charset="0"/>
              </a:rPr>
              <a:t>Service Client </a:t>
            </a:r>
            <a:r>
              <a:rPr lang="fr-FR" sz="907" dirty="0">
                <a:solidFill>
                  <a:srgbClr val="000000"/>
                </a:solidFill>
                <a:latin typeface="Century Gothic" panose="020B0502020202020204" pitchFamily="34" charset="0"/>
              </a:rPr>
              <a:t>situé à </a:t>
            </a:r>
            <a:r>
              <a:rPr lang="fr-FR" sz="907" b="1" dirty="0">
                <a:solidFill>
                  <a:srgbClr val="000000"/>
                </a:solidFill>
                <a:latin typeface="Century Gothic" panose="020B0502020202020204" pitchFamily="34" charset="0"/>
              </a:rPr>
              <a:t>Bordeaux &amp; Limoges</a:t>
            </a:r>
            <a:r>
              <a:rPr lang="fr-FR" sz="907" dirty="0">
                <a:solidFill>
                  <a:srgbClr val="000000"/>
                </a:solidFill>
                <a:latin typeface="Century Gothic" panose="020B0502020202020204" pitchFamily="34" charset="0"/>
              </a:rPr>
              <a:t> est joignable : ​</a:t>
            </a:r>
            <a:endParaRPr lang="fr-FR" sz="1633" dirty="0"/>
          </a:p>
        </p:txBody>
      </p:sp>
      <p:pic>
        <p:nvPicPr>
          <p:cNvPr id="22" name="Image 21">
            <a:extLst>
              <a:ext uri="{FF2B5EF4-FFF2-40B4-BE49-F238E27FC236}">
                <a16:creationId xmlns:a16="http://schemas.microsoft.com/office/drawing/2014/main" id="{7C1B97B6-61F6-1403-F617-6448E3C40DF8}"/>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a:xfrm>
            <a:off x="7273102" y="4615358"/>
            <a:ext cx="601864" cy="638332"/>
          </a:xfrm>
          <a:prstGeom prst="ellipse">
            <a:avLst/>
          </a:prstGeom>
          <a:solidFill>
            <a:srgbClr val="FFFFFF"/>
          </a:solidFill>
          <a:ln w="28575">
            <a:solidFill>
              <a:srgbClr val="F7A823"/>
            </a:solidFill>
          </a:ln>
          <a:effectLst/>
        </p:spPr>
      </p:pic>
      <p:pic>
        <p:nvPicPr>
          <p:cNvPr id="27" name="Image 26">
            <a:extLst>
              <a:ext uri="{FF2B5EF4-FFF2-40B4-BE49-F238E27FC236}">
                <a16:creationId xmlns:a16="http://schemas.microsoft.com/office/drawing/2014/main" id="{FFD10546-3046-B673-37E8-09D77F5345D6}"/>
              </a:ext>
            </a:extLst>
          </p:cNvPr>
          <p:cNvPicPr>
            <a:picLocks noChangeAspect="1"/>
          </p:cNvPicPr>
          <p:nvPr/>
        </p:nvPicPr>
        <p:blipFill>
          <a:blip r:embed="rId7" cstate="hqprint">
            <a:extLst>
              <a:ext uri="{28A0092B-C50C-407E-A947-70E740481C1C}">
                <a14:useLocalDpi xmlns:a14="http://schemas.microsoft.com/office/drawing/2010/main"/>
              </a:ext>
            </a:extLst>
          </a:blip>
          <a:srcRect/>
          <a:stretch/>
        </p:blipFill>
        <p:spPr>
          <a:xfrm>
            <a:off x="8160674" y="2484451"/>
            <a:ext cx="629220" cy="667344"/>
          </a:xfrm>
          <a:prstGeom prst="ellipse">
            <a:avLst/>
          </a:prstGeom>
          <a:solidFill>
            <a:srgbClr val="FFFFFF"/>
          </a:solidFill>
          <a:ln w="28575">
            <a:solidFill>
              <a:srgbClr val="94C120"/>
            </a:solidFill>
          </a:ln>
          <a:effectLst/>
        </p:spPr>
      </p:pic>
      <p:pic>
        <p:nvPicPr>
          <p:cNvPr id="32" name="Image 31">
            <a:hlinkClick r:id="rId8"/>
            <a:extLst>
              <a:ext uri="{FF2B5EF4-FFF2-40B4-BE49-F238E27FC236}">
                <a16:creationId xmlns:a16="http://schemas.microsoft.com/office/drawing/2014/main" id="{1F89EAEA-8386-AEB8-0AA4-A25F7748FA92}"/>
              </a:ext>
            </a:extLst>
          </p:cNvPr>
          <p:cNvPicPr>
            <a:picLocks noChangeAspect="1"/>
          </p:cNvPicPr>
          <p:nvPr/>
        </p:nvPicPr>
        <p:blipFill rotWithShape="1">
          <a:blip r:embed="rId9">
            <a:extLst>
              <a:ext uri="{28A0092B-C50C-407E-A947-70E740481C1C}">
                <a14:useLocalDpi xmlns:a14="http://schemas.microsoft.com/office/drawing/2010/main"/>
              </a:ext>
            </a:extLst>
          </a:blip>
          <a:srcRect/>
          <a:stretch/>
        </p:blipFill>
        <p:spPr>
          <a:xfrm>
            <a:off x="1831100" y="3151794"/>
            <a:ext cx="594349" cy="630361"/>
          </a:xfrm>
          <a:prstGeom prst="ellipse">
            <a:avLst/>
          </a:prstGeom>
          <a:solidFill>
            <a:srgbClr val="FFFFFF"/>
          </a:solidFill>
          <a:ln w="28575">
            <a:solidFill>
              <a:srgbClr val="F9EE68"/>
            </a:solidFill>
          </a:ln>
          <a:effectLst/>
        </p:spPr>
      </p:pic>
      <p:sp>
        <p:nvSpPr>
          <p:cNvPr id="36" name="ZoneTexte 35">
            <a:extLst>
              <a:ext uri="{FF2B5EF4-FFF2-40B4-BE49-F238E27FC236}">
                <a16:creationId xmlns:a16="http://schemas.microsoft.com/office/drawing/2014/main" id="{7099F53F-97F2-669C-CAF8-88B147DE1707}"/>
              </a:ext>
            </a:extLst>
          </p:cNvPr>
          <p:cNvSpPr txBox="1"/>
          <p:nvPr/>
        </p:nvSpPr>
        <p:spPr>
          <a:xfrm>
            <a:off x="2521160" y="3201646"/>
            <a:ext cx="1943844" cy="53065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Valentin LACOSTE</a:t>
            </a:r>
          </a:p>
          <a:p>
            <a:pPr algn="l" defTabSz="829544">
              <a:defRPr/>
            </a:pPr>
            <a:r>
              <a:rPr lang="fr-FR" sz="1089" i="1" kern="0" dirty="0">
                <a:solidFill>
                  <a:srgbClr val="434341"/>
                </a:solidFill>
                <a:latin typeface="Arial Nova"/>
                <a:cs typeface="Arial" panose="020B0604020202020204" pitchFamily="34" charset="0"/>
              </a:rPr>
              <a:t>Responsable Technique Informatique</a:t>
            </a:r>
          </a:p>
        </p:txBody>
      </p:sp>
      <p:sp>
        <p:nvSpPr>
          <p:cNvPr id="37" name="ZoneTexte 36">
            <a:extLst>
              <a:ext uri="{FF2B5EF4-FFF2-40B4-BE49-F238E27FC236}">
                <a16:creationId xmlns:a16="http://schemas.microsoft.com/office/drawing/2014/main" id="{04E35F92-9948-BEF4-352F-C663AC66AC41}"/>
              </a:ext>
            </a:extLst>
          </p:cNvPr>
          <p:cNvSpPr txBox="1"/>
          <p:nvPr/>
        </p:nvSpPr>
        <p:spPr>
          <a:xfrm>
            <a:off x="8887311" y="2535750"/>
            <a:ext cx="1943844" cy="53065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Sébastien CHARPENTIER</a:t>
            </a:r>
          </a:p>
          <a:p>
            <a:pPr algn="l" defTabSz="829544">
              <a:defRPr/>
            </a:pPr>
            <a:r>
              <a:rPr lang="fr-FR" sz="1089" i="1" kern="0" dirty="0">
                <a:solidFill>
                  <a:srgbClr val="434341"/>
                </a:solidFill>
                <a:latin typeface="Arial Nova"/>
                <a:cs typeface="Arial" panose="020B0604020202020204" pitchFamily="34" charset="0"/>
              </a:rPr>
              <a:t>Responsable Technique Informatique</a:t>
            </a:r>
          </a:p>
        </p:txBody>
      </p:sp>
      <p:sp>
        <p:nvSpPr>
          <p:cNvPr id="41" name="ZoneTexte 40">
            <a:extLst>
              <a:ext uri="{FF2B5EF4-FFF2-40B4-BE49-F238E27FC236}">
                <a16:creationId xmlns:a16="http://schemas.microsoft.com/office/drawing/2014/main" id="{55CCA2B8-61CF-0F23-DA80-8AB45C7F9E1B}"/>
              </a:ext>
            </a:extLst>
          </p:cNvPr>
          <p:cNvSpPr txBox="1"/>
          <p:nvPr/>
        </p:nvSpPr>
        <p:spPr>
          <a:xfrm>
            <a:off x="7972384" y="4752998"/>
            <a:ext cx="2243086" cy="36304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kern="0" dirty="0">
                <a:solidFill>
                  <a:srgbClr val="434341"/>
                </a:solidFill>
                <a:latin typeface="Arial Nova"/>
                <a:cs typeface="Arial" panose="020B0604020202020204" pitchFamily="34" charset="0"/>
              </a:rPr>
              <a:t>Noël-Brice LECARDONNEL</a:t>
            </a:r>
          </a:p>
          <a:p>
            <a:pPr algn="l" defTabSz="829544">
              <a:defRPr/>
            </a:pPr>
            <a:r>
              <a:rPr lang="fr-FR" sz="1089" i="1" kern="0" dirty="0">
                <a:solidFill>
                  <a:srgbClr val="434341"/>
                </a:solidFill>
                <a:latin typeface="Arial Nova"/>
                <a:cs typeface="Arial" panose="020B0604020202020204" pitchFamily="34" charset="0"/>
              </a:rPr>
              <a:t>Responsable Technique Télécom</a:t>
            </a:r>
          </a:p>
        </p:txBody>
      </p:sp>
      <p:sp>
        <p:nvSpPr>
          <p:cNvPr id="43" name="ZoneTexte 42">
            <a:extLst>
              <a:ext uri="{FF2B5EF4-FFF2-40B4-BE49-F238E27FC236}">
                <a16:creationId xmlns:a16="http://schemas.microsoft.com/office/drawing/2014/main" id="{CDEA476C-DD84-AFA5-41CD-CF5BBD8915E7}"/>
              </a:ext>
            </a:extLst>
          </p:cNvPr>
          <p:cNvSpPr txBox="1"/>
          <p:nvPr/>
        </p:nvSpPr>
        <p:spPr>
          <a:xfrm>
            <a:off x="7273102" y="4314202"/>
            <a:ext cx="1683266" cy="195438"/>
          </a:xfrm>
          <a:prstGeom prst="rect">
            <a:avLst/>
          </a:prstGeom>
          <a:noFill/>
          <a:ln w="28575" cap="flat" cmpd="sng" algn="ctr">
            <a:noFill/>
            <a:prstDash val="solid"/>
            <a:miter lim="800000"/>
          </a:ln>
          <a:effectLst/>
        </p:spPr>
        <p:txBody>
          <a:bodyPr wrap="square" lIns="0" tIns="0" rIns="0" bIns="0" numCol="1" rtlCol="0" anchor="ctr">
            <a:spAutoFit/>
          </a:bodyPr>
          <a:lstStyle>
            <a:defPPr>
              <a:defRPr lang="en-US"/>
            </a:defPPr>
            <a:lvl1pPr algn="ctr">
              <a:buClr>
                <a:srgbClr val="3799E8"/>
              </a:buClr>
              <a:defRPr sz="900">
                <a:solidFill>
                  <a:schemeClr val="bg2">
                    <a:lumMod val="25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829544">
              <a:defRPr/>
            </a:pPr>
            <a:r>
              <a:rPr lang="fr-FR" sz="1270" b="1" kern="0" dirty="0">
                <a:solidFill>
                  <a:srgbClr val="434341"/>
                </a:solidFill>
                <a:latin typeface="Arial Nova"/>
                <a:cs typeface="Arial" panose="020B0604020202020204" pitchFamily="34" charset="0"/>
              </a:rPr>
              <a:t>Aquitaine</a:t>
            </a:r>
          </a:p>
        </p:txBody>
      </p:sp>
    </p:spTree>
    <p:extLst>
      <p:ext uri="{BB962C8B-B14F-4D97-AF65-F5344CB8AC3E}">
        <p14:creationId xmlns:p14="http://schemas.microsoft.com/office/powerpoint/2010/main" val="2981263383"/>
      </p:ext>
    </p:extLst>
  </p:cSld>
  <p:clrMapOvr>
    <a:masterClrMapping/>
  </p:clrMapOvr>
</p:sld>
</file>

<file path=ppt/theme/theme1.xml><?xml version="1.0" encoding="utf-8"?>
<a:theme xmlns:a="http://schemas.openxmlformats.org/drawingml/2006/main" name="FIN">
  <a:themeElements>
    <a:clrScheme name="Koesio">
      <a:dk1>
        <a:srgbClr val="434341"/>
      </a:dk1>
      <a:lt1>
        <a:srgbClr val="FFFFFF"/>
      </a:lt1>
      <a:dk2>
        <a:srgbClr val="6E398E"/>
      </a:dk2>
      <a:lt2>
        <a:srgbClr val="E94B57"/>
      </a:lt2>
      <a:accent1>
        <a:srgbClr val="6FCBF3"/>
      </a:accent1>
      <a:accent2>
        <a:srgbClr val="F7A823"/>
      </a:accent2>
      <a:accent3>
        <a:srgbClr val="FFD618"/>
      </a:accent3>
      <a:accent4>
        <a:srgbClr val="95C11F"/>
      </a:accent4>
      <a:accent5>
        <a:srgbClr val="F7BFD9"/>
      </a:accent5>
      <a:accent6>
        <a:srgbClr val="946AAB"/>
      </a:accent6>
      <a:hlink>
        <a:srgbClr val="6E398E"/>
      </a:hlink>
      <a:folHlink>
        <a:srgbClr val="946AAB"/>
      </a:folHlink>
    </a:clrScheme>
    <a:fontScheme name="Typo Koesio PPT">
      <a:majorFont>
        <a:latin typeface="Century Gothic"/>
        <a:ea typeface=""/>
        <a:cs typeface=""/>
      </a:majorFont>
      <a:minorFont>
        <a:latin typeface="Arial Nova"/>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Thème1" id="{6D739038-0B1F-7042-B3CA-2CAA3A221791}" vid="{7D3B1C09-78F1-1843-A98E-6322F2DC7ACA}"/>
    </a:ext>
  </a:extLst>
</a:theme>
</file>

<file path=ppt/theme/theme2.xml><?xml version="1.0" encoding="utf-8"?>
<a:theme xmlns:a="http://schemas.openxmlformats.org/drawingml/2006/main" name="PAGES DE GARDE">
  <a:themeElements>
    <a:clrScheme name="Koesio">
      <a:dk1>
        <a:srgbClr val="434341"/>
      </a:dk1>
      <a:lt1>
        <a:srgbClr val="FFFFFF"/>
      </a:lt1>
      <a:dk2>
        <a:srgbClr val="6E398E"/>
      </a:dk2>
      <a:lt2>
        <a:srgbClr val="E94B57"/>
      </a:lt2>
      <a:accent1>
        <a:srgbClr val="6FCBF3"/>
      </a:accent1>
      <a:accent2>
        <a:srgbClr val="F7A823"/>
      </a:accent2>
      <a:accent3>
        <a:srgbClr val="FFD618"/>
      </a:accent3>
      <a:accent4>
        <a:srgbClr val="95C11F"/>
      </a:accent4>
      <a:accent5>
        <a:srgbClr val="F7BFD9"/>
      </a:accent5>
      <a:accent6>
        <a:srgbClr val="946AAB"/>
      </a:accent6>
      <a:hlink>
        <a:srgbClr val="6E398E"/>
      </a:hlink>
      <a:folHlink>
        <a:srgbClr val="946AAB"/>
      </a:folHlink>
    </a:clrScheme>
    <a:fontScheme name="Typo Koesio PPT">
      <a:majorFont>
        <a:latin typeface="Century Gothic"/>
        <a:ea typeface=""/>
        <a:cs typeface=""/>
      </a:majorFont>
      <a:minorFont>
        <a:latin typeface="Arial Nova"/>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Thème1" id="{6D739038-0B1F-7042-B3CA-2CAA3A221791}" vid="{7D3B1C09-78F1-1843-A98E-6322F2DC7ACA}"/>
    </a:ext>
  </a:extLst>
</a:theme>
</file>

<file path=ppt/theme/theme3.xml><?xml version="1.0" encoding="utf-8"?>
<a:theme xmlns:a="http://schemas.openxmlformats.org/drawingml/2006/main" name="GRANDS TITRES">
  <a:themeElements>
    <a:clrScheme name="Koesio">
      <a:dk1>
        <a:srgbClr val="434341"/>
      </a:dk1>
      <a:lt1>
        <a:srgbClr val="FFFFFF"/>
      </a:lt1>
      <a:dk2>
        <a:srgbClr val="6E398E"/>
      </a:dk2>
      <a:lt2>
        <a:srgbClr val="E94B57"/>
      </a:lt2>
      <a:accent1>
        <a:srgbClr val="6FCBF3"/>
      </a:accent1>
      <a:accent2>
        <a:srgbClr val="F7A823"/>
      </a:accent2>
      <a:accent3>
        <a:srgbClr val="FFD618"/>
      </a:accent3>
      <a:accent4>
        <a:srgbClr val="95C11F"/>
      </a:accent4>
      <a:accent5>
        <a:srgbClr val="F7BFD9"/>
      </a:accent5>
      <a:accent6>
        <a:srgbClr val="946AAB"/>
      </a:accent6>
      <a:hlink>
        <a:srgbClr val="6E398E"/>
      </a:hlink>
      <a:folHlink>
        <a:srgbClr val="946AAB"/>
      </a:folHlink>
    </a:clrScheme>
    <a:fontScheme name="Typo Koesio PPT">
      <a:majorFont>
        <a:latin typeface="Century Gothic"/>
        <a:ea typeface=""/>
        <a:cs typeface=""/>
      </a:majorFont>
      <a:minorFont>
        <a:latin typeface="Arial Nova"/>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Thème1" id="{6D739038-0B1F-7042-B3CA-2CAA3A221791}" vid="{7D3B1C09-78F1-1843-A98E-6322F2DC7AC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1048</Words>
  <Application>Microsoft Office PowerPoint</Application>
  <PresentationFormat>Grand écran</PresentationFormat>
  <Paragraphs>138</Paragraphs>
  <Slides>13</Slides>
  <Notes>11</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13</vt:i4>
      </vt:variant>
    </vt:vector>
  </HeadingPairs>
  <TitlesOfParts>
    <vt:vector size="22" baseType="lpstr">
      <vt:lpstr>Aptos</vt:lpstr>
      <vt:lpstr>Arboria Bold</vt:lpstr>
      <vt:lpstr>Arial</vt:lpstr>
      <vt:lpstr>Arial Nova</vt:lpstr>
      <vt:lpstr>Be Vietnam</vt:lpstr>
      <vt:lpstr>Century Gothic</vt:lpstr>
      <vt:lpstr>FIN</vt:lpstr>
      <vt:lpstr>PAGES DE GARDE</vt:lpstr>
      <vt:lpstr>GRANDS TITRES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Carla Rousseau</dc:creator>
  <cp:lastModifiedBy>Jeremy TREDANT</cp:lastModifiedBy>
  <cp:revision>5</cp:revision>
  <dcterms:created xsi:type="dcterms:W3CDTF">2024-02-01T13:27:01Z</dcterms:created>
  <dcterms:modified xsi:type="dcterms:W3CDTF">2026-02-10T20:06:34Z</dcterms:modified>
</cp:coreProperties>
</file>