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1"/>
  </p:sldMasterIdLst>
  <p:notesMasterIdLst>
    <p:notesMasterId r:id="rId5"/>
  </p:notesMasterIdLst>
  <p:sldIdLst>
    <p:sldId id="256" r:id="rId2"/>
    <p:sldId id="257" r:id="rId3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  <p:ext uri="{521415D9-36F7-43E2-AB2F-B90AF26B5E84}">
      <p14:sectionLst xmlns:p14="http://schemas.microsoft.com/office/powerpoint/2010/main">
        <p14:section name="FIN" id="{F9BB27DB-5C58-47A1-A1B8-D46C8599990A}">
          <p14:sldIdLst>
            <p14:sldId id="25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682A-0780-4E8B-8D98-0D280E4D050C}" v="154" dt="2025-03-19T10:51:4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464" y="78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4" Type="http://schemas.microsoft.com/office/2015/10/relationships/revisionInfo" Target="revisionInfo.xml"/><Relationship Id="rId5" Type="http://schemas.openxmlformats.org/officeDocument/2006/relationships/notesMaster" Target="notesMasters/notesMaster1.xml"/><Relationship Id="rId6" Type="http://schemas.openxmlformats.org/officeDocument/2006/relationships/tableStyles" Target="tableStyles.xml"/><Relationship Id="rId7" Type="http://schemas.openxmlformats.org/officeDocument/2006/relationships/theme" Target="theme/theme1.xml"/><Relationship Id="rId8" Type="http://schemas.openxmlformats.org/officeDocument/2006/relationships/viewProps" Target="viewProps.xml"/><Relationship Id="rId9" Type="http://schemas.openxmlformats.org/officeDocument/2006/relationships/presProps" Target="presProps.xml"/></Relationships>
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</Words>
  <Application>Microsoft Office PowerPoint</Application>
  <PresentationFormat>Personnalisé</PresentationFormat>
  <Paragraphs>12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Century Gothic</vt:lpstr>
      <vt:lpstr>2_Thème Office 2013 – 2022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virginie corbeaux</cp:lastModifiedBy>
  <cp:revision>72</cp:revision>
  <dcterms:created xsi:type="dcterms:W3CDTF">2024-10-29T15:06:39Z</dcterms:created>
  <dcterms:modified xsi:type="dcterms:W3CDTF">2025-04-01T11:16:56Z</dcterms:modified>
</cp:coreProperties>
</file>