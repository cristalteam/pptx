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10" Type="http://schemas.openxmlformats.org/officeDocument/2006/relationships/image" Target="media/image1.jpeg"/><Relationship Id="rId11" Type="http://schemas.openxmlformats.org/officeDocument/2006/relationships/image" Target="media/image5.png"/><Relationship Id="rId12" Type="http://schemas.openxmlformats.org/officeDocument/2006/relationships/notesSlide" Target="notesSlides/notesSlide2.xml"/><Relationship Id="rId13" Type="http://schemas.openxmlformats.org/officeDocument/2006/relationships/slideLayout" Target="slideLayouts/slideLayout1.xml"/><Relationship Id="rId14" Type="http://schemas.openxmlformats.org/officeDocument/2006/relationships/image" Target="media/image4.png"/><Relationship Id="rId15" Type="http://schemas.openxmlformats.org/officeDocument/2006/relationships/image" Target="media/image3.png"/><Relationship Id="rId16" Type="http://schemas.openxmlformats.org/officeDocument/2006/relationships/image" Target="media/image2.jpeg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8" r:id="rId5"/>
    <p:sldLayoutId id="2147483779" r:id="rId6"/>
    <p:sldLayoutId id="2147483780" r:id="rId7"/>
    <p:sldLayoutId id="2147483781" r:id="rId8"/>
    <p:sldLayoutId id="2147483782" r:id="rId9"/>
    <p:sldLayoutId id="2147483783" r:id="rId10"/>
    <p:sldLayoutId id="2147483784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