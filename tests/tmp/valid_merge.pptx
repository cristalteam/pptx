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5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10" Type="http://schemas.openxmlformats.org/officeDocument/2006/relationships/image" Target="media/image1.jpeg"/><Relationship Id="rId11" Type="http://schemas.openxmlformats.org/officeDocument/2006/relationships/image" Target="media/image5.png"/><Relationship Id="rId12" Type="http://schemas.openxmlformats.org/officeDocument/2006/relationships/notesSlide" Target="notesSlides/notesSlide2.xml"/><Relationship Id="rId13" Type="http://schemas.openxmlformats.org/officeDocument/2006/relationships/slideLayout" Target="slideLayouts/slideLayout1.xml"/><Relationship Id="rId14" Type="http://schemas.openxmlformats.org/officeDocument/2006/relationships/image" Target="media/image4.png"/><Relationship Id="rId15" Type="http://schemas.openxmlformats.org/officeDocument/2006/relationships/image" Target="media/image3.png"/><Relationship Id="rId16" Type="http://schemas.openxmlformats.org/officeDocument/2006/relationships/image" Target="media/image2.jpe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784" r:id="rId2"/>
    <p:sldLayoutId id="2147483785" r:id="rId3"/>
    <p:sldLayoutId id="2147483786" r:id="rId4"/>
    <p:sldLayoutId id="2147483787" r:id="rId5"/>
    <p:sldLayoutId id="2147483788" r:id="rId6"/>
    <p:sldLayoutId id="2147483789" r:id="rId7"/>
    <p:sldLayoutId id="2147483790" r:id="rId8"/>
    <p:sldLayoutId id="2147483791" r:id="rId9"/>
    <p:sldLayoutId id="2147483792" r:id="rId10"/>
    <p:sldLayoutId id="2147483793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