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1" r:id="rId1"/>
  </p:sldMasterIdLst>
  <p:notesMasterIdLst>
    <p:notesMasterId r:id="rId5"/>
  </p:notesMasterIdLst>
  <p:sldIdLst>
    <p:sldId id="256" r:id="rId2"/>
    <p:sldId id="257" r:id="rId3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34682A-0780-4E8B-8D98-0D280E4D050C}" v="154" dt="2025-03-19T10:51:42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4" Type="http://schemas.microsoft.com/office/2015/10/relationships/revisionInfo" Target="revisionInfo.xml"/><Relationship Id="rId5" Type="http://schemas.openxmlformats.org/officeDocument/2006/relationships/notesMaster" Target="notesMasters/notesMaster1.xml"/><Relationship Id="rId6" Type="http://schemas.openxmlformats.org/officeDocument/2006/relationships/tableStyles" Target="tableStyles.xml"/><Relationship Id="rId7" Type="http://schemas.openxmlformats.org/officeDocument/2006/relationships/theme" Target="theme/theme1.xml"/><Relationship Id="rId8" Type="http://schemas.openxmlformats.org/officeDocument/2006/relationships/viewProps" Target="viewProps.xml"/><Relationship Id="rId9" Type="http://schemas.openxmlformats.org/officeDocument/2006/relationships/presProps" Target="presProps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