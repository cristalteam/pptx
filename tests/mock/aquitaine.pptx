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6"/>
  </p:notesMasterIdLst>
  <p:sldIdLst>
    <p:sldId id="257" r:id="rId5"/>
    <p:sldId id="259" r:id="rId6"/>
    <p:sldId id="267" r:id="rId7"/>
    <p:sldId id="266" r:id="rId8"/>
    <p:sldId id="264" r:id="rId9"/>
    <p:sldId id="260" r:id="rId10"/>
    <p:sldId id="261" r:id="rId11"/>
    <p:sldId id="263" r:id="rId12"/>
    <p:sldId id="262" r:id="rId13"/>
    <p:sldId id="265" r:id="rId14"/>
    <p:sldId id="268" r:id="rId15"/>
  </p:sldIdLst>
  <p:sldSz cx="10691813" cy="7559675"/>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K.AQUITAINE" id="{E6AB169D-2E9C-4DF1-B867-ABC565539D67}">
          <p14:sldIdLst>
            <p14:sldId id="257"/>
          </p14:sldIdLst>
        </p14:section>
        <p14:section name="AGENCE BRIVE" id="{8EE052C1-ED92-44FA-A502-3511BB674C74}">
          <p14:sldIdLst>
            <p14:sldId id="259"/>
          </p14:sldIdLst>
        </p14:section>
        <p14:section name="AGENCE LIMOGES" id="{D524B0B2-E124-443A-9E51-4774EBCC9A19}">
          <p14:sldIdLst>
            <p14:sldId id="267"/>
          </p14:sldIdLst>
        </p14:section>
        <p14:section name="AGENCE PERIGUEUX" id="{89ABD695-17A6-42BC-BEF8-35D644A44AE0}">
          <p14:sldIdLst>
            <p14:sldId id="266"/>
          </p14:sldIdLst>
        </p14:section>
        <p14:section name="AGENCE GUERET" id="{E961A568-CC64-4CC6-B59C-A3F142E52494}">
          <p14:sldIdLst>
            <p14:sldId id="264"/>
          </p14:sldIdLst>
        </p14:section>
        <p14:section name="AGENCE AGEN" id="{DAE32E95-3ABA-4F6E-805C-9C81044B430F}">
          <p14:sldIdLst>
            <p14:sldId id="260"/>
          </p14:sldIdLst>
        </p14:section>
        <p14:section name="AGENCE FLOIRAC" id="{6D393209-0679-4495-818C-7DC2D6F60ED2}">
          <p14:sldIdLst>
            <p14:sldId id="261"/>
          </p14:sldIdLst>
        </p14:section>
        <p14:section name="AGENCE COGNAC" id="{CD94A128-0592-4BA3-B8FC-0E93440F3774}">
          <p14:sldIdLst>
            <p14:sldId id="263"/>
          </p14:sldIdLst>
        </p14:section>
        <p14:section name="AGENCE ANGOULEME" id="{484F0B43-7A3C-425D-BB04-288C5FDEE56C}">
          <p14:sldIdLst>
            <p14:sldId id="262"/>
          </p14:sldIdLst>
        </p14:section>
        <p14:section name="AGENCE PERIGNY" id="{F0CDDB2C-9E29-4FA4-84F1-E119CF9735ED}">
          <p14:sldIdLst>
            <p14:sldId id="265"/>
          </p14:sldIdLst>
        </p14:section>
        <p14:section name="SERVICE TECHNIQUE" id="{758A0E32-66AF-4757-A07D-CEA970A015D5}">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9EE68"/>
    <a:srgbClr val="F7A823"/>
    <a:srgbClr val="94C12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7D0260-43A4-3E85-3761-02AE8526CDC6}" v="6" dt="2025-04-02T09:38:52.3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6" autoAdjust="0"/>
    <p:restoredTop sz="94992" autoAdjust="0"/>
  </p:normalViewPr>
  <p:slideViewPr>
    <p:cSldViewPr snapToGrid="0">
      <p:cViewPr>
        <p:scale>
          <a:sx n="70" d="100"/>
          <a:sy n="70" d="100"/>
        </p:scale>
        <p:origin x="1221" y="18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a ROUSSEAU" userId="84ca23de-16f4-4f3b-9be9-e316813d252e" providerId="ADAL" clId="{5235561A-70A2-4744-9576-2AE91AB70E9B}"/>
    <pc:docChg chg="modSld">
      <pc:chgData name="Carla ROUSSEAU" userId="84ca23de-16f4-4f3b-9be9-e316813d252e" providerId="ADAL" clId="{5235561A-70A2-4744-9576-2AE91AB70E9B}" dt="2025-03-20T11:00:26.522" v="20" actId="14100"/>
      <pc:docMkLst>
        <pc:docMk/>
      </pc:docMkLst>
      <pc:sldChg chg="modSp mod">
        <pc:chgData name="Carla ROUSSEAU" userId="84ca23de-16f4-4f3b-9be9-e316813d252e" providerId="ADAL" clId="{5235561A-70A2-4744-9576-2AE91AB70E9B}" dt="2025-03-20T11:00:26.522" v="20" actId="14100"/>
        <pc:sldMkLst>
          <pc:docMk/>
          <pc:sldMk cId="1232577177" sldId="267"/>
        </pc:sldMkLst>
        <pc:spChg chg="mod">
          <ac:chgData name="Carla ROUSSEAU" userId="84ca23de-16f4-4f3b-9be9-e316813d252e" providerId="ADAL" clId="{5235561A-70A2-4744-9576-2AE91AB70E9B}" dt="2025-03-20T11:00:26.522" v="20" actId="14100"/>
          <ac:spMkLst>
            <pc:docMk/>
            <pc:sldMk cId="1232577177" sldId="267"/>
            <ac:spMk id="65" creationId="{7A946612-4A3A-E9FA-230F-390E37881E0B}"/>
          </ac:spMkLst>
        </pc:spChg>
      </pc:sldChg>
      <pc:sldChg chg="modSp mod">
        <pc:chgData name="Carla ROUSSEAU" userId="84ca23de-16f4-4f3b-9be9-e316813d252e" providerId="ADAL" clId="{5235561A-70A2-4744-9576-2AE91AB70E9B}" dt="2025-03-20T10:43:22.050" v="5" actId="1076"/>
        <pc:sldMkLst>
          <pc:docMk/>
          <pc:sldMk cId="2981263383" sldId="268"/>
        </pc:sldMkLst>
        <pc:spChg chg="mod">
          <ac:chgData name="Carla ROUSSEAU" userId="84ca23de-16f4-4f3b-9be9-e316813d252e" providerId="ADAL" clId="{5235561A-70A2-4744-9576-2AE91AB70E9B}" dt="2025-03-20T10:43:22.050" v="5" actId="1076"/>
          <ac:spMkLst>
            <pc:docMk/>
            <pc:sldMk cId="2981263383" sldId="268"/>
            <ac:spMk id="36" creationId="{7099F53F-97F2-669C-CAF8-88B147DE1707}"/>
          </ac:spMkLst>
        </pc:spChg>
        <pc:spChg chg="mod">
          <ac:chgData name="Carla ROUSSEAU" userId="84ca23de-16f4-4f3b-9be9-e316813d252e" providerId="ADAL" clId="{5235561A-70A2-4744-9576-2AE91AB70E9B}" dt="2025-03-20T10:43:10.658" v="4" actId="1076"/>
          <ac:spMkLst>
            <pc:docMk/>
            <pc:sldMk cId="2981263383" sldId="268"/>
            <ac:spMk id="37" creationId="{04E35F92-9948-BEF4-352F-C663AC66AC41}"/>
          </ac:spMkLst>
        </pc:spChg>
        <pc:picChg chg="mod">
          <ac:chgData name="Carla ROUSSEAU" userId="84ca23de-16f4-4f3b-9be9-e316813d252e" providerId="ADAL" clId="{5235561A-70A2-4744-9576-2AE91AB70E9B}" dt="2025-03-20T10:42:44.978" v="3" actId="1076"/>
          <ac:picMkLst>
            <pc:docMk/>
            <pc:sldMk cId="2981263383" sldId="268"/>
            <ac:picMk id="5" creationId="{EC5DF7D9-666C-BE22-A1EF-6A748B1B0F14}"/>
          </ac:picMkLst>
        </pc:picChg>
        <pc:picChg chg="mod">
          <ac:chgData name="Carla ROUSSEAU" userId="84ca23de-16f4-4f3b-9be9-e316813d252e" providerId="ADAL" clId="{5235561A-70A2-4744-9576-2AE91AB70E9B}" dt="2025-03-20T10:43:10.658" v="4" actId="1076"/>
          <ac:picMkLst>
            <pc:docMk/>
            <pc:sldMk cId="2981263383" sldId="268"/>
            <ac:picMk id="27" creationId="{FFD10546-3046-B673-37E8-09D77F5345D6}"/>
          </ac:picMkLst>
        </pc:picChg>
        <pc:picChg chg="mod">
          <ac:chgData name="Carla ROUSSEAU" userId="84ca23de-16f4-4f3b-9be9-e316813d252e" providerId="ADAL" clId="{5235561A-70A2-4744-9576-2AE91AB70E9B}" dt="2025-03-20T10:43:22.050" v="5" actId="1076"/>
          <ac:picMkLst>
            <pc:docMk/>
            <pc:sldMk cId="2981263383" sldId="268"/>
            <ac:picMk id="32" creationId="{1F89EAEA-8386-AEB8-0AA4-A25F7748FA92}"/>
          </ac:picMkLst>
        </pc:picChg>
      </pc:sldChg>
    </pc:docChg>
  </pc:docChgLst>
  <pc:docChgLst>
    <pc:chgData name="Carla ROUSSEAU" userId="S::carla.rousseau@koesio.com::84ca23de-16f4-4f3b-9be9-e316813d252e" providerId="AD" clId="Web-{677D0260-43A4-3E85-3761-02AE8526CDC6}"/>
    <pc:docChg chg="modSld">
      <pc:chgData name="Carla ROUSSEAU" userId="S::carla.rousseau@koesio.com::84ca23de-16f4-4f3b-9be9-e316813d252e" providerId="AD" clId="Web-{677D0260-43A4-3E85-3761-02AE8526CDC6}" dt="2025-04-02T09:38:52.028" v="4" actId="20577"/>
      <pc:docMkLst>
        <pc:docMk/>
      </pc:docMkLst>
      <pc:sldChg chg="modSp">
        <pc:chgData name="Carla ROUSSEAU" userId="S::carla.rousseau@koesio.com::84ca23de-16f4-4f3b-9be9-e316813d252e" providerId="AD" clId="Web-{677D0260-43A4-3E85-3761-02AE8526CDC6}" dt="2025-04-02T09:38:52.028" v="4" actId="20577"/>
        <pc:sldMkLst>
          <pc:docMk/>
          <pc:sldMk cId="2786252436" sldId="260"/>
        </pc:sldMkLst>
        <pc:spChg chg="mod">
          <ac:chgData name="Carla ROUSSEAU" userId="S::carla.rousseau@koesio.com::84ca23de-16f4-4f3b-9be9-e316813d252e" providerId="AD" clId="Web-{677D0260-43A4-3E85-3761-02AE8526CDC6}" dt="2025-04-02T09:38:52.028" v="4" actId="20577"/>
          <ac:spMkLst>
            <pc:docMk/>
            <pc:sldMk cId="2786252436" sldId="260"/>
            <ac:spMk id="65" creationId="{7F3C7F28-0E6F-52C9-474F-F9BF5B216FA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C5B23DFC-0DFA-4E17-9C81-E058AAB29F65}" type="datetimeFigureOut">
              <a:rPr lang="fr-FR" smtClean="0"/>
              <a:t>02/04/2025</a:t>
            </a:fld>
            <a:endParaRPr lang="fr-FR"/>
          </a:p>
        </p:txBody>
      </p:sp>
      <p:sp>
        <p:nvSpPr>
          <p:cNvPr id="4" name="Espace réservé de l'image des diapositives 3"/>
          <p:cNvSpPr>
            <a:spLocks noGrp="1" noRot="1" noChangeAspect="1"/>
          </p:cNvSpPr>
          <p:nvPr>
            <p:ph type="sldImg" idx="2"/>
          </p:nvPr>
        </p:nvSpPr>
        <p:spPr>
          <a:xfrm>
            <a:off x="2935288" y="857250"/>
            <a:ext cx="3273425" cy="231457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E54D3FE2-D2E2-4D6B-A166-60C404FF1AD1}" type="slidenum">
              <a:rPr lang="fr-FR" smtClean="0"/>
              <a:t>‹N°›</a:t>
            </a:fld>
            <a:endParaRPr lang="fr-FR"/>
          </a:p>
        </p:txBody>
      </p:sp>
    </p:spTree>
    <p:extLst>
      <p:ext uri="{BB962C8B-B14F-4D97-AF65-F5344CB8AC3E}">
        <p14:creationId xmlns:p14="http://schemas.microsoft.com/office/powerpoint/2010/main" val="1613952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E54D3FE2-D2E2-4D6B-A166-60C404FF1AD1}" type="slidenum">
              <a:rPr lang="fr-FR" smtClean="0"/>
              <a:t>1</a:t>
            </a:fld>
            <a:endParaRPr lang="fr-FR"/>
          </a:p>
        </p:txBody>
      </p:sp>
    </p:spTree>
    <p:extLst>
      <p:ext uri="{BB962C8B-B14F-4D97-AF65-F5344CB8AC3E}">
        <p14:creationId xmlns:p14="http://schemas.microsoft.com/office/powerpoint/2010/main" val="38968823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33C73-85CA-3210-4845-47AD14FDD55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BE9F56F-2666-31A5-7307-83A184AD5FA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16E18B2-14AC-BFE8-F018-7094DC51C951}"/>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73D4F9F7-5106-DB26-9EC4-1A8DF4A6A404}"/>
              </a:ext>
            </a:extLst>
          </p:cNvPr>
          <p:cNvSpPr>
            <a:spLocks noGrp="1"/>
          </p:cNvSpPr>
          <p:nvPr>
            <p:ph type="sldNum" sz="quarter" idx="5"/>
          </p:nvPr>
        </p:nvSpPr>
        <p:spPr/>
        <p:txBody>
          <a:bodyPr/>
          <a:lstStyle/>
          <a:p>
            <a:fld id="{E54D3FE2-D2E2-4D6B-A166-60C404FF1AD1}" type="slidenum">
              <a:rPr lang="fr-FR" smtClean="0"/>
              <a:t>2</a:t>
            </a:fld>
            <a:endParaRPr lang="fr-FR"/>
          </a:p>
        </p:txBody>
      </p:sp>
    </p:spTree>
    <p:extLst>
      <p:ext uri="{BB962C8B-B14F-4D97-AF65-F5344CB8AC3E}">
        <p14:creationId xmlns:p14="http://schemas.microsoft.com/office/powerpoint/2010/main" val="17793768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C3865-29C3-3FCF-E13F-4FB58013CB2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4BDCBF3-226E-1F58-1312-84E70ADE1B1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C4F20F1-9951-91A3-9DB8-D8707EBEC8E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36D0F768-C24E-0459-C407-2ACB56042397}"/>
              </a:ext>
            </a:extLst>
          </p:cNvPr>
          <p:cNvSpPr>
            <a:spLocks noGrp="1"/>
          </p:cNvSpPr>
          <p:nvPr>
            <p:ph type="sldNum" sz="quarter" idx="5"/>
          </p:nvPr>
        </p:nvSpPr>
        <p:spPr/>
        <p:txBody>
          <a:bodyPr/>
          <a:lstStyle/>
          <a:p>
            <a:fld id="{E54D3FE2-D2E2-4D6B-A166-60C404FF1AD1}" type="slidenum">
              <a:rPr lang="fr-FR" smtClean="0"/>
              <a:t>3</a:t>
            </a:fld>
            <a:endParaRPr lang="fr-FR"/>
          </a:p>
        </p:txBody>
      </p:sp>
    </p:spTree>
    <p:extLst>
      <p:ext uri="{BB962C8B-B14F-4D97-AF65-F5344CB8AC3E}">
        <p14:creationId xmlns:p14="http://schemas.microsoft.com/office/powerpoint/2010/main" val="6912902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A32EC-FB5F-FABD-8607-234DA045CA8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E2F006D-997C-F1B3-F569-A2A98EAB8F1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F56A871-9B9B-DC8A-9387-5E3E21FC3B29}"/>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7CEA8D58-433C-0CFE-1E7E-6363316BE840}"/>
              </a:ext>
            </a:extLst>
          </p:cNvPr>
          <p:cNvSpPr>
            <a:spLocks noGrp="1"/>
          </p:cNvSpPr>
          <p:nvPr>
            <p:ph type="sldNum" sz="quarter" idx="5"/>
          </p:nvPr>
        </p:nvSpPr>
        <p:spPr/>
        <p:txBody>
          <a:bodyPr/>
          <a:lstStyle/>
          <a:p>
            <a:fld id="{E54D3FE2-D2E2-4D6B-A166-60C404FF1AD1}" type="slidenum">
              <a:rPr lang="fr-FR" smtClean="0"/>
              <a:t>4</a:t>
            </a:fld>
            <a:endParaRPr lang="fr-FR"/>
          </a:p>
        </p:txBody>
      </p:sp>
    </p:spTree>
    <p:extLst>
      <p:ext uri="{BB962C8B-B14F-4D97-AF65-F5344CB8AC3E}">
        <p14:creationId xmlns:p14="http://schemas.microsoft.com/office/powerpoint/2010/main" val="7920253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3A0B8-5DDA-E9F8-210E-C4105533F21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D55CCD1-5738-011A-A01F-A0B36FF8278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D62E0DF-3987-46D9-2E7E-27146278061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E6EA1745-5CC8-7808-8AF2-6E60685AFA3F}"/>
              </a:ext>
            </a:extLst>
          </p:cNvPr>
          <p:cNvSpPr>
            <a:spLocks noGrp="1"/>
          </p:cNvSpPr>
          <p:nvPr>
            <p:ph type="sldNum" sz="quarter" idx="5"/>
          </p:nvPr>
        </p:nvSpPr>
        <p:spPr/>
        <p:txBody>
          <a:bodyPr/>
          <a:lstStyle/>
          <a:p>
            <a:fld id="{E54D3FE2-D2E2-4D6B-A166-60C404FF1AD1}" type="slidenum">
              <a:rPr lang="fr-FR" smtClean="0"/>
              <a:t>5</a:t>
            </a:fld>
            <a:endParaRPr lang="fr-FR"/>
          </a:p>
        </p:txBody>
      </p:sp>
    </p:spTree>
    <p:extLst>
      <p:ext uri="{BB962C8B-B14F-4D97-AF65-F5344CB8AC3E}">
        <p14:creationId xmlns:p14="http://schemas.microsoft.com/office/powerpoint/2010/main" val="27168992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8A1A3-9A3D-AB23-5621-E57F169F08D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DC5DC62-0A0C-DA76-69D5-4956142A416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F35B63C-00A1-4DAD-ED53-5A072CAFB21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F0051A3E-0D1B-8A2D-8F55-8B10966764AF}"/>
              </a:ext>
            </a:extLst>
          </p:cNvPr>
          <p:cNvSpPr>
            <a:spLocks noGrp="1"/>
          </p:cNvSpPr>
          <p:nvPr>
            <p:ph type="sldNum" sz="quarter" idx="5"/>
          </p:nvPr>
        </p:nvSpPr>
        <p:spPr/>
        <p:txBody>
          <a:bodyPr/>
          <a:lstStyle/>
          <a:p>
            <a:fld id="{E54D3FE2-D2E2-4D6B-A166-60C404FF1AD1}" type="slidenum">
              <a:rPr lang="fr-FR" smtClean="0"/>
              <a:t>6</a:t>
            </a:fld>
            <a:endParaRPr lang="fr-FR"/>
          </a:p>
        </p:txBody>
      </p:sp>
    </p:spTree>
    <p:extLst>
      <p:ext uri="{BB962C8B-B14F-4D97-AF65-F5344CB8AC3E}">
        <p14:creationId xmlns:p14="http://schemas.microsoft.com/office/powerpoint/2010/main" val="1612757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0BB4E-A416-7517-6328-7E2643E3FA8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32F200E-8D9F-8307-F33E-41251FC936F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51F47BE-A4C4-14F4-4EEE-2D4650C979FA}"/>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B997078D-0B11-EB9B-6512-F8A429EE0F63}"/>
              </a:ext>
            </a:extLst>
          </p:cNvPr>
          <p:cNvSpPr>
            <a:spLocks noGrp="1"/>
          </p:cNvSpPr>
          <p:nvPr>
            <p:ph type="sldNum" sz="quarter" idx="5"/>
          </p:nvPr>
        </p:nvSpPr>
        <p:spPr/>
        <p:txBody>
          <a:bodyPr/>
          <a:lstStyle/>
          <a:p>
            <a:fld id="{E54D3FE2-D2E2-4D6B-A166-60C404FF1AD1}" type="slidenum">
              <a:rPr lang="fr-FR" smtClean="0"/>
              <a:t>7</a:t>
            </a:fld>
            <a:endParaRPr lang="fr-FR"/>
          </a:p>
        </p:txBody>
      </p:sp>
    </p:spTree>
    <p:extLst>
      <p:ext uri="{BB962C8B-B14F-4D97-AF65-F5344CB8AC3E}">
        <p14:creationId xmlns:p14="http://schemas.microsoft.com/office/powerpoint/2010/main" val="41630861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D2D74-AC18-770F-E530-E6EF78F0C7B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01F5BF6-B03D-8794-778A-D569E07B17C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06F9180-6E37-614D-716B-78BBBCFEB2B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D7655C0E-3BF9-596D-6273-CBF1A742D720}"/>
              </a:ext>
            </a:extLst>
          </p:cNvPr>
          <p:cNvSpPr>
            <a:spLocks noGrp="1"/>
          </p:cNvSpPr>
          <p:nvPr>
            <p:ph type="sldNum" sz="quarter" idx="5"/>
          </p:nvPr>
        </p:nvSpPr>
        <p:spPr/>
        <p:txBody>
          <a:bodyPr/>
          <a:lstStyle/>
          <a:p>
            <a:fld id="{E54D3FE2-D2E2-4D6B-A166-60C404FF1AD1}" type="slidenum">
              <a:rPr lang="fr-FR" smtClean="0"/>
              <a:t>8</a:t>
            </a:fld>
            <a:endParaRPr lang="fr-FR"/>
          </a:p>
        </p:txBody>
      </p:sp>
    </p:spTree>
    <p:extLst>
      <p:ext uri="{BB962C8B-B14F-4D97-AF65-F5344CB8AC3E}">
        <p14:creationId xmlns:p14="http://schemas.microsoft.com/office/powerpoint/2010/main" val="27588757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DFFE5-4886-A140-3DB4-E6668FE9F10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6BA05A4-FB9B-5CE1-5679-AC262BE0B43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FBF393C-382E-67BF-FA1B-CC1E2C4DC46D}"/>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26AFBE2F-FFDF-387C-0FAD-969899A83131}"/>
              </a:ext>
            </a:extLst>
          </p:cNvPr>
          <p:cNvSpPr>
            <a:spLocks noGrp="1"/>
          </p:cNvSpPr>
          <p:nvPr>
            <p:ph type="sldNum" sz="quarter" idx="5"/>
          </p:nvPr>
        </p:nvSpPr>
        <p:spPr/>
        <p:txBody>
          <a:bodyPr/>
          <a:lstStyle/>
          <a:p>
            <a:fld id="{E54D3FE2-D2E2-4D6B-A166-60C404FF1AD1}" type="slidenum">
              <a:rPr lang="fr-FR" smtClean="0"/>
              <a:t>9</a:t>
            </a:fld>
            <a:endParaRPr lang="fr-FR"/>
          </a:p>
        </p:txBody>
      </p:sp>
    </p:spTree>
    <p:extLst>
      <p:ext uri="{BB962C8B-B14F-4D97-AF65-F5344CB8AC3E}">
        <p14:creationId xmlns:p14="http://schemas.microsoft.com/office/powerpoint/2010/main" val="39250620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F74DD-9ED2-C935-07E9-9246B85F43C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87230F4-78E6-52FD-C0A1-A29399A29C7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322CEEC-CF8C-3793-1E98-4A131E298FF6}"/>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1AAC1FE-CD5C-F7C9-24A6-9D2E4635B850}"/>
              </a:ext>
            </a:extLst>
          </p:cNvPr>
          <p:cNvSpPr>
            <a:spLocks noGrp="1"/>
          </p:cNvSpPr>
          <p:nvPr>
            <p:ph type="sldNum" sz="quarter" idx="5"/>
          </p:nvPr>
        </p:nvSpPr>
        <p:spPr/>
        <p:txBody>
          <a:bodyPr/>
          <a:lstStyle/>
          <a:p>
            <a:fld id="{E54D3FE2-D2E2-4D6B-A166-60C404FF1AD1}" type="slidenum">
              <a:rPr lang="fr-FR" smtClean="0"/>
              <a:t>10</a:t>
            </a:fld>
            <a:endParaRPr lang="fr-FR"/>
          </a:p>
        </p:txBody>
      </p:sp>
    </p:spTree>
    <p:extLst>
      <p:ext uri="{BB962C8B-B14F-4D97-AF65-F5344CB8AC3E}">
        <p14:creationId xmlns:p14="http://schemas.microsoft.com/office/powerpoint/2010/main" val="9283029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9E21C-9595-D3A8-592F-CA00B32405E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A1DB62A-493D-6C2C-D8DC-DEE38388F85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651AA97-4479-823B-A8B3-28B596BCFB15}"/>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BC762FD-13F2-9E17-D6A8-333DD66200C7}"/>
              </a:ext>
            </a:extLst>
          </p:cNvPr>
          <p:cNvSpPr>
            <a:spLocks noGrp="1"/>
          </p:cNvSpPr>
          <p:nvPr>
            <p:ph type="sldNum" sz="quarter" idx="5"/>
          </p:nvPr>
        </p:nvSpPr>
        <p:spPr/>
        <p:txBody>
          <a:bodyPr/>
          <a:lstStyle/>
          <a:p>
            <a:fld id="{E54D3FE2-D2E2-4D6B-A166-60C404FF1AD1}" type="slidenum">
              <a:rPr lang="fr-FR" smtClean="0"/>
              <a:t>11</a:t>
            </a:fld>
            <a:endParaRPr lang="fr-FR"/>
          </a:p>
        </p:txBody>
      </p:sp>
    </p:spTree>
    <p:extLst>
      <p:ext uri="{BB962C8B-B14F-4D97-AF65-F5344CB8AC3E}">
        <p14:creationId xmlns:p14="http://schemas.microsoft.com/office/powerpoint/2010/main" val="25124094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801886" y="1237197"/>
            <a:ext cx="9088041" cy="2631887"/>
          </a:xfrm>
        </p:spPr>
        <p:txBody>
          <a:bodyPr anchor="b"/>
          <a:lstStyle>
            <a:lvl1pPr algn="ctr">
              <a:defRPr sz="6614"/>
            </a:lvl1pPr>
          </a:lstStyle>
          <a:p>
            <a:r>
              <a:rPr lang="fr-FR"/>
              <a:t>Modifiez le style du titre</a:t>
            </a:r>
            <a:endParaRPr lang="en-US" dirty="0"/>
          </a:p>
        </p:txBody>
      </p:sp>
      <p:sp>
        <p:nvSpPr>
          <p:cNvPr id="3" name="Subtitle 2"/>
          <p:cNvSpPr>
            <a:spLocks noGrp="1"/>
          </p:cNvSpPr>
          <p:nvPr>
            <p:ph type="subTitle" idx="1"/>
          </p:nvPr>
        </p:nvSpPr>
        <p:spPr>
          <a:xfrm>
            <a:off x="1336477" y="3970580"/>
            <a:ext cx="8018860" cy="1825171"/>
          </a:xfrm>
        </p:spPr>
        <p:txBody>
          <a:bodyPr/>
          <a:lstStyle>
            <a:lvl1pPr marL="0" indent="0" algn="ctr">
              <a:buNone/>
              <a:defRPr sz="2646"/>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CED5BF01-E626-4A92-A119-F62A04D2CA4C}" type="datetimeFigureOut">
              <a:rPr lang="fr-FR" smtClean="0"/>
              <a:t>02/04/2025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62D256A2-0345-4846-8571-E9DAFEF9F3B3}" type="slidenum">
              <a:rPr lang="fr-FR" smtClean="0"/>
              <a:t>‹N°›</a:t>
            </a:fld>
            <a:endParaRPr lang="fr-FR"/>
          </a:p>
        </p:txBody>
      </p:sp>
      <p:sp>
        <p:nvSpPr>
          <p:cNvPr id="23" name="Rectangle 22">
            <a:extLst>
              <a:ext uri="{FF2B5EF4-FFF2-40B4-BE49-F238E27FC236}">
                <a16:creationId xmlns:a16="http://schemas.microsoft.com/office/drawing/2014/main" id="{4BF462CB-BBC5-DD11-EAFB-A6CB4B0037B3}"/>
              </a:ext>
            </a:extLst>
          </p:cNvPr>
          <p:cNvSpPr/>
          <p:nvPr userDrawn="1"/>
        </p:nvSpPr>
        <p:spPr>
          <a:xfrm>
            <a:off x="-1277048" y="5312454"/>
            <a:ext cx="1195348" cy="1148483"/>
          </a:xfrm>
          <a:prstGeom prst="rect">
            <a:avLst/>
          </a:prstGeom>
          <a:solidFill>
            <a:srgbClr val="FFFFFF">
              <a:lumMod val="9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32" name="Rectangle 31">
            <a:extLst>
              <a:ext uri="{FF2B5EF4-FFF2-40B4-BE49-F238E27FC236}">
                <a16:creationId xmlns:a16="http://schemas.microsoft.com/office/drawing/2014/main" id="{E91A5976-4D9D-B59F-3802-D84AB6AF404C}"/>
              </a:ext>
            </a:extLst>
          </p:cNvPr>
          <p:cNvSpPr/>
          <p:nvPr userDrawn="1"/>
        </p:nvSpPr>
        <p:spPr>
          <a:xfrm>
            <a:off x="-1282749" y="5242126"/>
            <a:ext cx="1195348" cy="1148483"/>
          </a:xfrm>
          <a:prstGeom prst="rect">
            <a:avLst/>
          </a:prstGeom>
          <a:solidFill>
            <a:srgbClr val="FFFFFF">
              <a:lumMod val="9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Tree>
    <p:extLst>
      <p:ext uri="{BB962C8B-B14F-4D97-AF65-F5344CB8AC3E}">
        <p14:creationId xmlns:p14="http://schemas.microsoft.com/office/powerpoint/2010/main" val="10873517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ED5BF01-E626-4A92-A119-F62A04D2CA4C}" type="datetimeFigureOut">
              <a:rPr lang="fr-FR" smtClean="0"/>
              <a:t>02/04/2025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62D256A2-0345-4846-8571-E9DAFEF9F3B3}" type="slidenum">
              <a:rPr lang="fr-FR" smtClean="0"/>
              <a:t>‹N°›</a:t>
            </a:fld>
            <a:endParaRPr lang="fr-FR"/>
          </a:p>
        </p:txBody>
      </p:sp>
    </p:spTree>
    <p:extLst>
      <p:ext uri="{BB962C8B-B14F-4D97-AF65-F5344CB8AC3E}">
        <p14:creationId xmlns:p14="http://schemas.microsoft.com/office/powerpoint/2010/main" val="14623814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729494" y="1884671"/>
            <a:ext cx="9221689" cy="3144614"/>
          </a:xfrm>
        </p:spPr>
        <p:txBody>
          <a:bodyPr anchor="b"/>
          <a:lstStyle>
            <a:lvl1pPr>
              <a:defRPr sz="6614"/>
            </a:lvl1pPr>
          </a:lstStyle>
          <a:p>
            <a:r>
              <a:rPr lang="fr-FR"/>
              <a:t>Modifiez le style du titre</a:t>
            </a:r>
            <a:endParaRPr lang="en-US" dirty="0"/>
          </a:p>
        </p:txBody>
      </p:sp>
      <p:sp>
        <p:nvSpPr>
          <p:cNvPr id="3" name="Text Placeholder 2"/>
          <p:cNvSpPr>
            <a:spLocks noGrp="1"/>
          </p:cNvSpPr>
          <p:nvPr>
            <p:ph type="body" idx="1"/>
          </p:nvPr>
        </p:nvSpPr>
        <p:spPr>
          <a:xfrm>
            <a:off x="729494" y="5059035"/>
            <a:ext cx="9221689" cy="1653678"/>
          </a:xfrm>
        </p:spPr>
        <p:txBody>
          <a:bodyPr/>
          <a:lstStyle>
            <a:lvl1pPr marL="0" indent="0">
              <a:buNone/>
              <a:defRPr sz="2646">
                <a:solidFill>
                  <a:schemeClr val="tx1">
                    <a:tint val="82000"/>
                  </a:schemeClr>
                </a:solidFill>
              </a:defRPr>
            </a:lvl1pPr>
            <a:lvl2pPr marL="503972" indent="0">
              <a:buNone/>
              <a:defRPr sz="2205">
                <a:solidFill>
                  <a:schemeClr val="tx1">
                    <a:tint val="82000"/>
                  </a:schemeClr>
                </a:solidFill>
              </a:defRPr>
            </a:lvl2pPr>
            <a:lvl3pPr marL="1007943" indent="0">
              <a:buNone/>
              <a:defRPr sz="1984">
                <a:solidFill>
                  <a:schemeClr val="tx1">
                    <a:tint val="82000"/>
                  </a:schemeClr>
                </a:solidFill>
              </a:defRPr>
            </a:lvl3pPr>
            <a:lvl4pPr marL="1511915" indent="0">
              <a:buNone/>
              <a:defRPr sz="1764">
                <a:solidFill>
                  <a:schemeClr val="tx1">
                    <a:tint val="82000"/>
                  </a:schemeClr>
                </a:solidFill>
              </a:defRPr>
            </a:lvl4pPr>
            <a:lvl5pPr marL="2015886" indent="0">
              <a:buNone/>
              <a:defRPr sz="1764">
                <a:solidFill>
                  <a:schemeClr val="tx1">
                    <a:tint val="82000"/>
                  </a:schemeClr>
                </a:solidFill>
              </a:defRPr>
            </a:lvl5pPr>
            <a:lvl6pPr marL="2519858" indent="0">
              <a:buNone/>
              <a:defRPr sz="1764">
                <a:solidFill>
                  <a:schemeClr val="tx1">
                    <a:tint val="82000"/>
                  </a:schemeClr>
                </a:solidFill>
              </a:defRPr>
            </a:lvl6pPr>
            <a:lvl7pPr marL="3023829" indent="0">
              <a:buNone/>
              <a:defRPr sz="1764">
                <a:solidFill>
                  <a:schemeClr val="tx1">
                    <a:tint val="82000"/>
                  </a:schemeClr>
                </a:solidFill>
              </a:defRPr>
            </a:lvl7pPr>
            <a:lvl8pPr marL="3527801" indent="0">
              <a:buNone/>
              <a:defRPr sz="1764">
                <a:solidFill>
                  <a:schemeClr val="tx1">
                    <a:tint val="82000"/>
                  </a:schemeClr>
                </a:solidFill>
              </a:defRPr>
            </a:lvl8pPr>
            <a:lvl9pPr marL="4031772" indent="0">
              <a:buNone/>
              <a:defRPr sz="1764">
                <a:solidFill>
                  <a:schemeClr val="tx1">
                    <a:tint val="82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CED5BF01-E626-4A92-A119-F62A04D2CA4C}" type="datetimeFigureOut">
              <a:rPr lang="fr-FR" smtClean="0"/>
              <a:t>02/04/2025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62D256A2-0345-4846-8571-E9DAFEF9F3B3}" type="slidenum">
              <a:rPr lang="fr-FR" smtClean="0"/>
              <a:t>‹N°›</a:t>
            </a:fld>
            <a:endParaRPr lang="fr-FR"/>
          </a:p>
        </p:txBody>
      </p:sp>
    </p:spTree>
    <p:extLst>
      <p:ext uri="{BB962C8B-B14F-4D97-AF65-F5344CB8AC3E}">
        <p14:creationId xmlns:p14="http://schemas.microsoft.com/office/powerpoint/2010/main" val="23527480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735062" y="2012414"/>
            <a:ext cx="4544021" cy="479654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412730" y="2012414"/>
            <a:ext cx="4544021" cy="479654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CED5BF01-E626-4A92-A119-F62A04D2CA4C}" type="datetimeFigureOut">
              <a:rPr lang="fr-FR" smtClean="0"/>
              <a:t>02/04/2025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62D256A2-0345-4846-8571-E9DAFEF9F3B3}" type="slidenum">
              <a:rPr lang="fr-FR" smtClean="0"/>
              <a:t>‹N°›</a:t>
            </a:fld>
            <a:endParaRPr lang="fr-FR"/>
          </a:p>
        </p:txBody>
      </p:sp>
    </p:spTree>
    <p:extLst>
      <p:ext uri="{BB962C8B-B14F-4D97-AF65-F5344CB8AC3E}">
        <p14:creationId xmlns:p14="http://schemas.microsoft.com/office/powerpoint/2010/main" val="18469103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736455" y="402484"/>
            <a:ext cx="9221689" cy="1461188"/>
          </a:xfrm>
        </p:spPr>
        <p:txBody>
          <a:bodyPr/>
          <a:lstStyle/>
          <a:p>
            <a:r>
              <a:rPr lang="fr-FR"/>
              <a:t>Modifiez le style du titre</a:t>
            </a:r>
            <a:endParaRPr lang="en-US" dirty="0"/>
          </a:p>
        </p:txBody>
      </p:sp>
      <p:sp>
        <p:nvSpPr>
          <p:cNvPr id="3" name="Text Placeholder 2"/>
          <p:cNvSpPr>
            <a:spLocks noGrp="1"/>
          </p:cNvSpPr>
          <p:nvPr>
            <p:ph type="body" idx="1"/>
          </p:nvPr>
        </p:nvSpPr>
        <p:spPr>
          <a:xfrm>
            <a:off x="736456" y="1853171"/>
            <a:ext cx="4523137" cy="908210"/>
          </a:xfrm>
        </p:spPr>
        <p:txBody>
          <a:bodyPr anchor="b"/>
          <a:lstStyle>
            <a:lvl1pPr marL="0" indent="0">
              <a:buNone/>
              <a:defRPr sz="2646" b="1"/>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fr-FR"/>
              <a:t>Cliquez pour modifier les styles du texte du masque</a:t>
            </a:r>
          </a:p>
        </p:txBody>
      </p:sp>
      <p:sp>
        <p:nvSpPr>
          <p:cNvPr id="4" name="Content Placeholder 3"/>
          <p:cNvSpPr>
            <a:spLocks noGrp="1"/>
          </p:cNvSpPr>
          <p:nvPr>
            <p:ph sz="half" idx="2"/>
          </p:nvPr>
        </p:nvSpPr>
        <p:spPr>
          <a:xfrm>
            <a:off x="736456" y="2761381"/>
            <a:ext cx="4523137" cy="406157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412731" y="1853171"/>
            <a:ext cx="4545413" cy="908210"/>
          </a:xfrm>
        </p:spPr>
        <p:txBody>
          <a:bodyPr anchor="b"/>
          <a:lstStyle>
            <a:lvl1pPr marL="0" indent="0">
              <a:buNone/>
              <a:defRPr sz="2646" b="1"/>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fr-FR"/>
              <a:t>Cliquez pour modifier les styles du texte du masque</a:t>
            </a:r>
          </a:p>
        </p:txBody>
      </p:sp>
      <p:sp>
        <p:nvSpPr>
          <p:cNvPr id="6" name="Content Placeholder 5"/>
          <p:cNvSpPr>
            <a:spLocks noGrp="1"/>
          </p:cNvSpPr>
          <p:nvPr>
            <p:ph sz="quarter" idx="4"/>
          </p:nvPr>
        </p:nvSpPr>
        <p:spPr>
          <a:xfrm>
            <a:off x="5412731" y="2761381"/>
            <a:ext cx="4545413" cy="406157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CED5BF01-E626-4A92-A119-F62A04D2CA4C}" type="datetimeFigureOut">
              <a:rPr lang="fr-FR" smtClean="0"/>
              <a:t>02/04/2025</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62D256A2-0345-4846-8571-E9DAFEF9F3B3}" type="slidenum">
              <a:rPr lang="fr-FR" smtClean="0"/>
              <a:t>‹N°›</a:t>
            </a:fld>
            <a:endParaRPr lang="fr-FR"/>
          </a:p>
        </p:txBody>
      </p:sp>
    </p:spTree>
    <p:extLst>
      <p:ext uri="{BB962C8B-B14F-4D97-AF65-F5344CB8AC3E}">
        <p14:creationId xmlns:p14="http://schemas.microsoft.com/office/powerpoint/2010/main" val="4159300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CED5BF01-E626-4A92-A119-F62A04D2CA4C}" type="datetimeFigureOut">
              <a:rPr lang="fr-FR" smtClean="0"/>
              <a:t>02/04/2025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62D256A2-0345-4846-8571-E9DAFEF9F3B3}" type="slidenum">
              <a:rPr lang="fr-FR" smtClean="0"/>
              <a:t>‹N°›</a:t>
            </a:fld>
            <a:endParaRPr lang="fr-FR"/>
          </a:p>
        </p:txBody>
      </p:sp>
    </p:spTree>
    <p:extLst>
      <p:ext uri="{BB962C8B-B14F-4D97-AF65-F5344CB8AC3E}">
        <p14:creationId xmlns:p14="http://schemas.microsoft.com/office/powerpoint/2010/main" val="3366565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D5BF01-E626-4A92-A119-F62A04D2CA4C}" type="datetimeFigureOut">
              <a:rPr lang="fr-FR" smtClean="0"/>
              <a:t>02/04/2025</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62D256A2-0345-4846-8571-E9DAFEF9F3B3}" type="slidenum">
              <a:rPr lang="fr-FR" smtClean="0"/>
              <a:t>‹N°›</a:t>
            </a:fld>
            <a:endParaRPr lang="fr-FR"/>
          </a:p>
        </p:txBody>
      </p:sp>
    </p:spTree>
    <p:extLst>
      <p:ext uri="{BB962C8B-B14F-4D97-AF65-F5344CB8AC3E}">
        <p14:creationId xmlns:p14="http://schemas.microsoft.com/office/powerpoint/2010/main" val="29353676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736455" y="503978"/>
            <a:ext cx="3448388" cy="1763924"/>
          </a:xfrm>
        </p:spPr>
        <p:txBody>
          <a:bodyPr anchor="b"/>
          <a:lstStyle>
            <a:lvl1pPr>
              <a:defRPr sz="3527"/>
            </a:lvl1pPr>
          </a:lstStyle>
          <a:p>
            <a:r>
              <a:rPr lang="fr-FR"/>
              <a:t>Modifiez le style du titre</a:t>
            </a:r>
            <a:endParaRPr lang="en-US" dirty="0"/>
          </a:p>
        </p:txBody>
      </p:sp>
      <p:sp>
        <p:nvSpPr>
          <p:cNvPr id="3" name="Content Placeholder 2"/>
          <p:cNvSpPr>
            <a:spLocks noGrp="1"/>
          </p:cNvSpPr>
          <p:nvPr>
            <p:ph idx="1"/>
          </p:nvPr>
        </p:nvSpPr>
        <p:spPr>
          <a:xfrm>
            <a:off x="4545413" y="1088455"/>
            <a:ext cx="5412730" cy="5372269"/>
          </a:xfrm>
        </p:spPr>
        <p:txBody>
          <a:bodyPr/>
          <a:lstStyle>
            <a:lvl1pPr>
              <a:defRPr sz="3527"/>
            </a:lvl1pPr>
            <a:lvl2pPr>
              <a:defRPr sz="3086"/>
            </a:lvl2pPr>
            <a:lvl3pPr>
              <a:defRPr sz="2646"/>
            </a:lvl3pPr>
            <a:lvl4pPr>
              <a:defRPr sz="2205"/>
            </a:lvl4pPr>
            <a:lvl5pPr>
              <a:defRPr sz="2205"/>
            </a:lvl5pPr>
            <a:lvl6pPr>
              <a:defRPr sz="2205"/>
            </a:lvl6pPr>
            <a:lvl7pPr>
              <a:defRPr sz="2205"/>
            </a:lvl7pPr>
            <a:lvl8pPr>
              <a:defRPr sz="2205"/>
            </a:lvl8pPr>
            <a:lvl9pPr>
              <a:defRPr sz="2205"/>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736455" y="2267902"/>
            <a:ext cx="3448388" cy="4201570"/>
          </a:xfrm>
        </p:spPr>
        <p:txBody>
          <a:bodyPr/>
          <a:lstStyle>
            <a:lvl1pPr marL="0" indent="0">
              <a:buNone/>
              <a:defRPr sz="1764"/>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ED5BF01-E626-4A92-A119-F62A04D2CA4C}" type="datetimeFigureOut">
              <a:rPr lang="fr-FR" smtClean="0"/>
              <a:t>02/04/2025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62D256A2-0345-4846-8571-E9DAFEF9F3B3}" type="slidenum">
              <a:rPr lang="fr-FR" smtClean="0"/>
              <a:t>‹N°›</a:t>
            </a:fld>
            <a:endParaRPr lang="fr-FR"/>
          </a:p>
        </p:txBody>
      </p:sp>
    </p:spTree>
    <p:extLst>
      <p:ext uri="{BB962C8B-B14F-4D97-AF65-F5344CB8AC3E}">
        <p14:creationId xmlns:p14="http://schemas.microsoft.com/office/powerpoint/2010/main" val="1147573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736455" y="503978"/>
            <a:ext cx="3448388" cy="1763924"/>
          </a:xfrm>
        </p:spPr>
        <p:txBody>
          <a:bodyPr anchor="b"/>
          <a:lstStyle>
            <a:lvl1pPr>
              <a:defRPr sz="3527"/>
            </a:lvl1pPr>
          </a:lstStyle>
          <a:p>
            <a:r>
              <a:rPr lang="fr-FR"/>
              <a:t>Modifiez le style du titre</a:t>
            </a:r>
            <a:endParaRPr lang="en-US" dirty="0"/>
          </a:p>
        </p:txBody>
      </p:sp>
      <p:sp>
        <p:nvSpPr>
          <p:cNvPr id="3" name="Picture Placeholder 2"/>
          <p:cNvSpPr>
            <a:spLocks noGrp="1" noChangeAspect="1"/>
          </p:cNvSpPr>
          <p:nvPr>
            <p:ph type="pic" idx="1"/>
          </p:nvPr>
        </p:nvSpPr>
        <p:spPr>
          <a:xfrm>
            <a:off x="4545413" y="1088455"/>
            <a:ext cx="5412730" cy="5372269"/>
          </a:xfrm>
        </p:spPr>
        <p:txBody>
          <a:bodyPr anchor="t"/>
          <a:lstStyle>
            <a:lvl1pPr marL="0" indent="0">
              <a:buNone/>
              <a:defRPr sz="3527"/>
            </a:lvl1pPr>
            <a:lvl2pPr marL="503972" indent="0">
              <a:buNone/>
              <a:defRPr sz="3086"/>
            </a:lvl2pPr>
            <a:lvl3pPr marL="1007943" indent="0">
              <a:buNone/>
              <a:defRPr sz="2646"/>
            </a:lvl3pPr>
            <a:lvl4pPr marL="1511915" indent="0">
              <a:buNone/>
              <a:defRPr sz="2205"/>
            </a:lvl4pPr>
            <a:lvl5pPr marL="2015886" indent="0">
              <a:buNone/>
              <a:defRPr sz="2205"/>
            </a:lvl5pPr>
            <a:lvl6pPr marL="2519858" indent="0">
              <a:buNone/>
              <a:defRPr sz="2205"/>
            </a:lvl6pPr>
            <a:lvl7pPr marL="3023829" indent="0">
              <a:buNone/>
              <a:defRPr sz="2205"/>
            </a:lvl7pPr>
            <a:lvl8pPr marL="3527801" indent="0">
              <a:buNone/>
              <a:defRPr sz="2205"/>
            </a:lvl8pPr>
            <a:lvl9pPr marL="4031772" indent="0">
              <a:buNone/>
              <a:defRPr sz="2205"/>
            </a:lvl9pPr>
          </a:lstStyle>
          <a:p>
            <a:r>
              <a:rPr lang="fr-FR"/>
              <a:t>Cliquez sur l'icône pour ajouter une image</a:t>
            </a:r>
            <a:endParaRPr lang="en-US" dirty="0"/>
          </a:p>
        </p:txBody>
      </p:sp>
      <p:sp>
        <p:nvSpPr>
          <p:cNvPr id="4" name="Text Placeholder 3"/>
          <p:cNvSpPr>
            <a:spLocks noGrp="1"/>
          </p:cNvSpPr>
          <p:nvPr>
            <p:ph type="body" sz="half" idx="2"/>
          </p:nvPr>
        </p:nvSpPr>
        <p:spPr>
          <a:xfrm>
            <a:off x="736455" y="2267902"/>
            <a:ext cx="3448388" cy="4201570"/>
          </a:xfrm>
        </p:spPr>
        <p:txBody>
          <a:bodyPr/>
          <a:lstStyle>
            <a:lvl1pPr marL="0" indent="0">
              <a:buNone/>
              <a:defRPr sz="1764"/>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ED5BF01-E626-4A92-A119-F62A04D2CA4C}" type="datetimeFigureOut">
              <a:rPr lang="fr-FR" smtClean="0"/>
              <a:t>02/04/2025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62D256A2-0345-4846-8571-E9DAFEF9F3B3}" type="slidenum">
              <a:rPr lang="fr-FR" smtClean="0"/>
              <a:t>‹N°›</a:t>
            </a:fld>
            <a:endParaRPr lang="fr-FR"/>
          </a:p>
        </p:txBody>
      </p:sp>
    </p:spTree>
    <p:extLst>
      <p:ext uri="{BB962C8B-B14F-4D97-AF65-F5344CB8AC3E}">
        <p14:creationId xmlns:p14="http://schemas.microsoft.com/office/powerpoint/2010/main" val="4229248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ED5BF01-E626-4A92-A119-F62A04D2CA4C}" type="datetimeFigureOut">
              <a:rPr lang="fr-FR" smtClean="0"/>
              <a:t>02/04/2025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62D256A2-0345-4846-8571-E9DAFEF9F3B3}" type="slidenum">
              <a:rPr lang="fr-FR" smtClean="0"/>
              <a:t>‹N°›</a:t>
            </a:fld>
            <a:endParaRPr lang="fr-FR"/>
          </a:p>
        </p:txBody>
      </p:sp>
    </p:spTree>
    <p:extLst>
      <p:ext uri="{BB962C8B-B14F-4D97-AF65-F5344CB8AC3E}">
        <p14:creationId xmlns:p14="http://schemas.microsoft.com/office/powerpoint/2010/main" val="21467129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51329" y="402483"/>
            <a:ext cx="2305422" cy="6406475"/>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735063" y="402483"/>
            <a:ext cx="6782619" cy="640647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ED5BF01-E626-4A92-A119-F62A04D2CA4C}" type="datetimeFigureOut">
              <a:rPr lang="fr-FR" smtClean="0"/>
              <a:t>02/04/2025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62D256A2-0345-4846-8571-E9DAFEF9F3B3}" type="slidenum">
              <a:rPr lang="fr-FR" smtClean="0"/>
              <a:t>‹N°›</a:t>
            </a:fld>
            <a:endParaRPr lang="fr-FR"/>
          </a:p>
        </p:txBody>
      </p:sp>
    </p:spTree>
    <p:extLst>
      <p:ext uri="{BB962C8B-B14F-4D97-AF65-F5344CB8AC3E}">
        <p14:creationId xmlns:p14="http://schemas.microsoft.com/office/powerpoint/2010/main" val="21070932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35062" y="402484"/>
            <a:ext cx="9221689" cy="1461188"/>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735062" y="2012414"/>
            <a:ext cx="9221689" cy="4796544"/>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35062" y="7006700"/>
            <a:ext cx="2405658" cy="402483"/>
          </a:xfrm>
          <a:prstGeom prst="rect">
            <a:avLst/>
          </a:prstGeom>
        </p:spPr>
        <p:txBody>
          <a:bodyPr vert="horz" lIns="91440" tIns="45720" rIns="91440" bIns="45720" rtlCol="0" anchor="ctr"/>
          <a:lstStyle>
            <a:lvl1pPr algn="l">
              <a:defRPr sz="1323">
                <a:solidFill>
                  <a:schemeClr val="tx1">
                    <a:tint val="82000"/>
                  </a:schemeClr>
                </a:solidFill>
              </a:defRPr>
            </a:lvl1pPr>
          </a:lstStyle>
          <a:p>
            <a:fld id="{CED5BF01-E626-4A92-A119-F62A04D2CA4C}" type="datetimeFigureOut">
              <a:rPr lang="fr-FR" smtClean="0"/>
              <a:t>02/04/2025</a:t>
            </a:fld>
            <a:endParaRPr lang="fr-FR"/>
          </a:p>
        </p:txBody>
      </p:sp>
      <p:sp>
        <p:nvSpPr>
          <p:cNvPr id="5" name="Footer Placeholder 4"/>
          <p:cNvSpPr>
            <a:spLocks noGrp="1"/>
          </p:cNvSpPr>
          <p:nvPr>
            <p:ph type="ftr" sz="quarter" idx="3"/>
          </p:nvPr>
        </p:nvSpPr>
        <p:spPr>
          <a:xfrm>
            <a:off x="3541663" y="7006700"/>
            <a:ext cx="3608487" cy="402483"/>
          </a:xfrm>
          <a:prstGeom prst="rect">
            <a:avLst/>
          </a:prstGeom>
        </p:spPr>
        <p:txBody>
          <a:bodyPr vert="horz" lIns="91440" tIns="45720" rIns="91440" bIns="45720" rtlCol="0" anchor="ctr"/>
          <a:lstStyle>
            <a:lvl1pPr algn="ctr">
              <a:defRPr sz="1323">
                <a:solidFill>
                  <a:schemeClr val="tx1">
                    <a:tint val="82000"/>
                  </a:schemeClr>
                </a:solidFill>
              </a:defRPr>
            </a:lvl1pPr>
          </a:lstStyle>
          <a:p>
            <a:endParaRPr lang="fr-FR"/>
          </a:p>
        </p:txBody>
      </p:sp>
      <p:sp>
        <p:nvSpPr>
          <p:cNvPr id="6" name="Slide Number Placeholder 5"/>
          <p:cNvSpPr>
            <a:spLocks noGrp="1"/>
          </p:cNvSpPr>
          <p:nvPr>
            <p:ph type="sldNum" sz="quarter" idx="4"/>
          </p:nvPr>
        </p:nvSpPr>
        <p:spPr>
          <a:xfrm>
            <a:off x="7551093" y="7006700"/>
            <a:ext cx="2405658" cy="402483"/>
          </a:xfrm>
          <a:prstGeom prst="rect">
            <a:avLst/>
          </a:prstGeom>
        </p:spPr>
        <p:txBody>
          <a:bodyPr vert="horz" lIns="91440" tIns="45720" rIns="91440" bIns="45720" rtlCol="0" anchor="ctr"/>
          <a:lstStyle>
            <a:lvl1pPr algn="r">
              <a:defRPr sz="1323">
                <a:solidFill>
                  <a:schemeClr val="tx1">
                    <a:tint val="82000"/>
                  </a:schemeClr>
                </a:solidFill>
              </a:defRPr>
            </a:lvl1pPr>
          </a:lstStyle>
          <a:p>
            <a:fld id="{62D256A2-0345-4846-8571-E9DAFEF9F3B3}" type="slidenum">
              <a:rPr lang="fr-FR" smtClean="0"/>
              <a:t>‹N°›</a:t>
            </a:fld>
            <a:endParaRPr lang="fr-FR"/>
          </a:p>
        </p:txBody>
      </p:sp>
    </p:spTree>
    <p:extLst>
      <p:ext uri="{BB962C8B-B14F-4D97-AF65-F5344CB8AC3E}">
        <p14:creationId xmlns:p14="http://schemas.microsoft.com/office/powerpoint/2010/main" val="119394061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007943" rtl="0" eaLnBrk="1" latinLnBrk="0" hangingPunct="1">
        <a:lnSpc>
          <a:spcPct val="90000"/>
        </a:lnSpc>
        <a:spcBef>
          <a:spcPct val="0"/>
        </a:spcBef>
        <a:buNone/>
        <a:defRPr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0" hangingPunct="1">
        <a:defRPr sz="1984" kern="1200">
          <a:solidFill>
            <a:schemeClr val="tx1"/>
          </a:solidFill>
          <a:latin typeface="+mn-lt"/>
          <a:ea typeface="+mn-ea"/>
          <a:cs typeface="+mn-cs"/>
        </a:defRPr>
      </a:lvl1pPr>
      <a:lvl2pPr marL="503972" algn="l" defTabSz="1007943" rtl="0" eaLnBrk="1" latinLnBrk="0" hangingPunct="1">
        <a:defRPr sz="1984" kern="1200">
          <a:solidFill>
            <a:schemeClr val="tx1"/>
          </a:solidFill>
          <a:latin typeface="+mn-lt"/>
          <a:ea typeface="+mn-ea"/>
          <a:cs typeface="+mn-cs"/>
        </a:defRPr>
      </a:lvl2pPr>
      <a:lvl3pPr marL="1007943" algn="l" defTabSz="1007943" rtl="0" eaLnBrk="1" latinLnBrk="0" hangingPunct="1">
        <a:defRPr sz="1984" kern="1200">
          <a:solidFill>
            <a:schemeClr val="tx1"/>
          </a:solidFill>
          <a:latin typeface="+mn-lt"/>
          <a:ea typeface="+mn-ea"/>
          <a:cs typeface="+mn-cs"/>
        </a:defRPr>
      </a:lvl3pPr>
      <a:lvl4pPr marL="1511915" algn="l" defTabSz="1007943" rtl="0" eaLnBrk="1" latinLnBrk="0" hangingPunct="1">
        <a:defRPr sz="1984" kern="1200">
          <a:solidFill>
            <a:schemeClr val="tx1"/>
          </a:solidFill>
          <a:latin typeface="+mn-lt"/>
          <a:ea typeface="+mn-ea"/>
          <a:cs typeface="+mn-cs"/>
        </a:defRPr>
      </a:lvl4pPr>
      <a:lvl5pPr marL="2015886" algn="l" defTabSz="1007943" rtl="0" eaLnBrk="1" latinLnBrk="0" hangingPunct="1">
        <a:defRPr sz="1984" kern="1200">
          <a:solidFill>
            <a:schemeClr val="tx1"/>
          </a:solidFill>
          <a:latin typeface="+mn-lt"/>
          <a:ea typeface="+mn-ea"/>
          <a:cs typeface="+mn-cs"/>
        </a:defRPr>
      </a:lvl5pPr>
      <a:lvl6pPr marL="2519858" algn="l" defTabSz="1007943" rtl="0" eaLnBrk="1" latinLnBrk="0" hangingPunct="1">
        <a:defRPr sz="1984" kern="1200">
          <a:solidFill>
            <a:schemeClr val="tx1"/>
          </a:solidFill>
          <a:latin typeface="+mn-lt"/>
          <a:ea typeface="+mn-ea"/>
          <a:cs typeface="+mn-cs"/>
        </a:defRPr>
      </a:lvl6pPr>
      <a:lvl7pPr marL="3023829" algn="l" defTabSz="1007943" rtl="0" eaLnBrk="1" latinLnBrk="0" hangingPunct="1">
        <a:defRPr sz="1984" kern="1200">
          <a:solidFill>
            <a:schemeClr val="tx1"/>
          </a:solidFill>
          <a:latin typeface="+mn-lt"/>
          <a:ea typeface="+mn-ea"/>
          <a:cs typeface="+mn-cs"/>
        </a:defRPr>
      </a:lvl7pPr>
      <a:lvl8pPr marL="3527801" algn="l" defTabSz="1007943" rtl="0" eaLnBrk="1" latinLnBrk="0" hangingPunct="1">
        <a:defRPr sz="1984" kern="1200">
          <a:solidFill>
            <a:schemeClr val="tx1"/>
          </a:solidFill>
          <a:latin typeface="+mn-lt"/>
          <a:ea typeface="+mn-ea"/>
          <a:cs typeface="+mn-cs"/>
        </a:defRPr>
      </a:lvl8pPr>
      <a:lvl9pPr marL="4031772" algn="l" defTabSz="1007943" rtl="0" eaLnBrk="1" latinLnBrk="0" hangingPunct="1">
        <a:defRPr sz="198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hyperlink" Target="https://www.kaleio.fr/users/4979060" TargetMode="External"/><Relationship Id="rId5" Type="http://schemas.openxmlformats.org/officeDocument/2006/relationships/image" Target="../media/image7.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s://www.kaleio.fr/users/4979060" TargetMode="External"/><Relationship Id="rId5" Type="http://schemas.openxmlformats.org/officeDocument/2006/relationships/image" Target="../media/image7.sv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www.kaleio.fr/users/4979060" TargetMode="External"/><Relationship Id="rId5" Type="http://schemas.openxmlformats.org/officeDocument/2006/relationships/image" Target="../media/image7.sv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hyperlink" Target="https://www.kaleio.fr/users/4979060" TargetMode="External"/><Relationship Id="rId5" Type="http://schemas.openxmlformats.org/officeDocument/2006/relationships/image" Target="../media/image7.sv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hyperlink" Target="https://www.kaleio.fr/users/4979060" TargetMode="External"/><Relationship Id="rId5" Type="http://schemas.openxmlformats.org/officeDocument/2006/relationships/image" Target="../media/image7.sv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hyperlink" Target="https://www.kaleio.fr/users/4979060" TargetMode="External"/><Relationship Id="rId5" Type="http://schemas.openxmlformats.org/officeDocument/2006/relationships/image" Target="../media/image7.sv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hyperlink" Target="https://www.kaleio.fr/users/4979060" TargetMode="External"/><Relationship Id="rId5" Type="http://schemas.openxmlformats.org/officeDocument/2006/relationships/image" Target="../media/image7.sv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https://www.kaleio.fr/users/4979060" TargetMode="External"/><Relationship Id="rId5" Type="http://schemas.openxmlformats.org/officeDocument/2006/relationships/image" Target="../media/image7.sv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https://www.kaleio.fr/users/4979060" TargetMode="External"/><Relationship Id="rId5" Type="http://schemas.openxmlformats.org/officeDocument/2006/relationships/image" Target="../media/image7.sv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8" Type="http://schemas.openxmlformats.org/officeDocument/2006/relationships/hyperlink" Target="https://www.kaleio.fr/users/7349317" TargetMode="External"/><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B1C5EE51-852D-288E-4369-8BCBD927759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480002" y="6920785"/>
            <a:ext cx="1511978" cy="386904"/>
          </a:xfrm>
          <a:prstGeom prst="rect">
            <a:avLst/>
          </a:prstGeom>
        </p:spPr>
      </p:pic>
      <p:sp>
        <p:nvSpPr>
          <p:cNvPr id="8" name="Rectangle 7">
            <a:extLst>
              <a:ext uri="{FF2B5EF4-FFF2-40B4-BE49-F238E27FC236}">
                <a16:creationId xmlns:a16="http://schemas.microsoft.com/office/drawing/2014/main" id="{9CFAADFF-0F24-9C96-CAB1-29FCB6F9A679}"/>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a:p>
        </p:txBody>
      </p:sp>
      <p:sp>
        <p:nvSpPr>
          <p:cNvPr id="49" name="Espace réservé du texte 1">
            <a:extLst>
              <a:ext uri="{FF2B5EF4-FFF2-40B4-BE49-F238E27FC236}">
                <a16:creationId xmlns:a16="http://schemas.microsoft.com/office/drawing/2014/main" id="{D396FC7C-B400-79C4-BBE7-A6A83C8779AE}"/>
              </a:ext>
            </a:extLst>
          </p:cNvPr>
          <p:cNvSpPr txBox="1">
            <a:spLocks/>
          </p:cNvSpPr>
          <p:nvPr/>
        </p:nvSpPr>
        <p:spPr>
          <a:xfrm>
            <a:off x="644643" y="629053"/>
            <a:ext cx="4795519" cy="1101370"/>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mj-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200" b="0"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3200" b="1" i="0" u="none" strike="noStrike" kern="1200" cap="none" spc="0" normalizeH="0" baseline="0" noProof="0" dirty="0">
                <a:ln>
                  <a:noFill/>
                </a:ln>
                <a:solidFill>
                  <a:srgbClr val="434341"/>
                </a:solidFill>
                <a:effectLst/>
                <a:uLnTx/>
                <a:uFillTx/>
                <a:latin typeface="Century Gothic"/>
                <a:ea typeface="+mn-ea"/>
                <a:cs typeface="Arial" panose="020B0604020202020204" pitchFamily="34" charset="0"/>
              </a:rPr>
              <a:t>KOESIO AQUITAINE</a:t>
            </a:r>
          </a:p>
        </p:txBody>
      </p:sp>
      <p:sp>
        <p:nvSpPr>
          <p:cNvPr id="50" name="Espace réservé du texte 3">
            <a:extLst>
              <a:ext uri="{FF2B5EF4-FFF2-40B4-BE49-F238E27FC236}">
                <a16:creationId xmlns:a16="http://schemas.microsoft.com/office/drawing/2014/main" id="{A5983599-21EB-F312-6976-FE349059C44F}"/>
              </a:ext>
            </a:extLst>
          </p:cNvPr>
          <p:cNvSpPr txBox="1">
            <a:spLocks/>
          </p:cNvSpPr>
          <p:nvPr/>
        </p:nvSpPr>
        <p:spPr>
          <a:xfrm>
            <a:off x="5143770" y="1654254"/>
            <a:ext cx="5009606" cy="3113238"/>
          </a:xfrm>
          <a:prstGeom prst="rect">
            <a:avLst/>
          </a:prstGeom>
        </p:spPr>
        <p:txBody>
          <a:bodyPr/>
          <a:lstStyle>
            <a:lvl1pPr marL="228600" indent="-228600" algn="l" defTabSz="914400" rtl="0" eaLnBrk="1" latinLnBrk="0" hangingPunct="1">
              <a:lnSpc>
                <a:spcPct val="90000"/>
              </a:lnSpc>
              <a:spcBef>
                <a:spcPts val="1000"/>
              </a:spcBef>
              <a:buClr>
                <a:schemeClr val="bg2"/>
              </a:buClr>
              <a:buFont typeface="Arial Nova" panose="020B0504020202020204" pitchFamily="34" charset="0"/>
              <a:buChar char="&gt;"/>
              <a:defRPr sz="24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Clr>
                <a:schemeClr val="bg2"/>
              </a:buClr>
              <a:buFont typeface="Arial Nova" panose="020B0504020202020204" pitchFamily="34" charset="0"/>
              <a:buChar char="&gt;"/>
              <a:defRPr sz="20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bg2"/>
              </a:buClr>
              <a:buFont typeface="Arial Nova" panose="020B0504020202020204" pitchFamily="34" charset="0"/>
              <a:buChar char="&gt;"/>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bg2"/>
              </a:buClr>
              <a:buFont typeface="Arial Nova" panose="020B0504020202020204" pitchFamily="34" charset="0"/>
              <a:buChar char="&gt;"/>
              <a:defRPr sz="14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bg2"/>
              </a:buClr>
              <a:buFont typeface="Arial Nova" panose="020B0504020202020204" pitchFamily="34" charset="0"/>
              <a:buChar char="&gt;"/>
              <a:defRPr sz="14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
                <a:srgbClr val="E94B57"/>
              </a:buClr>
              <a:buSzTx/>
              <a:buFont typeface="Arial Nova" panose="020B0504020202020204" pitchFamily="34" charset="0"/>
              <a:buChar char="&gt;"/>
              <a:tabLst/>
              <a:defRPr/>
            </a:pPr>
            <a:r>
              <a:rPr kumimoji="0" lang="fr-FR" sz="1600" b="0" i="0" u="none" strike="noStrike" kern="1200" cap="none" spc="0" normalizeH="0" baseline="0" noProof="0" dirty="0">
                <a:ln>
                  <a:noFill/>
                </a:ln>
                <a:solidFill>
                  <a:srgbClr val="434341"/>
                </a:solidFill>
                <a:effectLst/>
                <a:uLnTx/>
                <a:uFillTx/>
                <a:latin typeface="Arial Nova"/>
                <a:ea typeface="+mn-ea"/>
                <a:cs typeface="Arial" panose="020B0604020202020204" pitchFamily="34" charset="0"/>
              </a:rPr>
              <a:t>Koesio Aquitaine, résulte de l’alliance de </a:t>
            </a:r>
            <a:r>
              <a:rPr kumimoji="0" lang="fr-FR" sz="1600" b="0" i="0" u="none" strike="noStrike" kern="1200" cap="none" spc="0" normalizeH="0" baseline="0" noProof="0" dirty="0" err="1">
                <a:ln>
                  <a:noFill/>
                </a:ln>
                <a:solidFill>
                  <a:srgbClr val="434341"/>
                </a:solidFill>
                <a:effectLst/>
                <a:uLnTx/>
                <a:uFillTx/>
                <a:latin typeface="Arial Nova"/>
                <a:ea typeface="+mn-ea"/>
                <a:cs typeface="Arial" panose="020B0604020202020204" pitchFamily="34" charset="0"/>
              </a:rPr>
              <a:t>Jeapi</a:t>
            </a:r>
            <a:r>
              <a:rPr kumimoji="0" lang="fr-FR" sz="1600" b="0" i="0" u="none" strike="noStrike" kern="1200" cap="none" spc="0" normalizeH="0" baseline="0" noProof="0" dirty="0">
                <a:ln>
                  <a:noFill/>
                </a:ln>
                <a:solidFill>
                  <a:srgbClr val="434341"/>
                </a:solidFill>
                <a:effectLst/>
                <a:uLnTx/>
                <a:uFillTx/>
                <a:latin typeface="Arial Nova"/>
                <a:ea typeface="+mn-ea"/>
                <a:cs typeface="Arial" panose="020B0604020202020204" pitchFamily="34" charset="0"/>
              </a:rPr>
              <a:t>, C’Pro Sud, </a:t>
            </a:r>
            <a:r>
              <a:rPr kumimoji="0" lang="fr-FR" sz="1600" b="0" i="0" u="none" strike="noStrike" kern="1200" cap="none" spc="0" normalizeH="0" baseline="0" noProof="0" dirty="0" err="1">
                <a:ln>
                  <a:noFill/>
                </a:ln>
                <a:solidFill>
                  <a:srgbClr val="434341"/>
                </a:solidFill>
                <a:effectLst/>
                <a:uLnTx/>
                <a:uFillTx/>
                <a:latin typeface="Arial Nova"/>
                <a:ea typeface="+mn-ea"/>
                <a:cs typeface="Arial" panose="020B0604020202020204" pitchFamily="34" charset="0"/>
              </a:rPr>
              <a:t>NetMakers</a:t>
            </a:r>
            <a:r>
              <a:rPr kumimoji="0" lang="fr-FR" sz="1600" b="0" i="0" u="none" strike="noStrike" kern="1200" cap="none" spc="0" normalizeH="0" baseline="0" noProof="0" dirty="0">
                <a:ln>
                  <a:noFill/>
                </a:ln>
                <a:solidFill>
                  <a:srgbClr val="434341"/>
                </a:solidFill>
                <a:effectLst/>
                <a:uLnTx/>
                <a:uFillTx/>
                <a:latin typeface="Arial Nova"/>
                <a:ea typeface="+mn-ea"/>
                <a:cs typeface="Arial" panose="020B0604020202020204" pitchFamily="34" charset="0"/>
              </a:rPr>
              <a:t>, </a:t>
            </a:r>
            <a:r>
              <a:rPr kumimoji="0" lang="fr-FR" sz="1600" b="0" i="0" u="none" strike="noStrike" kern="1200" cap="none" spc="0" normalizeH="0" baseline="0" noProof="0" dirty="0" err="1">
                <a:ln>
                  <a:noFill/>
                </a:ln>
                <a:solidFill>
                  <a:srgbClr val="434341"/>
                </a:solidFill>
                <a:effectLst/>
                <a:uLnTx/>
                <a:uFillTx/>
                <a:latin typeface="Arial Nova"/>
                <a:ea typeface="+mn-ea"/>
                <a:cs typeface="Arial" panose="020B0604020202020204" pitchFamily="34" charset="0"/>
              </a:rPr>
              <a:t>Soram</a:t>
            </a:r>
            <a:r>
              <a:rPr kumimoji="0" lang="fr-FR" sz="1600" b="0" i="0" u="none" strike="noStrike" kern="1200" cap="none" spc="0" normalizeH="0" baseline="0" noProof="0" dirty="0">
                <a:ln>
                  <a:noFill/>
                </a:ln>
                <a:solidFill>
                  <a:srgbClr val="434341"/>
                </a:solidFill>
                <a:effectLst/>
                <a:uLnTx/>
                <a:uFillTx/>
                <a:latin typeface="Arial Nova"/>
                <a:ea typeface="+mn-ea"/>
                <a:cs typeface="Arial" panose="020B0604020202020204" pitchFamily="34" charset="0"/>
              </a:rPr>
              <a:t>, </a:t>
            </a:r>
            <a:r>
              <a:rPr kumimoji="0" lang="fr-FR" sz="1600" b="0" i="0" u="none" strike="noStrike" kern="1200" cap="none" spc="0" normalizeH="0" baseline="0" noProof="0" dirty="0" err="1">
                <a:ln>
                  <a:noFill/>
                </a:ln>
                <a:solidFill>
                  <a:srgbClr val="434341"/>
                </a:solidFill>
                <a:effectLst/>
                <a:uLnTx/>
                <a:uFillTx/>
                <a:latin typeface="Arial Nova"/>
                <a:ea typeface="+mn-ea"/>
                <a:cs typeface="Arial" panose="020B0604020202020204" pitchFamily="34" charset="0"/>
              </a:rPr>
              <a:t>Koden</a:t>
            </a:r>
            <a:r>
              <a:rPr kumimoji="0" lang="fr-FR" sz="1600" b="0" i="0" u="none" strike="noStrike" kern="1200" cap="none" spc="0" normalizeH="0" baseline="0" noProof="0" dirty="0">
                <a:ln>
                  <a:noFill/>
                </a:ln>
                <a:solidFill>
                  <a:srgbClr val="434341"/>
                </a:solidFill>
                <a:effectLst/>
                <a:uLnTx/>
                <a:uFillTx/>
                <a:latin typeface="Arial Nova"/>
                <a:ea typeface="+mn-ea"/>
                <a:cs typeface="Arial" panose="020B0604020202020204" pitchFamily="34" charset="0"/>
              </a:rPr>
              <a:t>, R2S, Interface, Neva, </a:t>
            </a:r>
            <a:r>
              <a:rPr kumimoji="0" lang="fr-FR" sz="1600" b="0" i="0" u="none" strike="noStrike" kern="1200" cap="none" spc="0" normalizeH="0" baseline="0" noProof="0" dirty="0" err="1">
                <a:ln>
                  <a:noFill/>
                </a:ln>
                <a:solidFill>
                  <a:srgbClr val="434341"/>
                </a:solidFill>
                <a:effectLst/>
                <a:uLnTx/>
                <a:uFillTx/>
                <a:latin typeface="Arial Nova"/>
                <a:ea typeface="+mn-ea"/>
                <a:cs typeface="Arial" panose="020B0604020202020204" pitchFamily="34" charset="0"/>
              </a:rPr>
              <a:t>MédiaIP</a:t>
            </a:r>
            <a:r>
              <a:rPr lang="fr-FR" sz="1600" dirty="0">
                <a:solidFill>
                  <a:srgbClr val="434341"/>
                </a:solidFill>
                <a:latin typeface="Arial Nova"/>
              </a:rPr>
              <a:t> et </a:t>
            </a:r>
            <a:r>
              <a:rPr lang="fr-FR" sz="1600" dirty="0" err="1">
                <a:solidFill>
                  <a:srgbClr val="434341"/>
                </a:solidFill>
                <a:latin typeface="Arial Nova"/>
              </a:rPr>
              <a:t>ABCentre</a:t>
            </a:r>
            <a:r>
              <a:rPr kumimoji="0" lang="fr-FR" sz="1600" b="0" i="0" u="none" strike="noStrike" kern="1200" cap="none" spc="0" normalizeH="0" baseline="0" noProof="0" dirty="0">
                <a:ln>
                  <a:noFill/>
                </a:ln>
                <a:solidFill>
                  <a:srgbClr val="434341"/>
                </a:solidFill>
                <a:effectLst/>
                <a:uLnTx/>
                <a:uFillTx/>
                <a:latin typeface="Arial Nova"/>
                <a:ea typeface="+mn-ea"/>
                <a:cs typeface="Arial" panose="020B0604020202020204" pitchFamily="34" charset="0"/>
              </a:rPr>
              <a:t>. Cette organisation se positionne comme un acteur incontournable sur toute l’Aquitaine. </a:t>
            </a:r>
          </a:p>
          <a:p>
            <a:pPr marL="0" marR="0" lvl="0" indent="0" algn="l" defTabSz="914400" rtl="0" eaLnBrk="1" fontAlgn="auto" latinLnBrk="0" hangingPunct="1">
              <a:lnSpc>
                <a:spcPct val="90000"/>
              </a:lnSpc>
              <a:spcBef>
                <a:spcPts val="1000"/>
              </a:spcBef>
              <a:spcAft>
                <a:spcPts val="0"/>
              </a:spcAft>
              <a:buClr>
                <a:srgbClr val="E94B57"/>
              </a:buClr>
              <a:buSzTx/>
              <a:buNone/>
              <a:tabLst/>
              <a:defRPr/>
            </a:pPr>
            <a:endParaRPr kumimoji="0" lang="fr-FR" sz="1600" b="0" i="0" u="none" strike="noStrike" kern="1200" cap="none" spc="0" normalizeH="0" baseline="0" noProof="0" dirty="0">
              <a:ln>
                <a:noFill/>
              </a:ln>
              <a:solidFill>
                <a:srgbClr val="434341"/>
              </a:solidFill>
              <a:effectLst/>
              <a:uLnTx/>
              <a:uFillTx/>
              <a:latin typeface="Arial Nova"/>
              <a:ea typeface="+mn-ea"/>
              <a:cs typeface="Arial" panose="020B0604020202020204" pitchFamily="34" charset="0"/>
            </a:endParaRPr>
          </a:p>
          <a:p>
            <a:pPr marL="228600" marR="0" lvl="0" indent="-228600" algn="l" defTabSz="914400" rtl="0" eaLnBrk="1" fontAlgn="auto" latinLnBrk="0" hangingPunct="1">
              <a:lnSpc>
                <a:spcPct val="90000"/>
              </a:lnSpc>
              <a:spcBef>
                <a:spcPts val="1000"/>
              </a:spcBef>
              <a:spcAft>
                <a:spcPts val="0"/>
              </a:spcAft>
              <a:buClr>
                <a:srgbClr val="E94B57"/>
              </a:buClr>
              <a:buSzTx/>
              <a:buFont typeface="Arial Nova" panose="020B0504020202020204" pitchFamily="34" charset="0"/>
              <a:buChar char="&gt;"/>
              <a:tabLst/>
              <a:defRPr/>
            </a:pPr>
            <a:r>
              <a:rPr kumimoji="0" lang="fr-FR" sz="1600" b="0" i="0" u="none" strike="noStrike" kern="1200" cap="none" spc="0" normalizeH="0" baseline="0" noProof="0" dirty="0">
                <a:ln>
                  <a:noFill/>
                </a:ln>
                <a:solidFill>
                  <a:srgbClr val="434341"/>
                </a:solidFill>
                <a:effectLst/>
                <a:uLnTx/>
                <a:uFillTx/>
                <a:latin typeface="Arial Nova"/>
                <a:ea typeface="+mn-ea"/>
                <a:cs typeface="Arial" panose="020B0604020202020204" pitchFamily="34" charset="0"/>
              </a:rPr>
              <a:t>Son expertise couvre l’ensemble des équipements nécessaires à la performance des systèmes d’information : systèmes d’impression, solutions de dématérialisation, gestion électronique de document, informatique, infrastructure réseau, sécurité des réseaux et télécoms.</a:t>
            </a:r>
          </a:p>
          <a:p>
            <a:pPr marL="228600" marR="0" lvl="0" indent="-228600" algn="l" defTabSz="914400" rtl="0" eaLnBrk="1" fontAlgn="auto" latinLnBrk="0" hangingPunct="1">
              <a:lnSpc>
                <a:spcPct val="90000"/>
              </a:lnSpc>
              <a:spcBef>
                <a:spcPts val="1000"/>
              </a:spcBef>
              <a:spcAft>
                <a:spcPts val="0"/>
              </a:spcAft>
              <a:buClr>
                <a:srgbClr val="E94B57"/>
              </a:buClr>
              <a:buSzTx/>
              <a:buFont typeface="Arial Nova" panose="020B0504020202020204" pitchFamily="34" charset="0"/>
              <a:buChar char="&gt;"/>
              <a:tabLst/>
              <a:defRPr/>
            </a:pPr>
            <a:endParaRPr kumimoji="0" lang="fr-FR" sz="1600" b="0" i="0" u="none" strike="noStrike" kern="1200" cap="none" spc="0" normalizeH="0" baseline="0" noProof="0" dirty="0">
              <a:ln>
                <a:noFill/>
              </a:ln>
              <a:solidFill>
                <a:srgbClr val="434341"/>
              </a:solidFill>
              <a:effectLst/>
              <a:uLnTx/>
              <a:uFillTx/>
              <a:latin typeface="Arial Nova"/>
              <a:ea typeface="+mn-ea"/>
              <a:cs typeface="Arial" panose="020B0604020202020204" pitchFamily="34" charset="0"/>
            </a:endParaRPr>
          </a:p>
        </p:txBody>
      </p:sp>
      <p:sp>
        <p:nvSpPr>
          <p:cNvPr id="51" name="ZoneTexte 50">
            <a:extLst>
              <a:ext uri="{FF2B5EF4-FFF2-40B4-BE49-F238E27FC236}">
                <a16:creationId xmlns:a16="http://schemas.microsoft.com/office/drawing/2014/main" id="{16C96D38-0CDA-6279-4579-3493069EB3BD}"/>
              </a:ext>
            </a:extLst>
          </p:cNvPr>
          <p:cNvSpPr txBox="1"/>
          <p:nvPr/>
        </p:nvSpPr>
        <p:spPr>
          <a:xfrm>
            <a:off x="6218842" y="5145273"/>
            <a:ext cx="1446516" cy="646331"/>
          </a:xfrm>
          <a:prstGeom prst="rect">
            <a:avLst/>
          </a:prstGeom>
          <a:noFill/>
        </p:spPr>
        <p:txBody>
          <a:bodyPr wrap="square" rtlCol="0">
            <a:spAutoFit/>
          </a:bodyPr>
          <a:lstStyle/>
          <a:p>
            <a:r>
              <a:rPr lang="fr-FR" sz="2400" b="1" dirty="0">
                <a:solidFill>
                  <a:srgbClr val="E84957"/>
                </a:solidFill>
                <a:latin typeface="Arboria Bold" pitchFamily="50" charset="0"/>
                <a:cs typeface="Arial" panose="020B0604020202020204" pitchFamily="34" charset="0"/>
              </a:rPr>
              <a:t>250</a:t>
            </a:r>
          </a:p>
          <a:p>
            <a:r>
              <a:rPr lang="fr-FR" sz="1200" dirty="0">
                <a:solidFill>
                  <a:srgbClr val="434341"/>
                </a:solidFill>
                <a:latin typeface="Be Vietnam" panose="00000500000000000000" pitchFamily="2" charset="0"/>
                <a:cs typeface="Arial" panose="020B0604020202020204" pitchFamily="34" charset="0"/>
              </a:rPr>
              <a:t>collaborateurs</a:t>
            </a:r>
          </a:p>
        </p:txBody>
      </p:sp>
      <p:grpSp>
        <p:nvGrpSpPr>
          <p:cNvPr id="52" name="Groupe 51">
            <a:extLst>
              <a:ext uri="{FF2B5EF4-FFF2-40B4-BE49-F238E27FC236}">
                <a16:creationId xmlns:a16="http://schemas.microsoft.com/office/drawing/2014/main" id="{4941BBAD-201D-5BB5-1343-021DE9DFA898}"/>
              </a:ext>
            </a:extLst>
          </p:cNvPr>
          <p:cNvGrpSpPr/>
          <p:nvPr/>
        </p:nvGrpSpPr>
        <p:grpSpPr>
          <a:xfrm>
            <a:off x="7704810" y="5140010"/>
            <a:ext cx="764475" cy="765411"/>
            <a:chOff x="9659851" y="3935752"/>
            <a:chExt cx="581254" cy="581966"/>
          </a:xfrm>
        </p:grpSpPr>
        <p:pic>
          <p:nvPicPr>
            <p:cNvPr id="53" name="Image 52">
              <a:extLst>
                <a:ext uri="{FF2B5EF4-FFF2-40B4-BE49-F238E27FC236}">
                  <a16:creationId xmlns:a16="http://schemas.microsoft.com/office/drawing/2014/main" id="{FA0B39F2-1A85-C898-C38A-1A7DC2E3F04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991023" y="4267782"/>
              <a:ext cx="250082" cy="249936"/>
            </a:xfrm>
            <a:prstGeom prst="rect">
              <a:avLst/>
            </a:prstGeom>
          </p:spPr>
        </p:pic>
        <p:pic>
          <p:nvPicPr>
            <p:cNvPr id="54" name="Image 53">
              <a:extLst>
                <a:ext uri="{FF2B5EF4-FFF2-40B4-BE49-F238E27FC236}">
                  <a16:creationId xmlns:a16="http://schemas.microsoft.com/office/drawing/2014/main" id="{BE52584B-2EA1-6FBE-9DEC-50899EA13DC8}"/>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659851" y="3935752"/>
              <a:ext cx="504480" cy="504480"/>
            </a:xfrm>
            <a:prstGeom prst="rect">
              <a:avLst/>
            </a:prstGeom>
          </p:spPr>
        </p:pic>
      </p:grpSp>
      <p:grpSp>
        <p:nvGrpSpPr>
          <p:cNvPr id="55" name="Groupe 54">
            <a:extLst>
              <a:ext uri="{FF2B5EF4-FFF2-40B4-BE49-F238E27FC236}">
                <a16:creationId xmlns:a16="http://schemas.microsoft.com/office/drawing/2014/main" id="{7673EC9F-8419-44B7-50E2-F0A83D7ED5ED}"/>
              </a:ext>
            </a:extLst>
          </p:cNvPr>
          <p:cNvGrpSpPr/>
          <p:nvPr/>
        </p:nvGrpSpPr>
        <p:grpSpPr>
          <a:xfrm>
            <a:off x="5451961" y="5136689"/>
            <a:ext cx="766881" cy="767491"/>
            <a:chOff x="8896841" y="3924322"/>
            <a:chExt cx="583084" cy="583548"/>
          </a:xfrm>
        </p:grpSpPr>
        <p:pic>
          <p:nvPicPr>
            <p:cNvPr id="56" name="Image 55">
              <a:extLst>
                <a:ext uri="{FF2B5EF4-FFF2-40B4-BE49-F238E27FC236}">
                  <a16:creationId xmlns:a16="http://schemas.microsoft.com/office/drawing/2014/main" id="{DF67174C-4365-D821-5511-0CC449EA7350}"/>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8896841" y="3924322"/>
              <a:ext cx="504480" cy="504480"/>
            </a:xfrm>
            <a:prstGeom prst="rect">
              <a:avLst/>
            </a:prstGeom>
          </p:spPr>
        </p:pic>
        <p:pic>
          <p:nvPicPr>
            <p:cNvPr id="57" name="Image 56">
              <a:extLst>
                <a:ext uri="{FF2B5EF4-FFF2-40B4-BE49-F238E27FC236}">
                  <a16:creationId xmlns:a16="http://schemas.microsoft.com/office/drawing/2014/main" id="{AE66CE7C-D425-575C-3E82-0ECEF5E4B7A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229843" y="4257934"/>
              <a:ext cx="250082" cy="249936"/>
            </a:xfrm>
            <a:prstGeom prst="rect">
              <a:avLst/>
            </a:prstGeom>
          </p:spPr>
        </p:pic>
      </p:grpSp>
      <p:sp>
        <p:nvSpPr>
          <p:cNvPr id="89" name="ZoneTexte 88">
            <a:extLst>
              <a:ext uri="{FF2B5EF4-FFF2-40B4-BE49-F238E27FC236}">
                <a16:creationId xmlns:a16="http://schemas.microsoft.com/office/drawing/2014/main" id="{B001794A-3737-AB26-4CE7-90EF173A93FB}"/>
              </a:ext>
            </a:extLst>
          </p:cNvPr>
          <p:cNvSpPr txBox="1"/>
          <p:nvPr/>
        </p:nvSpPr>
        <p:spPr>
          <a:xfrm>
            <a:off x="8544444" y="5136689"/>
            <a:ext cx="891223" cy="646331"/>
          </a:xfrm>
          <a:prstGeom prst="rect">
            <a:avLst/>
          </a:prstGeom>
          <a:noFill/>
        </p:spPr>
        <p:txBody>
          <a:bodyPr wrap="square" rtlCol="0">
            <a:spAutoFit/>
          </a:bodyPr>
          <a:lstStyle/>
          <a:p>
            <a:pPr defTabSz="457200"/>
            <a:r>
              <a:rPr lang="fr-FR" sz="2400" b="1" dirty="0">
                <a:solidFill>
                  <a:srgbClr val="E84957"/>
                </a:solidFill>
                <a:latin typeface="Arboria Bold" pitchFamily="50" charset="0"/>
                <a:cs typeface="Arial" panose="020B0604020202020204" pitchFamily="34" charset="0"/>
              </a:rPr>
              <a:t>9</a:t>
            </a:r>
            <a:br>
              <a:rPr lang="fr-FR" sz="1050" dirty="0">
                <a:solidFill>
                  <a:srgbClr val="434341"/>
                </a:solidFill>
                <a:latin typeface="Be Vietnam" panose="00000500000000000000" pitchFamily="2" charset="0"/>
                <a:cs typeface="Arial" panose="020B0604020202020204" pitchFamily="34" charset="0"/>
              </a:rPr>
            </a:br>
            <a:r>
              <a:rPr lang="fr-FR" sz="1200" dirty="0">
                <a:solidFill>
                  <a:srgbClr val="434341"/>
                </a:solidFill>
                <a:latin typeface="Be Vietnam" panose="00000500000000000000" pitchFamily="2" charset="0"/>
                <a:cs typeface="Arial" panose="020B0604020202020204" pitchFamily="34" charset="0"/>
              </a:rPr>
              <a:t>agences</a:t>
            </a:r>
            <a:endParaRPr lang="fr-FR" sz="1050" dirty="0">
              <a:solidFill>
                <a:srgbClr val="434341"/>
              </a:solidFill>
              <a:latin typeface="Be Vietnam" panose="00000500000000000000" pitchFamily="2" charset="0"/>
              <a:cs typeface="Arial" panose="020B0604020202020204" pitchFamily="34" charset="0"/>
            </a:endParaRPr>
          </a:p>
        </p:txBody>
      </p:sp>
      <p:pic>
        <p:nvPicPr>
          <p:cNvPr id="91" name="Image 90" descr="Une image contenant carte, texte, atlas&#10;&#10;Le contenu généré par l’IA peut être incorrect.">
            <a:extLst>
              <a:ext uri="{FF2B5EF4-FFF2-40B4-BE49-F238E27FC236}">
                <a16:creationId xmlns:a16="http://schemas.microsoft.com/office/drawing/2014/main" id="{8E1F1BDE-9DC8-9B2B-0849-F41F10B1B7B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279" y="1673946"/>
            <a:ext cx="5236296" cy="5236296"/>
          </a:xfrm>
          <a:prstGeom prst="rect">
            <a:avLst/>
          </a:prstGeom>
        </p:spPr>
      </p:pic>
    </p:spTree>
    <p:extLst>
      <p:ext uri="{BB962C8B-B14F-4D97-AF65-F5344CB8AC3E}">
        <p14:creationId xmlns:p14="http://schemas.microsoft.com/office/powerpoint/2010/main" val="4786757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F316F-BD85-5FF2-4FB2-8857F6566249}"/>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5BF8CE31-01F0-1BC8-F091-F0127AE22D6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480002" y="6920785"/>
            <a:ext cx="1511978" cy="386904"/>
          </a:xfrm>
          <a:prstGeom prst="rect">
            <a:avLst/>
          </a:prstGeom>
        </p:spPr>
      </p:pic>
      <p:sp>
        <p:nvSpPr>
          <p:cNvPr id="8" name="Rectangle 7">
            <a:extLst>
              <a:ext uri="{FF2B5EF4-FFF2-40B4-BE49-F238E27FC236}">
                <a16:creationId xmlns:a16="http://schemas.microsoft.com/office/drawing/2014/main" id="{D3B48C76-FC5B-A1B8-E426-29AAB322DF40}"/>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a:p>
        </p:txBody>
      </p:sp>
      <p:sp>
        <p:nvSpPr>
          <p:cNvPr id="38" name="Espace réservé du texte 3">
            <a:extLst>
              <a:ext uri="{FF2B5EF4-FFF2-40B4-BE49-F238E27FC236}">
                <a16:creationId xmlns:a16="http://schemas.microsoft.com/office/drawing/2014/main" id="{401C9DD3-6946-DA25-1A29-F8350EBC47A6}"/>
              </a:ext>
            </a:extLst>
          </p:cNvPr>
          <p:cNvSpPr txBox="1">
            <a:spLocks/>
          </p:cNvSpPr>
          <p:nvPr/>
        </p:nvSpPr>
        <p:spPr>
          <a:xfrm>
            <a:off x="801599" y="1789204"/>
            <a:ext cx="7794706" cy="1685169"/>
          </a:xfrm>
          <a:prstGeom prst="rect">
            <a:avLst/>
          </a:prstGeom>
        </p:spPr>
        <p:txBody>
          <a:bodyPr/>
          <a:lstStyle>
            <a:lvl1pPr marL="228600" indent="-228600" algn="l" defTabSz="914400" rtl="0" eaLnBrk="1" latinLnBrk="0" hangingPunct="1">
              <a:lnSpc>
                <a:spcPct val="90000"/>
              </a:lnSpc>
              <a:spcBef>
                <a:spcPts val="1000"/>
              </a:spcBef>
              <a:buClr>
                <a:schemeClr val="bg2"/>
              </a:buClr>
              <a:buFont typeface="Arial Nova" panose="020B0504020202020204" pitchFamily="34" charset="0"/>
              <a:buChar char="&gt;"/>
              <a:defRPr sz="24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Clr>
                <a:schemeClr val="bg2"/>
              </a:buClr>
              <a:buFont typeface="Arial Nova" panose="020B0504020202020204" pitchFamily="34" charset="0"/>
              <a:buChar char="&gt;"/>
              <a:defRPr sz="20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bg2"/>
              </a:buClr>
              <a:buFont typeface="Arial Nova" panose="020B0504020202020204" pitchFamily="34" charset="0"/>
              <a:buChar char="&gt;"/>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bg2"/>
              </a:buClr>
              <a:buFont typeface="Arial Nova" panose="020B0504020202020204" pitchFamily="34" charset="0"/>
              <a:buChar char="&gt;"/>
              <a:defRPr sz="14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bg2"/>
              </a:buClr>
              <a:buFont typeface="Arial Nova" panose="020B0504020202020204" pitchFamily="34" charset="0"/>
              <a:buChar char="&gt;"/>
              <a:defRPr sz="14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
                <a:srgbClr val="E94B57"/>
              </a:buClr>
              <a:buSzTx/>
              <a:buFont typeface="Arial Nova" panose="020B0504020202020204" pitchFamily="34" charset="0"/>
              <a:buChar char="&gt;"/>
              <a:tabLst/>
              <a:defRPr/>
            </a:pPr>
            <a:r>
              <a:rPr kumimoji="0" lang="fr-FR" sz="1600" b="0" i="0" u="none" strike="noStrike" kern="1200" cap="none" spc="0" normalizeH="0" baseline="0" noProof="0" dirty="0">
                <a:ln>
                  <a:noFill/>
                </a:ln>
                <a:solidFill>
                  <a:srgbClr val="434341"/>
                </a:solidFill>
                <a:effectLst/>
                <a:uLnTx/>
                <a:uFillTx/>
                <a:latin typeface="Arial Nova"/>
                <a:ea typeface="+mn-ea"/>
                <a:cs typeface="Arial" panose="020B0604020202020204" pitchFamily="34" charset="0"/>
              </a:rPr>
              <a:t>Depuis plus de 30 ans, Koesio accompagne les entreprises et les institutions publiques de la région au travers d’un réseau dense d’agences locales. Implantée en CORREZE, notre agence de Brive offre à nos clients proximité et réactivité. </a:t>
            </a:r>
          </a:p>
          <a:p>
            <a:pPr marL="228600" marR="0" lvl="0" indent="-228600" algn="l" defTabSz="914400" rtl="0" eaLnBrk="1" fontAlgn="auto" latinLnBrk="0" hangingPunct="1">
              <a:lnSpc>
                <a:spcPct val="90000"/>
              </a:lnSpc>
              <a:spcBef>
                <a:spcPts val="1000"/>
              </a:spcBef>
              <a:spcAft>
                <a:spcPts val="0"/>
              </a:spcAft>
              <a:buClr>
                <a:srgbClr val="E94B57"/>
              </a:buClr>
              <a:buSzTx/>
              <a:buFont typeface="Arial Nova" panose="020B0504020202020204" pitchFamily="34" charset="0"/>
              <a:buChar char="&gt;"/>
              <a:tabLst/>
              <a:defRPr/>
            </a:pPr>
            <a:r>
              <a:rPr kumimoji="0" lang="fr-FR" sz="1600" b="0" i="0" u="none" strike="noStrike" kern="1200" cap="none" spc="0" normalizeH="0" baseline="0" noProof="0" dirty="0">
                <a:ln>
                  <a:noFill/>
                </a:ln>
                <a:solidFill>
                  <a:srgbClr val="434341"/>
                </a:solidFill>
                <a:effectLst/>
                <a:uLnTx/>
                <a:uFillTx/>
                <a:latin typeface="Arial Nova"/>
                <a:ea typeface="+mn-ea"/>
                <a:cs typeface="Arial" panose="020B0604020202020204" pitchFamily="34" charset="0"/>
              </a:rPr>
              <a:t>Nos clients bénéficient ainsi d’une relation durable, construite dans le temps et au cœur de leurs enjeux quotidiens. </a:t>
            </a:r>
          </a:p>
        </p:txBody>
      </p:sp>
      <p:sp>
        <p:nvSpPr>
          <p:cNvPr id="39" name="ZoneTexte 38">
            <a:extLst>
              <a:ext uri="{FF2B5EF4-FFF2-40B4-BE49-F238E27FC236}">
                <a16:creationId xmlns:a16="http://schemas.microsoft.com/office/drawing/2014/main" id="{BD02AEBB-21B5-2D2C-9E93-F56C16B63B69}"/>
              </a:ext>
            </a:extLst>
          </p:cNvPr>
          <p:cNvSpPr txBox="1"/>
          <p:nvPr/>
        </p:nvSpPr>
        <p:spPr>
          <a:xfrm>
            <a:off x="2492113" y="3844800"/>
            <a:ext cx="2142728" cy="400110"/>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eaLnBrk="1" fontAlgn="auto" latinLnBrk="0" hangingPunct="1">
              <a:spcBef>
                <a:spcPts val="0"/>
              </a:spcBef>
              <a:spcAft>
                <a:spcPts val="0"/>
              </a:spcAft>
              <a:buClr>
                <a:srgbClr val="3799E8"/>
              </a:buClr>
              <a:buSzTx/>
              <a:buFontTx/>
              <a:buNone/>
              <a:tabLst/>
              <a:defRPr/>
            </a:pPr>
            <a:r>
              <a:rPr kumimoji="0" lang="fr-FR" sz="1400" b="0" i="0" u="none" strike="noStrike" kern="0" cap="none" spc="0" normalizeH="0" baseline="0" noProof="0" dirty="0">
                <a:ln>
                  <a:noFill/>
                </a:ln>
                <a:solidFill>
                  <a:srgbClr val="434341"/>
                </a:solidFill>
                <a:effectLst/>
                <a:uLnTx/>
                <a:uFillTx/>
                <a:latin typeface="Arial Nova"/>
                <a:ea typeface="+mn-ea"/>
                <a:cs typeface="Arial" panose="020B0604020202020204" pitchFamily="34" charset="0"/>
              </a:rPr>
              <a:t>Nicolas MOROKOWSKI</a:t>
            </a:r>
          </a:p>
          <a:p>
            <a:pPr marL="0" marR="0" lvl="0" indent="0" algn="l" defTabSz="914400" eaLnBrk="1" fontAlgn="auto" latinLnBrk="0" hangingPunct="1">
              <a:spcBef>
                <a:spcPts val="0"/>
              </a:spcBef>
              <a:spcAft>
                <a:spcPts val="0"/>
              </a:spcAft>
              <a:buClr>
                <a:srgbClr val="3799E8"/>
              </a:buClr>
              <a:buSzTx/>
              <a:buFontTx/>
              <a:buNone/>
              <a:tabLst/>
              <a:defRPr/>
            </a:pPr>
            <a:r>
              <a:rPr kumimoji="0" lang="fr-FR" sz="1200" b="0" i="1" u="none" strike="noStrike" kern="0" cap="none" spc="0" normalizeH="0" baseline="0" noProof="0" dirty="0">
                <a:ln>
                  <a:noFill/>
                </a:ln>
                <a:solidFill>
                  <a:srgbClr val="434341"/>
                </a:solidFill>
                <a:effectLst/>
                <a:uLnTx/>
                <a:uFillTx/>
                <a:latin typeface="Arial Nova"/>
                <a:ea typeface="+mn-ea"/>
                <a:cs typeface="Arial" panose="020B0604020202020204" pitchFamily="34" charset="0"/>
              </a:rPr>
              <a:t>Responsable Régional</a:t>
            </a:r>
          </a:p>
        </p:txBody>
      </p:sp>
      <p:pic>
        <p:nvPicPr>
          <p:cNvPr id="40" name="Graphique 39" descr="Repère avec un remplissage uni">
            <a:extLst>
              <a:ext uri="{FF2B5EF4-FFF2-40B4-BE49-F238E27FC236}">
                <a16:creationId xmlns:a16="http://schemas.microsoft.com/office/drawing/2014/main" id="{A79E7803-FBFF-D2E6-BA29-E2473F04326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89489" y="3582569"/>
            <a:ext cx="848006" cy="848006"/>
          </a:xfrm>
          <a:prstGeom prst="rect">
            <a:avLst/>
          </a:prstGeom>
        </p:spPr>
      </p:pic>
      <p:sp>
        <p:nvSpPr>
          <p:cNvPr id="42" name="ZoneTexte 41">
            <a:extLst>
              <a:ext uri="{FF2B5EF4-FFF2-40B4-BE49-F238E27FC236}">
                <a16:creationId xmlns:a16="http://schemas.microsoft.com/office/drawing/2014/main" id="{EBD3715E-DC4F-F21B-3F2A-B64830C52936}"/>
              </a:ext>
            </a:extLst>
          </p:cNvPr>
          <p:cNvSpPr txBox="1"/>
          <p:nvPr/>
        </p:nvSpPr>
        <p:spPr>
          <a:xfrm>
            <a:off x="6167120" y="3812888"/>
            <a:ext cx="1794182" cy="523220"/>
          </a:xfrm>
          <a:prstGeom prst="rect">
            <a:avLst/>
          </a:prstGeom>
          <a:noFill/>
        </p:spPr>
        <p:txBody>
          <a:bodyPr wrap="square" rtlCol="0">
            <a:spAutoFit/>
          </a:bodyPr>
          <a:lstStyle/>
          <a:p>
            <a:pPr defTabSz="914400" fontAlgn="base">
              <a:defRPr/>
            </a:pPr>
            <a:r>
              <a:rPr lang="fr-FR" sz="1400" dirty="0">
                <a:solidFill>
                  <a:srgbClr val="272E32"/>
                </a:solidFill>
                <a:latin typeface="Arial Nova"/>
                <a:cs typeface="Arial" panose="020B0604020202020204" pitchFamily="34" charset="0"/>
              </a:rPr>
              <a:t>75 avenue Turgot</a:t>
            </a:r>
          </a:p>
          <a:p>
            <a:pPr defTabSz="914400" fontAlgn="base">
              <a:defRPr/>
            </a:pPr>
            <a:r>
              <a:rPr lang="fr-FR" sz="1400" dirty="0">
                <a:solidFill>
                  <a:srgbClr val="272E32"/>
                </a:solidFill>
                <a:latin typeface="Arial Nova"/>
                <a:cs typeface="Arial" panose="020B0604020202020204" pitchFamily="34" charset="0"/>
              </a:rPr>
              <a:t>19100 BRIVE</a:t>
            </a:r>
          </a:p>
        </p:txBody>
      </p:sp>
      <p:sp>
        <p:nvSpPr>
          <p:cNvPr id="45" name="ZoneTexte 44">
            <a:extLst>
              <a:ext uri="{FF2B5EF4-FFF2-40B4-BE49-F238E27FC236}">
                <a16:creationId xmlns:a16="http://schemas.microsoft.com/office/drawing/2014/main" id="{6C0EB0EA-2693-E3D4-6015-CB7A1FA1BC96}"/>
              </a:ext>
            </a:extLst>
          </p:cNvPr>
          <p:cNvSpPr txBox="1"/>
          <p:nvPr/>
        </p:nvSpPr>
        <p:spPr>
          <a:xfrm>
            <a:off x="1684424" y="5063258"/>
            <a:ext cx="703277" cy="584775"/>
          </a:xfrm>
          <a:prstGeom prst="rect">
            <a:avLst/>
          </a:prstGeom>
          <a:noFill/>
        </p:spPr>
        <p:txBody>
          <a:bodyPr wrap="square" rtlCol="0">
            <a:spAutoFit/>
          </a:bodyPr>
          <a:lstStyle/>
          <a:p>
            <a:pPr algn="ctr" defTabSz="914400">
              <a:defRPr/>
            </a:pPr>
            <a:r>
              <a:rPr lang="fr-FR" sz="3200" b="1" dirty="0">
                <a:solidFill>
                  <a:srgbClr val="E94C57"/>
                </a:solidFill>
                <a:latin typeface="Arial" panose="020B0604020202020204" pitchFamily="34" charset="0"/>
                <a:cs typeface="Arial" panose="020B0604020202020204" pitchFamily="34" charset="0"/>
              </a:rPr>
              <a:t>6</a:t>
            </a:r>
          </a:p>
        </p:txBody>
      </p:sp>
      <p:sp>
        <p:nvSpPr>
          <p:cNvPr id="46" name="ZoneTexte 45">
            <a:extLst>
              <a:ext uri="{FF2B5EF4-FFF2-40B4-BE49-F238E27FC236}">
                <a16:creationId xmlns:a16="http://schemas.microsoft.com/office/drawing/2014/main" id="{78B55FAA-2719-3F4A-2163-811B6A8D8594}"/>
              </a:ext>
            </a:extLst>
          </p:cNvPr>
          <p:cNvSpPr txBox="1"/>
          <p:nvPr/>
        </p:nvSpPr>
        <p:spPr>
          <a:xfrm>
            <a:off x="2494101" y="5228635"/>
            <a:ext cx="1227098" cy="283219"/>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eaLnBrk="1" fontAlgn="auto" latinLnBrk="0" hangingPunct="1">
              <a:lnSpc>
                <a:spcPct val="150000"/>
              </a:lnSpc>
              <a:spcBef>
                <a:spcPts val="0"/>
              </a:spcBef>
              <a:spcAft>
                <a:spcPts val="0"/>
              </a:spcAft>
              <a:buClr>
                <a:srgbClr val="3799E8"/>
              </a:buClr>
              <a:buSzTx/>
              <a:buFontTx/>
              <a:buNone/>
              <a:tabLst/>
              <a:defRPr/>
            </a:pPr>
            <a:r>
              <a:rPr kumimoji="0" lang="fr-FR" sz="1400" b="0" i="0" u="none" strike="noStrike" kern="0" cap="none" spc="0" normalizeH="0" baseline="0" noProof="0" dirty="0">
                <a:ln>
                  <a:noFill/>
                </a:ln>
                <a:solidFill>
                  <a:srgbClr val="434341"/>
                </a:solidFill>
                <a:effectLst/>
                <a:uLnTx/>
                <a:uFillTx/>
                <a:latin typeface="Arial Nova"/>
                <a:ea typeface="+mn-ea"/>
                <a:cs typeface="Arial" panose="020B0604020202020204" pitchFamily="34" charset="0"/>
              </a:rPr>
              <a:t>Collaborateurs</a:t>
            </a:r>
          </a:p>
        </p:txBody>
      </p:sp>
      <p:sp>
        <p:nvSpPr>
          <p:cNvPr id="47" name="ZoneTexte 46">
            <a:extLst>
              <a:ext uri="{FF2B5EF4-FFF2-40B4-BE49-F238E27FC236}">
                <a16:creationId xmlns:a16="http://schemas.microsoft.com/office/drawing/2014/main" id="{63DD959B-264E-0D7D-3BDE-1A8028369995}"/>
              </a:ext>
            </a:extLst>
          </p:cNvPr>
          <p:cNvSpPr txBox="1"/>
          <p:nvPr/>
        </p:nvSpPr>
        <p:spPr>
          <a:xfrm>
            <a:off x="6232932" y="5257425"/>
            <a:ext cx="1409909" cy="307777"/>
          </a:xfrm>
          <a:prstGeom prst="rect">
            <a:avLst/>
          </a:prstGeom>
          <a:noFill/>
        </p:spPr>
        <p:txBody>
          <a:bodyPr wrap="square">
            <a:spAutoFit/>
          </a:bodyPr>
          <a:lstStyle/>
          <a:p>
            <a:pPr defTabSz="914400" fontAlgn="base">
              <a:defRPr/>
            </a:pPr>
            <a:r>
              <a:rPr lang="fr-FR" sz="1400" dirty="0">
                <a:solidFill>
                  <a:srgbClr val="272E32"/>
                </a:solidFill>
                <a:latin typeface="Arial Nova"/>
                <a:cs typeface="Arial" panose="020B0604020202020204" pitchFamily="34" charset="0"/>
              </a:rPr>
              <a:t>05 57 51 52 52</a:t>
            </a:r>
          </a:p>
        </p:txBody>
      </p:sp>
      <p:sp>
        <p:nvSpPr>
          <p:cNvPr id="58" name="Rectangle 57">
            <a:extLst>
              <a:ext uri="{FF2B5EF4-FFF2-40B4-BE49-F238E27FC236}">
                <a16:creationId xmlns:a16="http://schemas.microsoft.com/office/drawing/2014/main" id="{33690085-3202-E85C-D5AB-53CEE1A22171}"/>
              </a:ext>
            </a:extLst>
          </p:cNvPr>
          <p:cNvSpPr/>
          <p:nvPr/>
        </p:nvSpPr>
        <p:spPr>
          <a:xfrm>
            <a:off x="4631050" y="6384659"/>
            <a:ext cx="1195349" cy="1174669"/>
          </a:xfrm>
          <a:prstGeom prst="rect">
            <a:avLst/>
          </a:prstGeom>
          <a:solidFill>
            <a:srgbClr val="FFD61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59" name="Rectangle 58">
            <a:extLst>
              <a:ext uri="{FF2B5EF4-FFF2-40B4-BE49-F238E27FC236}">
                <a16:creationId xmlns:a16="http://schemas.microsoft.com/office/drawing/2014/main" id="{B10E2743-1B28-1D5E-F19C-0CC74CBA9BA7}"/>
              </a:ext>
            </a:extLst>
          </p:cNvPr>
          <p:cNvSpPr/>
          <p:nvPr/>
        </p:nvSpPr>
        <p:spPr>
          <a:xfrm>
            <a:off x="9504317" y="1167590"/>
            <a:ext cx="1195349" cy="1169067"/>
          </a:xfrm>
          <a:prstGeom prst="rect">
            <a:avLst/>
          </a:prstGeom>
          <a:solidFill>
            <a:srgbClr val="95C11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60" name="Rectangle 59">
            <a:extLst>
              <a:ext uri="{FF2B5EF4-FFF2-40B4-BE49-F238E27FC236}">
                <a16:creationId xmlns:a16="http://schemas.microsoft.com/office/drawing/2014/main" id="{D68B7BCE-B688-E64C-4130-68740D47C860}"/>
              </a:ext>
            </a:extLst>
          </p:cNvPr>
          <p:cNvSpPr/>
          <p:nvPr/>
        </p:nvSpPr>
        <p:spPr>
          <a:xfrm>
            <a:off x="203925" y="6390609"/>
            <a:ext cx="1195349" cy="1169066"/>
          </a:xfrm>
          <a:prstGeom prst="rect">
            <a:avLst/>
          </a:prstGeom>
          <a:solidFill>
            <a:srgbClr val="F7BFD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rgbClr val="FFFFFF"/>
              </a:solidFill>
              <a:effectLst/>
              <a:uLnTx/>
              <a:uFillTx/>
              <a:latin typeface="Arial Nova"/>
              <a:ea typeface="+mn-ea"/>
              <a:cs typeface="+mn-cs"/>
            </a:endParaRPr>
          </a:p>
        </p:txBody>
      </p:sp>
      <p:sp>
        <p:nvSpPr>
          <p:cNvPr id="61" name="Rectangle 60">
            <a:extLst>
              <a:ext uri="{FF2B5EF4-FFF2-40B4-BE49-F238E27FC236}">
                <a16:creationId xmlns:a16="http://schemas.microsoft.com/office/drawing/2014/main" id="{850B9FF9-4301-8A0D-D087-3ECDE4AD7519}"/>
              </a:ext>
            </a:extLst>
          </p:cNvPr>
          <p:cNvSpPr/>
          <p:nvPr/>
        </p:nvSpPr>
        <p:spPr>
          <a:xfrm>
            <a:off x="9496465" y="4070825"/>
            <a:ext cx="1195348" cy="1148483"/>
          </a:xfrm>
          <a:prstGeom prst="rect">
            <a:avLst/>
          </a:prstGeom>
          <a:solidFill>
            <a:srgbClr val="FFFFFF">
              <a:lumMod val="9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62" name="Rectangle 61">
            <a:extLst>
              <a:ext uri="{FF2B5EF4-FFF2-40B4-BE49-F238E27FC236}">
                <a16:creationId xmlns:a16="http://schemas.microsoft.com/office/drawing/2014/main" id="{E853A5C4-AB25-DF83-EE0E-21949226E7F2}"/>
              </a:ext>
            </a:extLst>
          </p:cNvPr>
          <p:cNvSpPr/>
          <p:nvPr/>
        </p:nvSpPr>
        <p:spPr>
          <a:xfrm>
            <a:off x="9496464" y="5223017"/>
            <a:ext cx="1195348" cy="1189812"/>
          </a:xfrm>
          <a:prstGeom prst="rect">
            <a:avLst/>
          </a:prstGeom>
          <a:solidFill>
            <a:srgbClr val="E94B5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64" name="Rectangle 63">
            <a:extLst>
              <a:ext uri="{FF2B5EF4-FFF2-40B4-BE49-F238E27FC236}">
                <a16:creationId xmlns:a16="http://schemas.microsoft.com/office/drawing/2014/main" id="{99B45727-9152-08A1-0818-D71596D29DAA}"/>
              </a:ext>
            </a:extLst>
          </p:cNvPr>
          <p:cNvSpPr/>
          <p:nvPr/>
        </p:nvSpPr>
        <p:spPr>
          <a:xfrm>
            <a:off x="8314669" y="7467"/>
            <a:ext cx="1195349" cy="1169067"/>
          </a:xfrm>
          <a:prstGeom prst="rect">
            <a:avLst/>
          </a:prstGeom>
          <a:solidFill>
            <a:srgbClr val="95C11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65" name="Espace réservé du texte 1">
            <a:extLst>
              <a:ext uri="{FF2B5EF4-FFF2-40B4-BE49-F238E27FC236}">
                <a16:creationId xmlns:a16="http://schemas.microsoft.com/office/drawing/2014/main" id="{0BE7181D-41CF-F5B9-6E82-B44182EE8619}"/>
              </a:ext>
            </a:extLst>
          </p:cNvPr>
          <p:cNvSpPr txBox="1">
            <a:spLocks/>
          </p:cNvSpPr>
          <p:nvPr/>
        </p:nvSpPr>
        <p:spPr>
          <a:xfrm>
            <a:off x="644643" y="629053"/>
            <a:ext cx="4795519" cy="1101370"/>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mj-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200" b="0"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3200" b="1" i="0" u="none" strike="noStrike" kern="1200" cap="none" spc="0" normalizeH="0" baseline="0" noProof="0" dirty="0">
                <a:ln>
                  <a:noFill/>
                </a:ln>
                <a:solidFill>
                  <a:srgbClr val="434341"/>
                </a:solidFill>
                <a:effectLst/>
                <a:uLnTx/>
                <a:uFillTx/>
                <a:latin typeface="Century Gothic"/>
                <a:ea typeface="+mn-ea"/>
                <a:cs typeface="Arial" panose="020B0604020202020204" pitchFamily="34" charset="0"/>
              </a:rPr>
              <a:t>KOESIO EN CORREZE</a:t>
            </a:r>
          </a:p>
        </p:txBody>
      </p:sp>
      <p:pic>
        <p:nvPicPr>
          <p:cNvPr id="72" name="Image 71">
            <a:hlinkClick r:id="rId6"/>
            <a:extLst>
              <a:ext uri="{FF2B5EF4-FFF2-40B4-BE49-F238E27FC236}">
                <a16:creationId xmlns:a16="http://schemas.microsoft.com/office/drawing/2014/main" id="{489119BE-C6FC-9B04-45E2-B2D0AE2165C9}"/>
              </a:ext>
            </a:extLst>
          </p:cNvPr>
          <p:cNvPicPr>
            <a:picLocks noChangeAspect="1"/>
          </p:cNvPicPr>
          <p:nvPr/>
        </p:nvPicPr>
        <p:blipFill rotWithShape="1">
          <a:blip r:embed="rId7">
            <a:extLst>
              <a:ext uri="{28A0092B-C50C-407E-A947-70E740481C1C}">
                <a14:useLocalDpi xmlns:a14="http://schemas.microsoft.com/office/drawing/2010/main"/>
              </a:ext>
            </a:extLst>
          </a:blip>
          <a:srcRect/>
          <a:stretch/>
        </p:blipFill>
        <p:spPr>
          <a:xfrm>
            <a:off x="1649956" y="3674117"/>
            <a:ext cx="692762" cy="734737"/>
          </a:xfrm>
          <a:prstGeom prst="flowChartConnector">
            <a:avLst/>
          </a:prstGeom>
          <a:solidFill>
            <a:srgbClr val="FFFFFF"/>
          </a:solidFill>
          <a:ln w="12700">
            <a:solidFill>
              <a:srgbClr val="6E398E"/>
            </a:solidFill>
          </a:ln>
          <a:effectLst/>
        </p:spPr>
      </p:pic>
      <p:pic>
        <p:nvPicPr>
          <p:cNvPr id="80" name="Image 79" descr="Une image contenant croquis, conception&#10;&#10;Le contenu généré par l’IA peut être incorrect.">
            <a:extLst>
              <a:ext uri="{FF2B5EF4-FFF2-40B4-BE49-F238E27FC236}">
                <a16:creationId xmlns:a16="http://schemas.microsoft.com/office/drawing/2014/main" id="{194CBBA2-0F4E-81E3-C67B-33B21A09C4F9}"/>
              </a:ext>
            </a:extLst>
          </p:cNvPr>
          <p:cNvPicPr>
            <a:picLocks noChangeAspect="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l="16902" t="33867" r="59945" b="24077"/>
          <a:stretch/>
        </p:blipFill>
        <p:spPr>
          <a:xfrm>
            <a:off x="5537140" y="4887941"/>
            <a:ext cx="848006" cy="866455"/>
          </a:xfrm>
          <a:prstGeom prst="rect">
            <a:avLst/>
          </a:prstGeom>
        </p:spPr>
      </p:pic>
    </p:spTree>
    <p:extLst>
      <p:ext uri="{BB962C8B-B14F-4D97-AF65-F5344CB8AC3E}">
        <p14:creationId xmlns:p14="http://schemas.microsoft.com/office/powerpoint/2010/main" val="42834784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EDC86-D9C9-A74F-ECB0-D8712836D4C0}"/>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ABC54969-3E64-B700-6D4A-420B581DA07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480002" y="6920785"/>
            <a:ext cx="1511978" cy="386904"/>
          </a:xfrm>
          <a:prstGeom prst="rect">
            <a:avLst/>
          </a:prstGeom>
        </p:spPr>
      </p:pic>
      <p:sp>
        <p:nvSpPr>
          <p:cNvPr id="8" name="Rectangle 7">
            <a:extLst>
              <a:ext uri="{FF2B5EF4-FFF2-40B4-BE49-F238E27FC236}">
                <a16:creationId xmlns:a16="http://schemas.microsoft.com/office/drawing/2014/main" id="{14BDC197-10DE-F246-E4E3-98791C241EEC}"/>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a:p>
        </p:txBody>
      </p:sp>
      <p:sp>
        <p:nvSpPr>
          <p:cNvPr id="38" name="Espace réservé du texte 3">
            <a:extLst>
              <a:ext uri="{FF2B5EF4-FFF2-40B4-BE49-F238E27FC236}">
                <a16:creationId xmlns:a16="http://schemas.microsoft.com/office/drawing/2014/main" id="{C5261326-EC6B-A3C0-86A3-44297C219795}"/>
              </a:ext>
            </a:extLst>
          </p:cNvPr>
          <p:cNvSpPr txBox="1">
            <a:spLocks/>
          </p:cNvSpPr>
          <p:nvPr/>
        </p:nvSpPr>
        <p:spPr>
          <a:xfrm>
            <a:off x="801599" y="1789204"/>
            <a:ext cx="7794706" cy="1685169"/>
          </a:xfrm>
          <a:prstGeom prst="rect">
            <a:avLst/>
          </a:prstGeom>
        </p:spPr>
        <p:txBody>
          <a:bodyPr/>
          <a:lstStyle>
            <a:lvl1pPr marL="228600" indent="-228600" algn="l" defTabSz="914400" rtl="0" eaLnBrk="1" latinLnBrk="0" hangingPunct="1">
              <a:lnSpc>
                <a:spcPct val="90000"/>
              </a:lnSpc>
              <a:spcBef>
                <a:spcPts val="1000"/>
              </a:spcBef>
              <a:buClr>
                <a:schemeClr val="bg2"/>
              </a:buClr>
              <a:buFont typeface="Arial Nova" panose="020B0504020202020204" pitchFamily="34" charset="0"/>
              <a:buChar char="&gt;"/>
              <a:defRPr sz="24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Clr>
                <a:schemeClr val="bg2"/>
              </a:buClr>
              <a:buFont typeface="Arial Nova" panose="020B0504020202020204" pitchFamily="34" charset="0"/>
              <a:buChar char="&gt;"/>
              <a:defRPr sz="20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bg2"/>
              </a:buClr>
              <a:buFont typeface="Arial Nova" panose="020B0504020202020204" pitchFamily="34" charset="0"/>
              <a:buChar char="&gt;"/>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bg2"/>
              </a:buClr>
              <a:buFont typeface="Arial Nova" panose="020B0504020202020204" pitchFamily="34" charset="0"/>
              <a:buChar char="&gt;"/>
              <a:defRPr sz="14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bg2"/>
              </a:buClr>
              <a:buFont typeface="Arial Nova" panose="020B0504020202020204" pitchFamily="34" charset="0"/>
              <a:buChar char="&gt;"/>
              <a:defRPr sz="14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
                <a:srgbClr val="E94B57"/>
              </a:buClr>
              <a:buSzTx/>
              <a:buFont typeface="Arial Nova" panose="020B0504020202020204" pitchFamily="34" charset="0"/>
              <a:buChar char="&gt;"/>
              <a:tabLst/>
              <a:defRPr/>
            </a:pPr>
            <a:r>
              <a:rPr kumimoji="0" lang="fr-FR" sz="1600" b="0" i="0" u="none" strike="noStrike" kern="1200" cap="none" spc="0" normalizeH="0" baseline="0" noProof="0" dirty="0">
                <a:ln>
                  <a:noFill/>
                </a:ln>
                <a:solidFill>
                  <a:srgbClr val="434341"/>
                </a:solidFill>
                <a:effectLst/>
                <a:uLnTx/>
                <a:uFillTx/>
                <a:latin typeface="Arial Nova"/>
                <a:ea typeface="+mn-ea"/>
                <a:cs typeface="Arial" panose="020B0604020202020204" pitchFamily="34" charset="0"/>
              </a:rPr>
              <a:t>Depuis plus de 30 ans, Koesio accompagne les entreprises et les institutions publiques de la région au travers d’un réseau dense d’agences locales. Implantée en Haut de Vienne, notre agence de Limoges offre à nos clients proximité et réactivité. </a:t>
            </a:r>
          </a:p>
          <a:p>
            <a:pPr marL="228600" marR="0" lvl="0" indent="-228600" algn="l" defTabSz="914400" rtl="0" eaLnBrk="1" fontAlgn="auto" latinLnBrk="0" hangingPunct="1">
              <a:lnSpc>
                <a:spcPct val="90000"/>
              </a:lnSpc>
              <a:spcBef>
                <a:spcPts val="1000"/>
              </a:spcBef>
              <a:spcAft>
                <a:spcPts val="0"/>
              </a:spcAft>
              <a:buClr>
                <a:srgbClr val="E94B57"/>
              </a:buClr>
              <a:buSzTx/>
              <a:buFont typeface="Arial Nova" panose="020B0504020202020204" pitchFamily="34" charset="0"/>
              <a:buChar char="&gt;"/>
              <a:tabLst/>
              <a:defRPr/>
            </a:pPr>
            <a:r>
              <a:rPr kumimoji="0" lang="fr-FR" sz="1600" b="0" i="0" u="none" strike="noStrike" kern="1200" cap="none" spc="0" normalizeH="0" baseline="0" noProof="0" dirty="0">
                <a:ln>
                  <a:noFill/>
                </a:ln>
                <a:solidFill>
                  <a:srgbClr val="434341"/>
                </a:solidFill>
                <a:effectLst/>
                <a:uLnTx/>
                <a:uFillTx/>
                <a:latin typeface="Arial Nova"/>
                <a:ea typeface="+mn-ea"/>
                <a:cs typeface="Arial" panose="020B0604020202020204" pitchFamily="34" charset="0"/>
              </a:rPr>
              <a:t>Nos clients bénéficient ainsi d’une relation durable, construite dans le temps et au cœur de leurs enjeux quotidiens. </a:t>
            </a:r>
          </a:p>
        </p:txBody>
      </p:sp>
      <p:sp>
        <p:nvSpPr>
          <p:cNvPr id="39" name="ZoneTexte 38">
            <a:extLst>
              <a:ext uri="{FF2B5EF4-FFF2-40B4-BE49-F238E27FC236}">
                <a16:creationId xmlns:a16="http://schemas.microsoft.com/office/drawing/2014/main" id="{F86B9AED-28A3-9DE4-90C7-77A0571B0C74}"/>
              </a:ext>
            </a:extLst>
          </p:cNvPr>
          <p:cNvSpPr txBox="1"/>
          <p:nvPr/>
        </p:nvSpPr>
        <p:spPr>
          <a:xfrm>
            <a:off x="2492113" y="3844800"/>
            <a:ext cx="2142728" cy="400110"/>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eaLnBrk="1" fontAlgn="auto" latinLnBrk="0" hangingPunct="1">
              <a:spcBef>
                <a:spcPts val="0"/>
              </a:spcBef>
              <a:spcAft>
                <a:spcPts val="0"/>
              </a:spcAft>
              <a:buClr>
                <a:srgbClr val="3799E8"/>
              </a:buClr>
              <a:buSzTx/>
              <a:buFontTx/>
              <a:buNone/>
              <a:tabLst/>
              <a:defRPr/>
            </a:pPr>
            <a:r>
              <a:rPr kumimoji="0" lang="fr-FR" sz="1400" b="0" i="0" u="none" strike="noStrike" kern="0" cap="none" spc="0" normalizeH="0" baseline="0" noProof="0" dirty="0">
                <a:ln>
                  <a:noFill/>
                </a:ln>
                <a:solidFill>
                  <a:srgbClr val="434341"/>
                </a:solidFill>
                <a:effectLst/>
                <a:uLnTx/>
                <a:uFillTx/>
                <a:latin typeface="Arial Nova"/>
                <a:ea typeface="+mn-ea"/>
                <a:cs typeface="Arial" panose="020B0604020202020204" pitchFamily="34" charset="0"/>
              </a:rPr>
              <a:t>Nicolas MOROKOWSKI</a:t>
            </a:r>
          </a:p>
          <a:p>
            <a:pPr marL="0" marR="0" lvl="0" indent="0" algn="l" defTabSz="914400" eaLnBrk="1" fontAlgn="auto" latinLnBrk="0" hangingPunct="1">
              <a:spcBef>
                <a:spcPts val="0"/>
              </a:spcBef>
              <a:spcAft>
                <a:spcPts val="0"/>
              </a:spcAft>
              <a:buClr>
                <a:srgbClr val="3799E8"/>
              </a:buClr>
              <a:buSzTx/>
              <a:buFontTx/>
              <a:buNone/>
              <a:tabLst/>
              <a:defRPr/>
            </a:pPr>
            <a:r>
              <a:rPr kumimoji="0" lang="fr-FR" sz="1200" b="0" i="1" u="none" strike="noStrike" kern="0" cap="none" spc="0" normalizeH="0" baseline="0" noProof="0" dirty="0">
                <a:ln>
                  <a:noFill/>
                </a:ln>
                <a:solidFill>
                  <a:srgbClr val="434341"/>
                </a:solidFill>
                <a:effectLst/>
                <a:uLnTx/>
                <a:uFillTx/>
                <a:latin typeface="Arial Nova"/>
                <a:ea typeface="+mn-ea"/>
                <a:cs typeface="Arial" panose="020B0604020202020204" pitchFamily="34" charset="0"/>
              </a:rPr>
              <a:t>Responsable Régional</a:t>
            </a:r>
          </a:p>
        </p:txBody>
      </p:sp>
      <p:pic>
        <p:nvPicPr>
          <p:cNvPr id="40" name="Graphique 39" descr="Repère avec un remplissage uni">
            <a:extLst>
              <a:ext uri="{FF2B5EF4-FFF2-40B4-BE49-F238E27FC236}">
                <a16:creationId xmlns:a16="http://schemas.microsoft.com/office/drawing/2014/main" id="{167D81D5-DB8F-0711-7538-4B931D2A75B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89489" y="3582569"/>
            <a:ext cx="848006" cy="848006"/>
          </a:xfrm>
          <a:prstGeom prst="rect">
            <a:avLst/>
          </a:prstGeom>
        </p:spPr>
      </p:pic>
      <p:sp>
        <p:nvSpPr>
          <p:cNvPr id="42" name="ZoneTexte 41">
            <a:extLst>
              <a:ext uri="{FF2B5EF4-FFF2-40B4-BE49-F238E27FC236}">
                <a16:creationId xmlns:a16="http://schemas.microsoft.com/office/drawing/2014/main" id="{B99B48C8-5D4B-3C7E-EC9E-03E76E518643}"/>
              </a:ext>
            </a:extLst>
          </p:cNvPr>
          <p:cNvSpPr txBox="1"/>
          <p:nvPr/>
        </p:nvSpPr>
        <p:spPr>
          <a:xfrm>
            <a:off x="6167119" y="3812888"/>
            <a:ext cx="2720571" cy="523220"/>
          </a:xfrm>
          <a:prstGeom prst="rect">
            <a:avLst/>
          </a:prstGeom>
          <a:noFill/>
        </p:spPr>
        <p:txBody>
          <a:bodyPr wrap="square" rtlCol="0">
            <a:spAutoFit/>
          </a:bodyPr>
          <a:lstStyle/>
          <a:p>
            <a:pPr defTabSz="914400" fontAlgn="base">
              <a:defRPr/>
            </a:pPr>
            <a:r>
              <a:rPr lang="fr-FR" sz="1400" dirty="0">
                <a:solidFill>
                  <a:srgbClr val="272E32"/>
                </a:solidFill>
                <a:latin typeface="Arial Nova"/>
                <a:cs typeface="Arial" panose="020B0604020202020204" pitchFamily="34" charset="0"/>
              </a:rPr>
              <a:t>51 rue Nicolas Appert</a:t>
            </a:r>
          </a:p>
          <a:p>
            <a:pPr defTabSz="914400" fontAlgn="base">
              <a:defRPr/>
            </a:pPr>
            <a:r>
              <a:rPr lang="fr-FR" sz="1400" dirty="0">
                <a:solidFill>
                  <a:srgbClr val="272E32"/>
                </a:solidFill>
                <a:latin typeface="Arial Nova"/>
                <a:cs typeface="Arial" panose="020B0604020202020204" pitchFamily="34" charset="0"/>
              </a:rPr>
              <a:t>87280 Limoges</a:t>
            </a:r>
          </a:p>
        </p:txBody>
      </p:sp>
      <p:sp>
        <p:nvSpPr>
          <p:cNvPr id="45" name="ZoneTexte 44">
            <a:extLst>
              <a:ext uri="{FF2B5EF4-FFF2-40B4-BE49-F238E27FC236}">
                <a16:creationId xmlns:a16="http://schemas.microsoft.com/office/drawing/2014/main" id="{9CB34D73-AA64-45BE-395D-D0FD73DF9A3B}"/>
              </a:ext>
            </a:extLst>
          </p:cNvPr>
          <p:cNvSpPr txBox="1"/>
          <p:nvPr/>
        </p:nvSpPr>
        <p:spPr>
          <a:xfrm>
            <a:off x="1684424" y="5063258"/>
            <a:ext cx="703277" cy="584775"/>
          </a:xfrm>
          <a:prstGeom prst="rect">
            <a:avLst/>
          </a:prstGeom>
          <a:noFill/>
        </p:spPr>
        <p:txBody>
          <a:bodyPr wrap="square" rtlCol="0">
            <a:spAutoFit/>
          </a:bodyPr>
          <a:lstStyle/>
          <a:p>
            <a:pPr algn="ctr" defTabSz="914400">
              <a:defRPr/>
            </a:pPr>
            <a:r>
              <a:rPr lang="fr-FR" sz="3200" b="1" dirty="0">
                <a:solidFill>
                  <a:srgbClr val="E94C57"/>
                </a:solidFill>
                <a:latin typeface="Arial" panose="020B0604020202020204" pitchFamily="34" charset="0"/>
                <a:cs typeface="Arial" panose="020B0604020202020204" pitchFamily="34" charset="0"/>
              </a:rPr>
              <a:t>54</a:t>
            </a:r>
          </a:p>
        </p:txBody>
      </p:sp>
      <p:sp>
        <p:nvSpPr>
          <p:cNvPr id="46" name="ZoneTexte 45">
            <a:extLst>
              <a:ext uri="{FF2B5EF4-FFF2-40B4-BE49-F238E27FC236}">
                <a16:creationId xmlns:a16="http://schemas.microsoft.com/office/drawing/2014/main" id="{21863F09-9E56-E740-FD45-3A34948C456E}"/>
              </a:ext>
            </a:extLst>
          </p:cNvPr>
          <p:cNvSpPr txBox="1"/>
          <p:nvPr/>
        </p:nvSpPr>
        <p:spPr>
          <a:xfrm>
            <a:off x="2494101" y="5228635"/>
            <a:ext cx="1227098" cy="283219"/>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eaLnBrk="1" fontAlgn="auto" latinLnBrk="0" hangingPunct="1">
              <a:lnSpc>
                <a:spcPct val="150000"/>
              </a:lnSpc>
              <a:spcBef>
                <a:spcPts val="0"/>
              </a:spcBef>
              <a:spcAft>
                <a:spcPts val="0"/>
              </a:spcAft>
              <a:buClr>
                <a:srgbClr val="3799E8"/>
              </a:buClr>
              <a:buSzTx/>
              <a:buFontTx/>
              <a:buNone/>
              <a:tabLst/>
              <a:defRPr/>
            </a:pPr>
            <a:r>
              <a:rPr kumimoji="0" lang="fr-FR" sz="1400" b="0" i="0" u="none" strike="noStrike" kern="0" cap="none" spc="0" normalizeH="0" baseline="0" noProof="0" dirty="0">
                <a:ln>
                  <a:noFill/>
                </a:ln>
                <a:solidFill>
                  <a:srgbClr val="434341"/>
                </a:solidFill>
                <a:effectLst/>
                <a:uLnTx/>
                <a:uFillTx/>
                <a:latin typeface="Arial Nova"/>
                <a:ea typeface="+mn-ea"/>
                <a:cs typeface="Arial" panose="020B0604020202020204" pitchFamily="34" charset="0"/>
              </a:rPr>
              <a:t>Collaborateurs</a:t>
            </a:r>
          </a:p>
        </p:txBody>
      </p:sp>
      <p:sp>
        <p:nvSpPr>
          <p:cNvPr id="47" name="ZoneTexte 46">
            <a:extLst>
              <a:ext uri="{FF2B5EF4-FFF2-40B4-BE49-F238E27FC236}">
                <a16:creationId xmlns:a16="http://schemas.microsoft.com/office/drawing/2014/main" id="{43028F37-CAF9-0C58-32DE-9E9FC951B944}"/>
              </a:ext>
            </a:extLst>
          </p:cNvPr>
          <p:cNvSpPr txBox="1"/>
          <p:nvPr/>
        </p:nvSpPr>
        <p:spPr>
          <a:xfrm>
            <a:off x="6232932" y="5257425"/>
            <a:ext cx="1409909" cy="307777"/>
          </a:xfrm>
          <a:prstGeom prst="rect">
            <a:avLst/>
          </a:prstGeom>
          <a:noFill/>
        </p:spPr>
        <p:txBody>
          <a:bodyPr wrap="square">
            <a:spAutoFit/>
          </a:bodyPr>
          <a:lstStyle/>
          <a:p>
            <a:pPr defTabSz="914400" fontAlgn="base">
              <a:defRPr/>
            </a:pPr>
            <a:r>
              <a:rPr lang="fr-FR" sz="1400" dirty="0">
                <a:solidFill>
                  <a:srgbClr val="272E32"/>
                </a:solidFill>
                <a:latin typeface="Arial Nova"/>
                <a:cs typeface="Arial" panose="020B0604020202020204" pitchFamily="34" charset="0"/>
              </a:rPr>
              <a:t>05 57 51 52 52</a:t>
            </a:r>
          </a:p>
        </p:txBody>
      </p:sp>
      <p:sp>
        <p:nvSpPr>
          <p:cNvPr id="58" name="Rectangle 57">
            <a:extLst>
              <a:ext uri="{FF2B5EF4-FFF2-40B4-BE49-F238E27FC236}">
                <a16:creationId xmlns:a16="http://schemas.microsoft.com/office/drawing/2014/main" id="{E6A36B75-3F6F-92B2-E781-B8970FFCED2F}"/>
              </a:ext>
            </a:extLst>
          </p:cNvPr>
          <p:cNvSpPr/>
          <p:nvPr/>
        </p:nvSpPr>
        <p:spPr>
          <a:xfrm>
            <a:off x="4631050" y="6384659"/>
            <a:ext cx="1195349" cy="1174669"/>
          </a:xfrm>
          <a:prstGeom prst="rect">
            <a:avLst/>
          </a:prstGeom>
          <a:solidFill>
            <a:srgbClr val="FFD61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59" name="Rectangle 58">
            <a:extLst>
              <a:ext uri="{FF2B5EF4-FFF2-40B4-BE49-F238E27FC236}">
                <a16:creationId xmlns:a16="http://schemas.microsoft.com/office/drawing/2014/main" id="{A64E829C-E3C4-C15C-DF47-BABC04A895E7}"/>
              </a:ext>
            </a:extLst>
          </p:cNvPr>
          <p:cNvSpPr/>
          <p:nvPr/>
        </p:nvSpPr>
        <p:spPr>
          <a:xfrm>
            <a:off x="9504317" y="1167590"/>
            <a:ext cx="1195349" cy="1169067"/>
          </a:xfrm>
          <a:prstGeom prst="rect">
            <a:avLst/>
          </a:prstGeom>
          <a:solidFill>
            <a:srgbClr val="95C11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60" name="Rectangle 59">
            <a:extLst>
              <a:ext uri="{FF2B5EF4-FFF2-40B4-BE49-F238E27FC236}">
                <a16:creationId xmlns:a16="http://schemas.microsoft.com/office/drawing/2014/main" id="{499DA05C-4B0A-6587-F2C5-D1CC64282C93}"/>
              </a:ext>
            </a:extLst>
          </p:cNvPr>
          <p:cNvSpPr/>
          <p:nvPr/>
        </p:nvSpPr>
        <p:spPr>
          <a:xfrm>
            <a:off x="203925" y="6390609"/>
            <a:ext cx="1195349" cy="1169066"/>
          </a:xfrm>
          <a:prstGeom prst="rect">
            <a:avLst/>
          </a:prstGeom>
          <a:solidFill>
            <a:srgbClr val="F7BFD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rgbClr val="FFFFFF"/>
              </a:solidFill>
              <a:effectLst/>
              <a:uLnTx/>
              <a:uFillTx/>
              <a:latin typeface="Arial Nova"/>
              <a:ea typeface="+mn-ea"/>
              <a:cs typeface="+mn-cs"/>
            </a:endParaRPr>
          </a:p>
        </p:txBody>
      </p:sp>
      <p:sp>
        <p:nvSpPr>
          <p:cNvPr id="61" name="Rectangle 60">
            <a:extLst>
              <a:ext uri="{FF2B5EF4-FFF2-40B4-BE49-F238E27FC236}">
                <a16:creationId xmlns:a16="http://schemas.microsoft.com/office/drawing/2014/main" id="{ED3D35B6-C883-0AF7-6F39-298F964F3260}"/>
              </a:ext>
            </a:extLst>
          </p:cNvPr>
          <p:cNvSpPr/>
          <p:nvPr/>
        </p:nvSpPr>
        <p:spPr>
          <a:xfrm>
            <a:off x="9496465" y="4070825"/>
            <a:ext cx="1195348" cy="1148483"/>
          </a:xfrm>
          <a:prstGeom prst="rect">
            <a:avLst/>
          </a:prstGeom>
          <a:solidFill>
            <a:srgbClr val="FFFFFF">
              <a:lumMod val="9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62" name="Rectangle 61">
            <a:extLst>
              <a:ext uri="{FF2B5EF4-FFF2-40B4-BE49-F238E27FC236}">
                <a16:creationId xmlns:a16="http://schemas.microsoft.com/office/drawing/2014/main" id="{713436F1-3CF6-F8C0-AE79-33272E3AB6E3}"/>
              </a:ext>
            </a:extLst>
          </p:cNvPr>
          <p:cNvSpPr/>
          <p:nvPr/>
        </p:nvSpPr>
        <p:spPr>
          <a:xfrm>
            <a:off x="9496464" y="5223017"/>
            <a:ext cx="1195348" cy="1189812"/>
          </a:xfrm>
          <a:prstGeom prst="rect">
            <a:avLst/>
          </a:prstGeom>
          <a:solidFill>
            <a:srgbClr val="E94B5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64" name="Rectangle 63">
            <a:extLst>
              <a:ext uri="{FF2B5EF4-FFF2-40B4-BE49-F238E27FC236}">
                <a16:creationId xmlns:a16="http://schemas.microsoft.com/office/drawing/2014/main" id="{5A332BEE-C610-D97C-C2EB-8589AA05ACBD}"/>
              </a:ext>
            </a:extLst>
          </p:cNvPr>
          <p:cNvSpPr/>
          <p:nvPr/>
        </p:nvSpPr>
        <p:spPr>
          <a:xfrm>
            <a:off x="8314669" y="7467"/>
            <a:ext cx="1195349" cy="1169067"/>
          </a:xfrm>
          <a:prstGeom prst="rect">
            <a:avLst/>
          </a:prstGeom>
          <a:solidFill>
            <a:srgbClr val="95C11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65" name="Espace réservé du texte 1">
            <a:extLst>
              <a:ext uri="{FF2B5EF4-FFF2-40B4-BE49-F238E27FC236}">
                <a16:creationId xmlns:a16="http://schemas.microsoft.com/office/drawing/2014/main" id="{7A946612-4A3A-E9FA-230F-390E37881E0B}"/>
              </a:ext>
            </a:extLst>
          </p:cNvPr>
          <p:cNvSpPr txBox="1">
            <a:spLocks/>
          </p:cNvSpPr>
          <p:nvPr/>
        </p:nvSpPr>
        <p:spPr>
          <a:xfrm>
            <a:off x="644643" y="629053"/>
            <a:ext cx="6097351" cy="1101370"/>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mj-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200" b="0"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3200" b="1" i="0" u="none" strike="noStrike" kern="1200" cap="none" spc="0" normalizeH="0" baseline="0" noProof="0" dirty="0">
                <a:ln>
                  <a:noFill/>
                </a:ln>
                <a:solidFill>
                  <a:srgbClr val="434341"/>
                </a:solidFill>
                <a:effectLst/>
                <a:uLnTx/>
                <a:uFillTx/>
                <a:latin typeface="Century Gothic"/>
                <a:ea typeface="+mn-ea"/>
                <a:cs typeface="Arial" panose="020B0604020202020204" pitchFamily="34" charset="0"/>
              </a:rPr>
              <a:t>KOESIO EN HAUT-DE-VIENNE</a:t>
            </a:r>
          </a:p>
        </p:txBody>
      </p:sp>
      <p:pic>
        <p:nvPicPr>
          <p:cNvPr id="72" name="Image 71">
            <a:hlinkClick r:id="rId6"/>
            <a:extLst>
              <a:ext uri="{FF2B5EF4-FFF2-40B4-BE49-F238E27FC236}">
                <a16:creationId xmlns:a16="http://schemas.microsoft.com/office/drawing/2014/main" id="{D5834819-EA11-E1CA-C78E-C09F91463C99}"/>
              </a:ext>
            </a:extLst>
          </p:cNvPr>
          <p:cNvPicPr>
            <a:picLocks noChangeAspect="1"/>
          </p:cNvPicPr>
          <p:nvPr/>
        </p:nvPicPr>
        <p:blipFill rotWithShape="1">
          <a:blip r:embed="rId7">
            <a:extLst>
              <a:ext uri="{28A0092B-C50C-407E-A947-70E740481C1C}">
                <a14:useLocalDpi xmlns:a14="http://schemas.microsoft.com/office/drawing/2010/main"/>
              </a:ext>
            </a:extLst>
          </a:blip>
          <a:srcRect/>
          <a:stretch/>
        </p:blipFill>
        <p:spPr>
          <a:xfrm>
            <a:off x="1649956" y="3674117"/>
            <a:ext cx="692762" cy="734737"/>
          </a:xfrm>
          <a:prstGeom prst="flowChartConnector">
            <a:avLst/>
          </a:prstGeom>
          <a:solidFill>
            <a:srgbClr val="FFFFFF"/>
          </a:solidFill>
          <a:ln w="12700">
            <a:solidFill>
              <a:srgbClr val="6E398E"/>
            </a:solidFill>
          </a:ln>
          <a:effectLst/>
        </p:spPr>
      </p:pic>
      <p:pic>
        <p:nvPicPr>
          <p:cNvPr id="80" name="Image 79" descr="Une image contenant croquis, conception&#10;&#10;Le contenu généré par l’IA peut être incorrect.">
            <a:extLst>
              <a:ext uri="{FF2B5EF4-FFF2-40B4-BE49-F238E27FC236}">
                <a16:creationId xmlns:a16="http://schemas.microsoft.com/office/drawing/2014/main" id="{C2033417-9A95-3E38-332F-00F8B12EDFB8}"/>
              </a:ext>
            </a:extLst>
          </p:cNvPr>
          <p:cNvPicPr>
            <a:picLocks noChangeAspect="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l="16902" t="33867" r="59945" b="24077"/>
          <a:stretch/>
        </p:blipFill>
        <p:spPr>
          <a:xfrm>
            <a:off x="5537140" y="4887941"/>
            <a:ext cx="848006" cy="866455"/>
          </a:xfrm>
          <a:prstGeom prst="rect">
            <a:avLst/>
          </a:prstGeom>
        </p:spPr>
      </p:pic>
    </p:spTree>
    <p:extLst>
      <p:ext uri="{BB962C8B-B14F-4D97-AF65-F5344CB8AC3E}">
        <p14:creationId xmlns:p14="http://schemas.microsoft.com/office/powerpoint/2010/main" val="12325771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86D47-07FD-B9DC-1CB3-542974003D25}"/>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7767B8F6-540B-6AE5-CE9C-880C962A198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480002" y="6920785"/>
            <a:ext cx="1511978" cy="386904"/>
          </a:xfrm>
          <a:prstGeom prst="rect">
            <a:avLst/>
          </a:prstGeom>
        </p:spPr>
      </p:pic>
      <p:sp>
        <p:nvSpPr>
          <p:cNvPr id="8" name="Rectangle 7">
            <a:extLst>
              <a:ext uri="{FF2B5EF4-FFF2-40B4-BE49-F238E27FC236}">
                <a16:creationId xmlns:a16="http://schemas.microsoft.com/office/drawing/2014/main" id="{5714771A-A2D0-10DF-29D0-83794798FE67}"/>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a:p>
        </p:txBody>
      </p:sp>
      <p:sp>
        <p:nvSpPr>
          <p:cNvPr id="38" name="Espace réservé du texte 3">
            <a:extLst>
              <a:ext uri="{FF2B5EF4-FFF2-40B4-BE49-F238E27FC236}">
                <a16:creationId xmlns:a16="http://schemas.microsoft.com/office/drawing/2014/main" id="{70386452-EBFA-03F2-B536-2E7BF2BA4418}"/>
              </a:ext>
            </a:extLst>
          </p:cNvPr>
          <p:cNvSpPr txBox="1">
            <a:spLocks/>
          </p:cNvSpPr>
          <p:nvPr/>
        </p:nvSpPr>
        <p:spPr>
          <a:xfrm>
            <a:off x="801599" y="1789204"/>
            <a:ext cx="7794706" cy="1685169"/>
          </a:xfrm>
          <a:prstGeom prst="rect">
            <a:avLst/>
          </a:prstGeom>
        </p:spPr>
        <p:txBody>
          <a:bodyPr/>
          <a:lstStyle>
            <a:lvl1pPr marL="228600" indent="-228600" algn="l" defTabSz="914400" rtl="0" eaLnBrk="1" latinLnBrk="0" hangingPunct="1">
              <a:lnSpc>
                <a:spcPct val="90000"/>
              </a:lnSpc>
              <a:spcBef>
                <a:spcPts val="1000"/>
              </a:spcBef>
              <a:buClr>
                <a:schemeClr val="bg2"/>
              </a:buClr>
              <a:buFont typeface="Arial Nova" panose="020B0504020202020204" pitchFamily="34" charset="0"/>
              <a:buChar char="&gt;"/>
              <a:defRPr sz="24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Clr>
                <a:schemeClr val="bg2"/>
              </a:buClr>
              <a:buFont typeface="Arial Nova" panose="020B0504020202020204" pitchFamily="34" charset="0"/>
              <a:buChar char="&gt;"/>
              <a:defRPr sz="20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bg2"/>
              </a:buClr>
              <a:buFont typeface="Arial Nova" panose="020B0504020202020204" pitchFamily="34" charset="0"/>
              <a:buChar char="&gt;"/>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bg2"/>
              </a:buClr>
              <a:buFont typeface="Arial Nova" panose="020B0504020202020204" pitchFamily="34" charset="0"/>
              <a:buChar char="&gt;"/>
              <a:defRPr sz="14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bg2"/>
              </a:buClr>
              <a:buFont typeface="Arial Nova" panose="020B0504020202020204" pitchFamily="34" charset="0"/>
              <a:buChar char="&gt;"/>
              <a:defRPr sz="14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
                <a:srgbClr val="E94B57"/>
              </a:buClr>
              <a:buSzTx/>
              <a:buFont typeface="Arial Nova" panose="020B0504020202020204" pitchFamily="34" charset="0"/>
              <a:buChar char="&gt;"/>
              <a:tabLst/>
              <a:defRPr/>
            </a:pPr>
            <a:r>
              <a:rPr kumimoji="0" lang="fr-FR" sz="1600" b="0" i="0" u="none" strike="noStrike" kern="1200" cap="none" spc="0" normalizeH="0" baseline="0" noProof="0" dirty="0">
                <a:ln>
                  <a:noFill/>
                </a:ln>
                <a:solidFill>
                  <a:srgbClr val="434341"/>
                </a:solidFill>
                <a:effectLst/>
                <a:uLnTx/>
                <a:uFillTx/>
                <a:latin typeface="Arial Nova"/>
                <a:ea typeface="+mn-ea"/>
                <a:cs typeface="Arial" panose="020B0604020202020204" pitchFamily="34" charset="0"/>
              </a:rPr>
              <a:t>Depuis plus de 30 ans, Koesio accompagne les entreprises et les institutions publiques de la région au travers d’un réseau dense d’agences locales. Implantée en Dordogne, notre agence de Périgueux offre à nos clients proximité et réactivité. </a:t>
            </a:r>
          </a:p>
          <a:p>
            <a:pPr marL="228600" marR="0" lvl="0" indent="-228600" algn="l" defTabSz="914400" rtl="0" eaLnBrk="1" fontAlgn="auto" latinLnBrk="0" hangingPunct="1">
              <a:lnSpc>
                <a:spcPct val="90000"/>
              </a:lnSpc>
              <a:spcBef>
                <a:spcPts val="1000"/>
              </a:spcBef>
              <a:spcAft>
                <a:spcPts val="0"/>
              </a:spcAft>
              <a:buClr>
                <a:srgbClr val="E94B57"/>
              </a:buClr>
              <a:buSzTx/>
              <a:buFont typeface="Arial Nova" panose="020B0504020202020204" pitchFamily="34" charset="0"/>
              <a:buChar char="&gt;"/>
              <a:tabLst/>
              <a:defRPr/>
            </a:pPr>
            <a:r>
              <a:rPr kumimoji="0" lang="fr-FR" sz="1600" b="0" i="0" u="none" strike="noStrike" kern="1200" cap="none" spc="0" normalizeH="0" baseline="0" noProof="0" dirty="0">
                <a:ln>
                  <a:noFill/>
                </a:ln>
                <a:solidFill>
                  <a:srgbClr val="434341"/>
                </a:solidFill>
                <a:effectLst/>
                <a:uLnTx/>
                <a:uFillTx/>
                <a:latin typeface="Arial Nova"/>
                <a:ea typeface="+mn-ea"/>
                <a:cs typeface="Arial" panose="020B0604020202020204" pitchFamily="34" charset="0"/>
              </a:rPr>
              <a:t>Nos clients bénéficient ainsi d’une relation durable, construite dans le temps et au cœur de leurs enjeux quotidiens. </a:t>
            </a:r>
          </a:p>
        </p:txBody>
      </p:sp>
      <p:sp>
        <p:nvSpPr>
          <p:cNvPr id="39" name="ZoneTexte 38">
            <a:extLst>
              <a:ext uri="{FF2B5EF4-FFF2-40B4-BE49-F238E27FC236}">
                <a16:creationId xmlns:a16="http://schemas.microsoft.com/office/drawing/2014/main" id="{FDF98489-E06E-F3A5-2318-B7B58DD68D86}"/>
              </a:ext>
            </a:extLst>
          </p:cNvPr>
          <p:cNvSpPr txBox="1"/>
          <p:nvPr/>
        </p:nvSpPr>
        <p:spPr>
          <a:xfrm>
            <a:off x="2492113" y="3844800"/>
            <a:ext cx="2142728" cy="400110"/>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eaLnBrk="1" fontAlgn="auto" latinLnBrk="0" hangingPunct="1">
              <a:spcBef>
                <a:spcPts val="0"/>
              </a:spcBef>
              <a:spcAft>
                <a:spcPts val="0"/>
              </a:spcAft>
              <a:buClr>
                <a:srgbClr val="3799E8"/>
              </a:buClr>
              <a:buSzTx/>
              <a:buFontTx/>
              <a:buNone/>
              <a:tabLst/>
              <a:defRPr/>
            </a:pPr>
            <a:r>
              <a:rPr kumimoji="0" lang="fr-FR" sz="1400" b="0" i="0" u="none" strike="noStrike" kern="0" cap="none" spc="0" normalizeH="0" baseline="0" noProof="0" dirty="0">
                <a:ln>
                  <a:noFill/>
                </a:ln>
                <a:solidFill>
                  <a:srgbClr val="434341"/>
                </a:solidFill>
                <a:effectLst/>
                <a:uLnTx/>
                <a:uFillTx/>
                <a:latin typeface="Arial Nova"/>
                <a:ea typeface="+mn-ea"/>
                <a:cs typeface="Arial" panose="020B0604020202020204" pitchFamily="34" charset="0"/>
              </a:rPr>
              <a:t>Nicolas MOROKOWSKI</a:t>
            </a:r>
          </a:p>
          <a:p>
            <a:pPr marL="0" marR="0" lvl="0" indent="0" algn="l" defTabSz="914400" eaLnBrk="1" fontAlgn="auto" latinLnBrk="0" hangingPunct="1">
              <a:spcBef>
                <a:spcPts val="0"/>
              </a:spcBef>
              <a:spcAft>
                <a:spcPts val="0"/>
              </a:spcAft>
              <a:buClr>
                <a:srgbClr val="3799E8"/>
              </a:buClr>
              <a:buSzTx/>
              <a:buFontTx/>
              <a:buNone/>
              <a:tabLst/>
              <a:defRPr/>
            </a:pPr>
            <a:r>
              <a:rPr kumimoji="0" lang="fr-FR" sz="1200" b="0" i="1" u="none" strike="noStrike" kern="0" cap="none" spc="0" normalizeH="0" baseline="0" noProof="0" dirty="0">
                <a:ln>
                  <a:noFill/>
                </a:ln>
                <a:solidFill>
                  <a:srgbClr val="434341"/>
                </a:solidFill>
                <a:effectLst/>
                <a:uLnTx/>
                <a:uFillTx/>
                <a:latin typeface="Arial Nova"/>
                <a:ea typeface="+mn-ea"/>
                <a:cs typeface="Arial" panose="020B0604020202020204" pitchFamily="34" charset="0"/>
              </a:rPr>
              <a:t>Responsable Régional</a:t>
            </a:r>
          </a:p>
        </p:txBody>
      </p:sp>
      <p:pic>
        <p:nvPicPr>
          <p:cNvPr id="40" name="Graphique 39" descr="Repère avec un remplissage uni">
            <a:extLst>
              <a:ext uri="{FF2B5EF4-FFF2-40B4-BE49-F238E27FC236}">
                <a16:creationId xmlns:a16="http://schemas.microsoft.com/office/drawing/2014/main" id="{D37EAB27-9CC0-3656-F869-226A671E491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89489" y="3582569"/>
            <a:ext cx="848006" cy="848006"/>
          </a:xfrm>
          <a:prstGeom prst="rect">
            <a:avLst/>
          </a:prstGeom>
        </p:spPr>
      </p:pic>
      <p:sp>
        <p:nvSpPr>
          <p:cNvPr id="42" name="ZoneTexte 41">
            <a:extLst>
              <a:ext uri="{FF2B5EF4-FFF2-40B4-BE49-F238E27FC236}">
                <a16:creationId xmlns:a16="http://schemas.microsoft.com/office/drawing/2014/main" id="{9903E44E-F554-02DA-9E2A-8066C2BEAE99}"/>
              </a:ext>
            </a:extLst>
          </p:cNvPr>
          <p:cNvSpPr txBox="1"/>
          <p:nvPr/>
        </p:nvSpPr>
        <p:spPr>
          <a:xfrm>
            <a:off x="6167120" y="3812888"/>
            <a:ext cx="2616662" cy="523220"/>
          </a:xfrm>
          <a:prstGeom prst="rect">
            <a:avLst/>
          </a:prstGeom>
          <a:noFill/>
        </p:spPr>
        <p:txBody>
          <a:bodyPr wrap="square" rtlCol="0">
            <a:spAutoFit/>
          </a:bodyPr>
          <a:lstStyle/>
          <a:p>
            <a:pPr defTabSz="914400" fontAlgn="base">
              <a:defRPr/>
            </a:pPr>
            <a:r>
              <a:rPr lang="fr-FR" sz="1400" dirty="0">
                <a:solidFill>
                  <a:srgbClr val="272E32"/>
                </a:solidFill>
                <a:latin typeface="Arial Nova"/>
                <a:cs typeface="Arial" panose="020B0604020202020204" pitchFamily="34" charset="0"/>
              </a:rPr>
              <a:t>121 bd des Saveurs</a:t>
            </a:r>
          </a:p>
          <a:p>
            <a:pPr defTabSz="914400" fontAlgn="base">
              <a:defRPr/>
            </a:pPr>
            <a:r>
              <a:rPr lang="fr-FR" sz="1400" dirty="0">
                <a:solidFill>
                  <a:srgbClr val="272E32"/>
                </a:solidFill>
                <a:latin typeface="Arial Nova"/>
                <a:cs typeface="Arial" panose="020B0604020202020204" pitchFamily="34" charset="0"/>
              </a:rPr>
              <a:t>24660 </a:t>
            </a:r>
            <a:r>
              <a:rPr lang="fr-FR" sz="1400" dirty="0" err="1">
                <a:solidFill>
                  <a:srgbClr val="272E32"/>
                </a:solidFill>
                <a:latin typeface="Arial Nova"/>
                <a:cs typeface="Arial" panose="020B0604020202020204" pitchFamily="34" charset="0"/>
              </a:rPr>
              <a:t>Coulounieix</a:t>
            </a:r>
            <a:r>
              <a:rPr lang="fr-FR" sz="1400" dirty="0">
                <a:solidFill>
                  <a:srgbClr val="272E32"/>
                </a:solidFill>
                <a:latin typeface="Arial Nova"/>
                <a:cs typeface="Arial" panose="020B0604020202020204" pitchFamily="34" charset="0"/>
              </a:rPr>
              <a:t> Chamiers</a:t>
            </a:r>
          </a:p>
        </p:txBody>
      </p:sp>
      <p:sp>
        <p:nvSpPr>
          <p:cNvPr id="45" name="ZoneTexte 44">
            <a:extLst>
              <a:ext uri="{FF2B5EF4-FFF2-40B4-BE49-F238E27FC236}">
                <a16:creationId xmlns:a16="http://schemas.microsoft.com/office/drawing/2014/main" id="{F0350483-E7AC-1B44-B979-B5D8D4078936}"/>
              </a:ext>
            </a:extLst>
          </p:cNvPr>
          <p:cNvSpPr txBox="1"/>
          <p:nvPr/>
        </p:nvSpPr>
        <p:spPr>
          <a:xfrm>
            <a:off x="1684424" y="5063258"/>
            <a:ext cx="703277" cy="584775"/>
          </a:xfrm>
          <a:prstGeom prst="rect">
            <a:avLst/>
          </a:prstGeom>
          <a:noFill/>
        </p:spPr>
        <p:txBody>
          <a:bodyPr wrap="square" rtlCol="0">
            <a:spAutoFit/>
          </a:bodyPr>
          <a:lstStyle/>
          <a:p>
            <a:pPr algn="ctr" defTabSz="914400">
              <a:defRPr/>
            </a:pPr>
            <a:r>
              <a:rPr lang="fr-FR" sz="3200" b="1" dirty="0">
                <a:solidFill>
                  <a:srgbClr val="E94C57"/>
                </a:solidFill>
                <a:latin typeface="Arial" panose="020B0604020202020204" pitchFamily="34" charset="0"/>
                <a:cs typeface="Arial" panose="020B0604020202020204" pitchFamily="34" charset="0"/>
              </a:rPr>
              <a:t>5</a:t>
            </a:r>
          </a:p>
        </p:txBody>
      </p:sp>
      <p:sp>
        <p:nvSpPr>
          <p:cNvPr id="46" name="ZoneTexte 45">
            <a:extLst>
              <a:ext uri="{FF2B5EF4-FFF2-40B4-BE49-F238E27FC236}">
                <a16:creationId xmlns:a16="http://schemas.microsoft.com/office/drawing/2014/main" id="{0D7BEE22-2533-497A-8807-D8B1D14B8CC7}"/>
              </a:ext>
            </a:extLst>
          </p:cNvPr>
          <p:cNvSpPr txBox="1"/>
          <p:nvPr/>
        </p:nvSpPr>
        <p:spPr>
          <a:xfrm>
            <a:off x="2494101" y="5228635"/>
            <a:ext cx="1227098" cy="283219"/>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eaLnBrk="1" fontAlgn="auto" latinLnBrk="0" hangingPunct="1">
              <a:lnSpc>
                <a:spcPct val="150000"/>
              </a:lnSpc>
              <a:spcBef>
                <a:spcPts val="0"/>
              </a:spcBef>
              <a:spcAft>
                <a:spcPts val="0"/>
              </a:spcAft>
              <a:buClr>
                <a:srgbClr val="3799E8"/>
              </a:buClr>
              <a:buSzTx/>
              <a:buFontTx/>
              <a:buNone/>
              <a:tabLst/>
              <a:defRPr/>
            </a:pPr>
            <a:r>
              <a:rPr kumimoji="0" lang="fr-FR" sz="1400" b="0" i="0" u="none" strike="noStrike" kern="0" cap="none" spc="0" normalizeH="0" baseline="0" noProof="0" dirty="0">
                <a:ln>
                  <a:noFill/>
                </a:ln>
                <a:solidFill>
                  <a:srgbClr val="434341"/>
                </a:solidFill>
                <a:effectLst/>
                <a:uLnTx/>
                <a:uFillTx/>
                <a:latin typeface="Arial Nova"/>
                <a:ea typeface="+mn-ea"/>
                <a:cs typeface="Arial" panose="020B0604020202020204" pitchFamily="34" charset="0"/>
              </a:rPr>
              <a:t>Collaborateurs</a:t>
            </a:r>
          </a:p>
        </p:txBody>
      </p:sp>
      <p:sp>
        <p:nvSpPr>
          <p:cNvPr id="47" name="ZoneTexte 46">
            <a:extLst>
              <a:ext uri="{FF2B5EF4-FFF2-40B4-BE49-F238E27FC236}">
                <a16:creationId xmlns:a16="http://schemas.microsoft.com/office/drawing/2014/main" id="{2B59B536-9BFB-668A-98DD-D075B2333F05}"/>
              </a:ext>
            </a:extLst>
          </p:cNvPr>
          <p:cNvSpPr txBox="1"/>
          <p:nvPr/>
        </p:nvSpPr>
        <p:spPr>
          <a:xfrm>
            <a:off x="6232932" y="5257425"/>
            <a:ext cx="1409909" cy="307777"/>
          </a:xfrm>
          <a:prstGeom prst="rect">
            <a:avLst/>
          </a:prstGeom>
          <a:noFill/>
        </p:spPr>
        <p:txBody>
          <a:bodyPr wrap="square">
            <a:spAutoFit/>
          </a:bodyPr>
          <a:lstStyle/>
          <a:p>
            <a:pPr defTabSz="914400" fontAlgn="base">
              <a:defRPr/>
            </a:pPr>
            <a:r>
              <a:rPr lang="fr-FR" sz="1400" dirty="0">
                <a:solidFill>
                  <a:srgbClr val="272E32"/>
                </a:solidFill>
                <a:latin typeface="Arial Nova"/>
                <a:cs typeface="Arial" panose="020B0604020202020204" pitchFamily="34" charset="0"/>
              </a:rPr>
              <a:t>05 57 51 52 52</a:t>
            </a:r>
          </a:p>
        </p:txBody>
      </p:sp>
      <p:sp>
        <p:nvSpPr>
          <p:cNvPr id="58" name="Rectangle 57">
            <a:extLst>
              <a:ext uri="{FF2B5EF4-FFF2-40B4-BE49-F238E27FC236}">
                <a16:creationId xmlns:a16="http://schemas.microsoft.com/office/drawing/2014/main" id="{636E6EC8-F46A-9FB3-12DA-977B05DF2E4D}"/>
              </a:ext>
            </a:extLst>
          </p:cNvPr>
          <p:cNvSpPr/>
          <p:nvPr/>
        </p:nvSpPr>
        <p:spPr>
          <a:xfrm>
            <a:off x="4631050" y="6384659"/>
            <a:ext cx="1195349" cy="1174669"/>
          </a:xfrm>
          <a:prstGeom prst="rect">
            <a:avLst/>
          </a:prstGeom>
          <a:solidFill>
            <a:srgbClr val="FFD61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59" name="Rectangle 58">
            <a:extLst>
              <a:ext uri="{FF2B5EF4-FFF2-40B4-BE49-F238E27FC236}">
                <a16:creationId xmlns:a16="http://schemas.microsoft.com/office/drawing/2014/main" id="{95D1101A-1A05-41F0-5025-8A8722991E2F}"/>
              </a:ext>
            </a:extLst>
          </p:cNvPr>
          <p:cNvSpPr/>
          <p:nvPr/>
        </p:nvSpPr>
        <p:spPr>
          <a:xfrm>
            <a:off x="9504317" y="1167590"/>
            <a:ext cx="1195349" cy="1169067"/>
          </a:xfrm>
          <a:prstGeom prst="rect">
            <a:avLst/>
          </a:prstGeom>
          <a:solidFill>
            <a:srgbClr val="95C11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60" name="Rectangle 59">
            <a:extLst>
              <a:ext uri="{FF2B5EF4-FFF2-40B4-BE49-F238E27FC236}">
                <a16:creationId xmlns:a16="http://schemas.microsoft.com/office/drawing/2014/main" id="{ED55AB9B-453D-6BE5-1750-C0C964EB4F20}"/>
              </a:ext>
            </a:extLst>
          </p:cNvPr>
          <p:cNvSpPr/>
          <p:nvPr/>
        </p:nvSpPr>
        <p:spPr>
          <a:xfrm>
            <a:off x="203925" y="6390609"/>
            <a:ext cx="1195349" cy="1169066"/>
          </a:xfrm>
          <a:prstGeom prst="rect">
            <a:avLst/>
          </a:prstGeom>
          <a:solidFill>
            <a:srgbClr val="F7BFD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rgbClr val="FFFFFF"/>
              </a:solidFill>
              <a:effectLst/>
              <a:uLnTx/>
              <a:uFillTx/>
              <a:latin typeface="Arial Nova"/>
              <a:ea typeface="+mn-ea"/>
              <a:cs typeface="+mn-cs"/>
            </a:endParaRPr>
          </a:p>
        </p:txBody>
      </p:sp>
      <p:sp>
        <p:nvSpPr>
          <p:cNvPr id="61" name="Rectangle 60">
            <a:extLst>
              <a:ext uri="{FF2B5EF4-FFF2-40B4-BE49-F238E27FC236}">
                <a16:creationId xmlns:a16="http://schemas.microsoft.com/office/drawing/2014/main" id="{F3C8D40A-51D0-F62E-2BFE-1E2E528D1F74}"/>
              </a:ext>
            </a:extLst>
          </p:cNvPr>
          <p:cNvSpPr/>
          <p:nvPr/>
        </p:nvSpPr>
        <p:spPr>
          <a:xfrm>
            <a:off x="9496465" y="4070825"/>
            <a:ext cx="1195348" cy="1148483"/>
          </a:xfrm>
          <a:prstGeom prst="rect">
            <a:avLst/>
          </a:prstGeom>
          <a:solidFill>
            <a:srgbClr val="FFFFFF">
              <a:lumMod val="9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62" name="Rectangle 61">
            <a:extLst>
              <a:ext uri="{FF2B5EF4-FFF2-40B4-BE49-F238E27FC236}">
                <a16:creationId xmlns:a16="http://schemas.microsoft.com/office/drawing/2014/main" id="{0AD334C5-8E2F-AE4C-C834-F633DDEE8DFC}"/>
              </a:ext>
            </a:extLst>
          </p:cNvPr>
          <p:cNvSpPr/>
          <p:nvPr/>
        </p:nvSpPr>
        <p:spPr>
          <a:xfrm>
            <a:off x="9496464" y="5223017"/>
            <a:ext cx="1195348" cy="1189812"/>
          </a:xfrm>
          <a:prstGeom prst="rect">
            <a:avLst/>
          </a:prstGeom>
          <a:solidFill>
            <a:srgbClr val="E94B5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64" name="Rectangle 63">
            <a:extLst>
              <a:ext uri="{FF2B5EF4-FFF2-40B4-BE49-F238E27FC236}">
                <a16:creationId xmlns:a16="http://schemas.microsoft.com/office/drawing/2014/main" id="{096F5AA3-ABFA-1B8F-1251-EA3C750F38A4}"/>
              </a:ext>
            </a:extLst>
          </p:cNvPr>
          <p:cNvSpPr/>
          <p:nvPr/>
        </p:nvSpPr>
        <p:spPr>
          <a:xfrm>
            <a:off x="8314669" y="7467"/>
            <a:ext cx="1195349" cy="1169067"/>
          </a:xfrm>
          <a:prstGeom prst="rect">
            <a:avLst/>
          </a:prstGeom>
          <a:solidFill>
            <a:srgbClr val="95C11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65" name="Espace réservé du texte 1">
            <a:extLst>
              <a:ext uri="{FF2B5EF4-FFF2-40B4-BE49-F238E27FC236}">
                <a16:creationId xmlns:a16="http://schemas.microsoft.com/office/drawing/2014/main" id="{9B6947C2-EBE4-3BB6-2FF5-25FC7426BA7E}"/>
              </a:ext>
            </a:extLst>
          </p:cNvPr>
          <p:cNvSpPr txBox="1">
            <a:spLocks/>
          </p:cNvSpPr>
          <p:nvPr/>
        </p:nvSpPr>
        <p:spPr>
          <a:xfrm>
            <a:off x="644643" y="629053"/>
            <a:ext cx="4795519" cy="1101370"/>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mj-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200" b="0"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3200" b="1" i="0" u="none" strike="noStrike" kern="1200" cap="none" spc="0" normalizeH="0" baseline="0" noProof="0" dirty="0">
                <a:ln>
                  <a:noFill/>
                </a:ln>
                <a:solidFill>
                  <a:srgbClr val="434341"/>
                </a:solidFill>
                <a:effectLst/>
                <a:uLnTx/>
                <a:uFillTx/>
                <a:latin typeface="Century Gothic"/>
                <a:ea typeface="+mn-ea"/>
                <a:cs typeface="Arial" panose="020B0604020202020204" pitchFamily="34" charset="0"/>
              </a:rPr>
              <a:t>KOESIO EN DORDOGNE</a:t>
            </a:r>
          </a:p>
        </p:txBody>
      </p:sp>
      <p:pic>
        <p:nvPicPr>
          <p:cNvPr id="72" name="Image 71">
            <a:hlinkClick r:id="rId6"/>
            <a:extLst>
              <a:ext uri="{FF2B5EF4-FFF2-40B4-BE49-F238E27FC236}">
                <a16:creationId xmlns:a16="http://schemas.microsoft.com/office/drawing/2014/main" id="{053A5039-E476-B698-F79E-02DC64092A45}"/>
              </a:ext>
            </a:extLst>
          </p:cNvPr>
          <p:cNvPicPr>
            <a:picLocks noChangeAspect="1"/>
          </p:cNvPicPr>
          <p:nvPr/>
        </p:nvPicPr>
        <p:blipFill rotWithShape="1">
          <a:blip r:embed="rId7">
            <a:extLst>
              <a:ext uri="{28A0092B-C50C-407E-A947-70E740481C1C}">
                <a14:useLocalDpi xmlns:a14="http://schemas.microsoft.com/office/drawing/2010/main"/>
              </a:ext>
            </a:extLst>
          </a:blip>
          <a:srcRect/>
          <a:stretch/>
        </p:blipFill>
        <p:spPr>
          <a:xfrm>
            <a:off x="1649956" y="3674117"/>
            <a:ext cx="692762" cy="734737"/>
          </a:xfrm>
          <a:prstGeom prst="flowChartConnector">
            <a:avLst/>
          </a:prstGeom>
          <a:solidFill>
            <a:srgbClr val="FFFFFF"/>
          </a:solidFill>
          <a:ln w="12700">
            <a:solidFill>
              <a:srgbClr val="6E398E"/>
            </a:solidFill>
          </a:ln>
          <a:effectLst/>
        </p:spPr>
      </p:pic>
      <p:pic>
        <p:nvPicPr>
          <p:cNvPr id="80" name="Image 79" descr="Une image contenant croquis, conception&#10;&#10;Le contenu généré par l’IA peut être incorrect.">
            <a:extLst>
              <a:ext uri="{FF2B5EF4-FFF2-40B4-BE49-F238E27FC236}">
                <a16:creationId xmlns:a16="http://schemas.microsoft.com/office/drawing/2014/main" id="{4D1FE9EC-C09B-20D2-0B0D-73FAC5F92E4D}"/>
              </a:ext>
            </a:extLst>
          </p:cNvPr>
          <p:cNvPicPr>
            <a:picLocks noChangeAspect="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l="16902" t="33867" r="59945" b="24077"/>
          <a:stretch/>
        </p:blipFill>
        <p:spPr>
          <a:xfrm>
            <a:off x="5537140" y="4887941"/>
            <a:ext cx="848006" cy="866455"/>
          </a:xfrm>
          <a:prstGeom prst="rect">
            <a:avLst/>
          </a:prstGeom>
        </p:spPr>
      </p:pic>
    </p:spTree>
    <p:extLst>
      <p:ext uri="{BB962C8B-B14F-4D97-AF65-F5344CB8AC3E}">
        <p14:creationId xmlns:p14="http://schemas.microsoft.com/office/powerpoint/2010/main" val="18229972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7AD0B-D84C-2FA8-5903-27F438B0C2F5}"/>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E822D4FE-2905-47B4-E6D2-38168459B95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480002" y="6920785"/>
            <a:ext cx="1511978" cy="386904"/>
          </a:xfrm>
          <a:prstGeom prst="rect">
            <a:avLst/>
          </a:prstGeom>
        </p:spPr>
      </p:pic>
      <p:sp>
        <p:nvSpPr>
          <p:cNvPr id="8" name="Rectangle 7">
            <a:extLst>
              <a:ext uri="{FF2B5EF4-FFF2-40B4-BE49-F238E27FC236}">
                <a16:creationId xmlns:a16="http://schemas.microsoft.com/office/drawing/2014/main" id="{9F84F245-77F9-B513-F91B-0F7DAEF6B5E2}"/>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a:p>
        </p:txBody>
      </p:sp>
      <p:sp>
        <p:nvSpPr>
          <p:cNvPr id="38" name="Espace réservé du texte 3">
            <a:extLst>
              <a:ext uri="{FF2B5EF4-FFF2-40B4-BE49-F238E27FC236}">
                <a16:creationId xmlns:a16="http://schemas.microsoft.com/office/drawing/2014/main" id="{8964C260-7451-1C20-221A-C0443E57236D}"/>
              </a:ext>
            </a:extLst>
          </p:cNvPr>
          <p:cNvSpPr txBox="1">
            <a:spLocks/>
          </p:cNvSpPr>
          <p:nvPr/>
        </p:nvSpPr>
        <p:spPr>
          <a:xfrm>
            <a:off x="801599" y="1789204"/>
            <a:ext cx="7794706" cy="1685169"/>
          </a:xfrm>
          <a:prstGeom prst="rect">
            <a:avLst/>
          </a:prstGeom>
        </p:spPr>
        <p:txBody>
          <a:bodyPr/>
          <a:lstStyle>
            <a:lvl1pPr marL="228600" indent="-228600" algn="l" defTabSz="914400" rtl="0" eaLnBrk="1" latinLnBrk="0" hangingPunct="1">
              <a:lnSpc>
                <a:spcPct val="90000"/>
              </a:lnSpc>
              <a:spcBef>
                <a:spcPts val="1000"/>
              </a:spcBef>
              <a:buClr>
                <a:schemeClr val="bg2"/>
              </a:buClr>
              <a:buFont typeface="Arial Nova" panose="020B0504020202020204" pitchFamily="34" charset="0"/>
              <a:buChar char="&gt;"/>
              <a:defRPr sz="24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Clr>
                <a:schemeClr val="bg2"/>
              </a:buClr>
              <a:buFont typeface="Arial Nova" panose="020B0504020202020204" pitchFamily="34" charset="0"/>
              <a:buChar char="&gt;"/>
              <a:defRPr sz="20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bg2"/>
              </a:buClr>
              <a:buFont typeface="Arial Nova" panose="020B0504020202020204" pitchFamily="34" charset="0"/>
              <a:buChar char="&gt;"/>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bg2"/>
              </a:buClr>
              <a:buFont typeface="Arial Nova" panose="020B0504020202020204" pitchFamily="34" charset="0"/>
              <a:buChar char="&gt;"/>
              <a:defRPr sz="14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bg2"/>
              </a:buClr>
              <a:buFont typeface="Arial Nova" panose="020B0504020202020204" pitchFamily="34" charset="0"/>
              <a:buChar char="&gt;"/>
              <a:defRPr sz="14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
                <a:srgbClr val="E94B57"/>
              </a:buClr>
              <a:buSzTx/>
              <a:buFont typeface="Arial Nova" panose="020B0504020202020204" pitchFamily="34" charset="0"/>
              <a:buChar char="&gt;"/>
              <a:tabLst/>
              <a:defRPr/>
            </a:pPr>
            <a:r>
              <a:rPr kumimoji="0" lang="fr-FR" sz="1600" b="0" i="0" u="none" strike="noStrike" kern="1200" cap="none" spc="0" normalizeH="0" baseline="0" noProof="0" dirty="0">
                <a:ln>
                  <a:noFill/>
                </a:ln>
                <a:solidFill>
                  <a:srgbClr val="434341"/>
                </a:solidFill>
                <a:effectLst/>
                <a:uLnTx/>
                <a:uFillTx/>
                <a:latin typeface="Arial Nova"/>
                <a:ea typeface="+mn-ea"/>
                <a:cs typeface="Arial" panose="020B0604020202020204" pitchFamily="34" charset="0"/>
              </a:rPr>
              <a:t>Depuis plus de 30 ans, Koesio accompagne les entreprises et les institutions publiques de la région au travers d’un réseau dense d’agences locales. Implantée en Creuse, notre agence de Guéret offre à nos clients proximité et réactivité. </a:t>
            </a:r>
          </a:p>
          <a:p>
            <a:pPr marL="228600" marR="0" lvl="0" indent="-228600" algn="l" defTabSz="914400" rtl="0" eaLnBrk="1" fontAlgn="auto" latinLnBrk="0" hangingPunct="1">
              <a:lnSpc>
                <a:spcPct val="90000"/>
              </a:lnSpc>
              <a:spcBef>
                <a:spcPts val="1000"/>
              </a:spcBef>
              <a:spcAft>
                <a:spcPts val="0"/>
              </a:spcAft>
              <a:buClr>
                <a:srgbClr val="E94B57"/>
              </a:buClr>
              <a:buSzTx/>
              <a:buFont typeface="Arial Nova" panose="020B0504020202020204" pitchFamily="34" charset="0"/>
              <a:buChar char="&gt;"/>
              <a:tabLst/>
              <a:defRPr/>
            </a:pPr>
            <a:r>
              <a:rPr kumimoji="0" lang="fr-FR" sz="1600" b="0" i="0" u="none" strike="noStrike" kern="1200" cap="none" spc="0" normalizeH="0" baseline="0" noProof="0" dirty="0">
                <a:ln>
                  <a:noFill/>
                </a:ln>
                <a:solidFill>
                  <a:srgbClr val="434341"/>
                </a:solidFill>
                <a:effectLst/>
                <a:uLnTx/>
                <a:uFillTx/>
                <a:latin typeface="Arial Nova"/>
                <a:ea typeface="+mn-ea"/>
                <a:cs typeface="Arial" panose="020B0604020202020204" pitchFamily="34" charset="0"/>
              </a:rPr>
              <a:t>Nos clients bénéficient ainsi d’une relation durable, construite dans le temps et au cœur de leurs enjeux quotidiens. </a:t>
            </a:r>
          </a:p>
        </p:txBody>
      </p:sp>
      <p:sp>
        <p:nvSpPr>
          <p:cNvPr id="39" name="ZoneTexte 38">
            <a:extLst>
              <a:ext uri="{FF2B5EF4-FFF2-40B4-BE49-F238E27FC236}">
                <a16:creationId xmlns:a16="http://schemas.microsoft.com/office/drawing/2014/main" id="{4852E5BA-101C-AD13-04AF-229C087316B7}"/>
              </a:ext>
            </a:extLst>
          </p:cNvPr>
          <p:cNvSpPr txBox="1"/>
          <p:nvPr/>
        </p:nvSpPr>
        <p:spPr>
          <a:xfrm>
            <a:off x="2492113" y="3844800"/>
            <a:ext cx="2142728" cy="400110"/>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eaLnBrk="1" fontAlgn="auto" latinLnBrk="0" hangingPunct="1">
              <a:spcBef>
                <a:spcPts val="0"/>
              </a:spcBef>
              <a:spcAft>
                <a:spcPts val="0"/>
              </a:spcAft>
              <a:buClr>
                <a:srgbClr val="3799E8"/>
              </a:buClr>
              <a:buSzTx/>
              <a:buFontTx/>
              <a:buNone/>
              <a:tabLst/>
              <a:defRPr/>
            </a:pPr>
            <a:r>
              <a:rPr kumimoji="0" lang="fr-FR" sz="1400" b="0" i="0" u="none" strike="noStrike" kern="0" cap="none" spc="0" normalizeH="0" baseline="0" noProof="0" dirty="0">
                <a:ln>
                  <a:noFill/>
                </a:ln>
                <a:solidFill>
                  <a:srgbClr val="434341"/>
                </a:solidFill>
                <a:effectLst/>
                <a:uLnTx/>
                <a:uFillTx/>
                <a:latin typeface="Arial Nova"/>
                <a:ea typeface="+mn-ea"/>
                <a:cs typeface="Arial" panose="020B0604020202020204" pitchFamily="34" charset="0"/>
              </a:rPr>
              <a:t>Nicolas MOROKOWSKI</a:t>
            </a:r>
          </a:p>
          <a:p>
            <a:pPr marL="0" marR="0" lvl="0" indent="0" algn="l" defTabSz="914400" eaLnBrk="1" fontAlgn="auto" latinLnBrk="0" hangingPunct="1">
              <a:spcBef>
                <a:spcPts val="0"/>
              </a:spcBef>
              <a:spcAft>
                <a:spcPts val="0"/>
              </a:spcAft>
              <a:buClr>
                <a:srgbClr val="3799E8"/>
              </a:buClr>
              <a:buSzTx/>
              <a:buFontTx/>
              <a:buNone/>
              <a:tabLst/>
              <a:defRPr/>
            </a:pPr>
            <a:r>
              <a:rPr kumimoji="0" lang="fr-FR" sz="1200" b="0" i="1" u="none" strike="noStrike" kern="0" cap="none" spc="0" normalizeH="0" baseline="0" noProof="0" dirty="0">
                <a:ln>
                  <a:noFill/>
                </a:ln>
                <a:solidFill>
                  <a:srgbClr val="434341"/>
                </a:solidFill>
                <a:effectLst/>
                <a:uLnTx/>
                <a:uFillTx/>
                <a:latin typeface="Arial Nova"/>
                <a:ea typeface="+mn-ea"/>
                <a:cs typeface="Arial" panose="020B0604020202020204" pitchFamily="34" charset="0"/>
              </a:rPr>
              <a:t>Responsable Régional</a:t>
            </a:r>
          </a:p>
        </p:txBody>
      </p:sp>
      <p:pic>
        <p:nvPicPr>
          <p:cNvPr id="40" name="Graphique 39" descr="Repère avec un remplissage uni">
            <a:extLst>
              <a:ext uri="{FF2B5EF4-FFF2-40B4-BE49-F238E27FC236}">
                <a16:creationId xmlns:a16="http://schemas.microsoft.com/office/drawing/2014/main" id="{69C9A469-E96A-9E69-4E37-B161C68DB10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89489" y="3582569"/>
            <a:ext cx="848006" cy="848006"/>
          </a:xfrm>
          <a:prstGeom prst="rect">
            <a:avLst/>
          </a:prstGeom>
        </p:spPr>
      </p:pic>
      <p:sp>
        <p:nvSpPr>
          <p:cNvPr id="42" name="ZoneTexte 41">
            <a:extLst>
              <a:ext uri="{FF2B5EF4-FFF2-40B4-BE49-F238E27FC236}">
                <a16:creationId xmlns:a16="http://schemas.microsoft.com/office/drawing/2014/main" id="{981305E6-730A-3B01-80AC-FE3824334C41}"/>
              </a:ext>
            </a:extLst>
          </p:cNvPr>
          <p:cNvSpPr txBox="1"/>
          <p:nvPr/>
        </p:nvSpPr>
        <p:spPr>
          <a:xfrm>
            <a:off x="6167119" y="3812888"/>
            <a:ext cx="2874737" cy="523220"/>
          </a:xfrm>
          <a:prstGeom prst="rect">
            <a:avLst/>
          </a:prstGeom>
          <a:noFill/>
        </p:spPr>
        <p:txBody>
          <a:bodyPr wrap="square" rtlCol="0">
            <a:spAutoFit/>
          </a:bodyPr>
          <a:lstStyle/>
          <a:p>
            <a:pPr defTabSz="914400" fontAlgn="base">
              <a:defRPr/>
            </a:pPr>
            <a:r>
              <a:rPr lang="fr-FR" sz="1400" dirty="0">
                <a:solidFill>
                  <a:srgbClr val="272E32"/>
                </a:solidFill>
                <a:latin typeface="Arial Nova"/>
                <a:cs typeface="Arial" panose="020B0604020202020204" pitchFamily="34" charset="0"/>
              </a:rPr>
              <a:t>8 bis ZI de Monteil</a:t>
            </a:r>
          </a:p>
          <a:p>
            <a:pPr defTabSz="914400" fontAlgn="base">
              <a:defRPr/>
            </a:pPr>
            <a:r>
              <a:rPr lang="fr-FR" sz="1400" dirty="0">
                <a:solidFill>
                  <a:srgbClr val="272E32"/>
                </a:solidFill>
                <a:latin typeface="Arial Nova"/>
                <a:cs typeface="Arial" panose="020B0604020202020204" pitchFamily="34" charset="0"/>
              </a:rPr>
              <a:t>23000 Saint Sulpice le </a:t>
            </a:r>
            <a:r>
              <a:rPr lang="fr-FR" sz="1400" dirty="0" err="1">
                <a:solidFill>
                  <a:srgbClr val="272E32"/>
                </a:solidFill>
                <a:latin typeface="Arial Nova"/>
                <a:cs typeface="Arial" panose="020B0604020202020204" pitchFamily="34" charset="0"/>
              </a:rPr>
              <a:t>Gueretois</a:t>
            </a:r>
            <a:endParaRPr lang="fr-FR" sz="1400" dirty="0">
              <a:solidFill>
                <a:srgbClr val="272E32"/>
              </a:solidFill>
              <a:latin typeface="Arial Nova"/>
              <a:cs typeface="Arial" panose="020B0604020202020204" pitchFamily="34" charset="0"/>
            </a:endParaRPr>
          </a:p>
        </p:txBody>
      </p:sp>
      <p:sp>
        <p:nvSpPr>
          <p:cNvPr id="45" name="ZoneTexte 44">
            <a:extLst>
              <a:ext uri="{FF2B5EF4-FFF2-40B4-BE49-F238E27FC236}">
                <a16:creationId xmlns:a16="http://schemas.microsoft.com/office/drawing/2014/main" id="{625F6A7D-2973-839F-1C20-AA3F0C064954}"/>
              </a:ext>
            </a:extLst>
          </p:cNvPr>
          <p:cNvSpPr txBox="1"/>
          <p:nvPr/>
        </p:nvSpPr>
        <p:spPr>
          <a:xfrm>
            <a:off x="1684424" y="5063258"/>
            <a:ext cx="703277" cy="584775"/>
          </a:xfrm>
          <a:prstGeom prst="rect">
            <a:avLst/>
          </a:prstGeom>
          <a:noFill/>
        </p:spPr>
        <p:txBody>
          <a:bodyPr wrap="square" rtlCol="0">
            <a:spAutoFit/>
          </a:bodyPr>
          <a:lstStyle/>
          <a:p>
            <a:pPr algn="ctr" defTabSz="914400">
              <a:defRPr/>
            </a:pPr>
            <a:r>
              <a:rPr lang="fr-FR" sz="3200" b="1" dirty="0">
                <a:solidFill>
                  <a:srgbClr val="E94C57"/>
                </a:solidFill>
                <a:latin typeface="Arial" panose="020B0604020202020204" pitchFamily="34" charset="0"/>
                <a:cs typeface="Arial" panose="020B0604020202020204" pitchFamily="34" charset="0"/>
              </a:rPr>
              <a:t>3</a:t>
            </a:r>
          </a:p>
        </p:txBody>
      </p:sp>
      <p:sp>
        <p:nvSpPr>
          <p:cNvPr id="46" name="ZoneTexte 45">
            <a:extLst>
              <a:ext uri="{FF2B5EF4-FFF2-40B4-BE49-F238E27FC236}">
                <a16:creationId xmlns:a16="http://schemas.microsoft.com/office/drawing/2014/main" id="{0C001471-BB74-FE00-8050-B4A8D2F16C3C}"/>
              </a:ext>
            </a:extLst>
          </p:cNvPr>
          <p:cNvSpPr txBox="1"/>
          <p:nvPr/>
        </p:nvSpPr>
        <p:spPr>
          <a:xfrm>
            <a:off x="2494101" y="5228635"/>
            <a:ext cx="1227098" cy="283219"/>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eaLnBrk="1" fontAlgn="auto" latinLnBrk="0" hangingPunct="1">
              <a:lnSpc>
                <a:spcPct val="150000"/>
              </a:lnSpc>
              <a:spcBef>
                <a:spcPts val="0"/>
              </a:spcBef>
              <a:spcAft>
                <a:spcPts val="0"/>
              </a:spcAft>
              <a:buClr>
                <a:srgbClr val="3799E8"/>
              </a:buClr>
              <a:buSzTx/>
              <a:buFontTx/>
              <a:buNone/>
              <a:tabLst/>
              <a:defRPr/>
            </a:pPr>
            <a:r>
              <a:rPr kumimoji="0" lang="fr-FR" sz="1400" b="0" i="0" u="none" strike="noStrike" kern="0" cap="none" spc="0" normalizeH="0" baseline="0" noProof="0" dirty="0">
                <a:ln>
                  <a:noFill/>
                </a:ln>
                <a:solidFill>
                  <a:srgbClr val="434341"/>
                </a:solidFill>
                <a:effectLst/>
                <a:uLnTx/>
                <a:uFillTx/>
                <a:latin typeface="Arial Nova"/>
                <a:ea typeface="+mn-ea"/>
                <a:cs typeface="Arial" panose="020B0604020202020204" pitchFamily="34" charset="0"/>
              </a:rPr>
              <a:t>Collaborateurs</a:t>
            </a:r>
          </a:p>
        </p:txBody>
      </p:sp>
      <p:sp>
        <p:nvSpPr>
          <p:cNvPr id="47" name="ZoneTexte 46">
            <a:extLst>
              <a:ext uri="{FF2B5EF4-FFF2-40B4-BE49-F238E27FC236}">
                <a16:creationId xmlns:a16="http://schemas.microsoft.com/office/drawing/2014/main" id="{79989E08-3496-F159-339E-26EA4EAE501D}"/>
              </a:ext>
            </a:extLst>
          </p:cNvPr>
          <p:cNvSpPr txBox="1"/>
          <p:nvPr/>
        </p:nvSpPr>
        <p:spPr>
          <a:xfrm>
            <a:off x="6232932" y="5257425"/>
            <a:ext cx="1409909" cy="307777"/>
          </a:xfrm>
          <a:prstGeom prst="rect">
            <a:avLst/>
          </a:prstGeom>
          <a:noFill/>
        </p:spPr>
        <p:txBody>
          <a:bodyPr wrap="square">
            <a:spAutoFit/>
          </a:bodyPr>
          <a:lstStyle/>
          <a:p>
            <a:pPr defTabSz="914400" fontAlgn="base">
              <a:defRPr/>
            </a:pPr>
            <a:r>
              <a:rPr lang="fr-FR" sz="1400" dirty="0">
                <a:solidFill>
                  <a:srgbClr val="272E32"/>
                </a:solidFill>
                <a:latin typeface="Arial Nova"/>
                <a:cs typeface="Arial" panose="020B0604020202020204" pitchFamily="34" charset="0"/>
              </a:rPr>
              <a:t>05 57 51 52 52</a:t>
            </a:r>
          </a:p>
        </p:txBody>
      </p:sp>
      <p:sp>
        <p:nvSpPr>
          <p:cNvPr id="58" name="Rectangle 57">
            <a:extLst>
              <a:ext uri="{FF2B5EF4-FFF2-40B4-BE49-F238E27FC236}">
                <a16:creationId xmlns:a16="http://schemas.microsoft.com/office/drawing/2014/main" id="{8292999D-052C-13A3-AAAE-D3F7B0CBF5A3}"/>
              </a:ext>
            </a:extLst>
          </p:cNvPr>
          <p:cNvSpPr/>
          <p:nvPr/>
        </p:nvSpPr>
        <p:spPr>
          <a:xfrm>
            <a:off x="4631050" y="6384659"/>
            <a:ext cx="1195349" cy="1174669"/>
          </a:xfrm>
          <a:prstGeom prst="rect">
            <a:avLst/>
          </a:prstGeom>
          <a:solidFill>
            <a:srgbClr val="FFD61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59" name="Rectangle 58">
            <a:extLst>
              <a:ext uri="{FF2B5EF4-FFF2-40B4-BE49-F238E27FC236}">
                <a16:creationId xmlns:a16="http://schemas.microsoft.com/office/drawing/2014/main" id="{35906B02-D2BB-06D0-4C8F-02DBEB95E43A}"/>
              </a:ext>
            </a:extLst>
          </p:cNvPr>
          <p:cNvSpPr/>
          <p:nvPr/>
        </p:nvSpPr>
        <p:spPr>
          <a:xfrm>
            <a:off x="9504317" y="1167590"/>
            <a:ext cx="1195349" cy="1169067"/>
          </a:xfrm>
          <a:prstGeom prst="rect">
            <a:avLst/>
          </a:prstGeom>
          <a:solidFill>
            <a:srgbClr val="95C11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60" name="Rectangle 59">
            <a:extLst>
              <a:ext uri="{FF2B5EF4-FFF2-40B4-BE49-F238E27FC236}">
                <a16:creationId xmlns:a16="http://schemas.microsoft.com/office/drawing/2014/main" id="{B43CDFBA-73B1-407E-DC79-EC6FACCEBF2F}"/>
              </a:ext>
            </a:extLst>
          </p:cNvPr>
          <p:cNvSpPr/>
          <p:nvPr/>
        </p:nvSpPr>
        <p:spPr>
          <a:xfrm>
            <a:off x="203925" y="6390609"/>
            <a:ext cx="1195349" cy="1169066"/>
          </a:xfrm>
          <a:prstGeom prst="rect">
            <a:avLst/>
          </a:prstGeom>
          <a:solidFill>
            <a:srgbClr val="F7BFD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rgbClr val="FFFFFF"/>
              </a:solidFill>
              <a:effectLst/>
              <a:uLnTx/>
              <a:uFillTx/>
              <a:latin typeface="Arial Nova"/>
              <a:ea typeface="+mn-ea"/>
              <a:cs typeface="+mn-cs"/>
            </a:endParaRPr>
          </a:p>
        </p:txBody>
      </p:sp>
      <p:sp>
        <p:nvSpPr>
          <p:cNvPr id="61" name="Rectangle 60">
            <a:extLst>
              <a:ext uri="{FF2B5EF4-FFF2-40B4-BE49-F238E27FC236}">
                <a16:creationId xmlns:a16="http://schemas.microsoft.com/office/drawing/2014/main" id="{7D57D71B-8A69-CB57-3685-5BA41C714D81}"/>
              </a:ext>
            </a:extLst>
          </p:cNvPr>
          <p:cNvSpPr/>
          <p:nvPr/>
        </p:nvSpPr>
        <p:spPr>
          <a:xfrm>
            <a:off x="9496465" y="4070825"/>
            <a:ext cx="1195348" cy="1148483"/>
          </a:xfrm>
          <a:prstGeom prst="rect">
            <a:avLst/>
          </a:prstGeom>
          <a:solidFill>
            <a:srgbClr val="FFFFFF">
              <a:lumMod val="9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62" name="Rectangle 61">
            <a:extLst>
              <a:ext uri="{FF2B5EF4-FFF2-40B4-BE49-F238E27FC236}">
                <a16:creationId xmlns:a16="http://schemas.microsoft.com/office/drawing/2014/main" id="{3C99A6E3-C44B-586F-98D7-1A5350F712DB}"/>
              </a:ext>
            </a:extLst>
          </p:cNvPr>
          <p:cNvSpPr/>
          <p:nvPr/>
        </p:nvSpPr>
        <p:spPr>
          <a:xfrm>
            <a:off x="9496464" y="5223017"/>
            <a:ext cx="1195348" cy="1189812"/>
          </a:xfrm>
          <a:prstGeom prst="rect">
            <a:avLst/>
          </a:prstGeom>
          <a:solidFill>
            <a:srgbClr val="E94B5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64" name="Rectangle 63">
            <a:extLst>
              <a:ext uri="{FF2B5EF4-FFF2-40B4-BE49-F238E27FC236}">
                <a16:creationId xmlns:a16="http://schemas.microsoft.com/office/drawing/2014/main" id="{707AB329-9B23-E5DD-4F5B-C7D59BA1E5F0}"/>
              </a:ext>
            </a:extLst>
          </p:cNvPr>
          <p:cNvSpPr/>
          <p:nvPr/>
        </p:nvSpPr>
        <p:spPr>
          <a:xfrm>
            <a:off x="8314669" y="7467"/>
            <a:ext cx="1195349" cy="1169067"/>
          </a:xfrm>
          <a:prstGeom prst="rect">
            <a:avLst/>
          </a:prstGeom>
          <a:solidFill>
            <a:srgbClr val="95C11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65" name="Espace réservé du texte 1">
            <a:extLst>
              <a:ext uri="{FF2B5EF4-FFF2-40B4-BE49-F238E27FC236}">
                <a16:creationId xmlns:a16="http://schemas.microsoft.com/office/drawing/2014/main" id="{770721CA-7826-2AE5-2E34-395292DCA8B5}"/>
              </a:ext>
            </a:extLst>
          </p:cNvPr>
          <p:cNvSpPr txBox="1">
            <a:spLocks/>
          </p:cNvSpPr>
          <p:nvPr/>
        </p:nvSpPr>
        <p:spPr>
          <a:xfrm>
            <a:off x="644643" y="629053"/>
            <a:ext cx="4795519" cy="1101370"/>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mj-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200" b="0"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3200" b="1" i="0" u="none" strike="noStrike" kern="1200" cap="none" spc="0" normalizeH="0" baseline="0" noProof="0" dirty="0">
                <a:ln>
                  <a:noFill/>
                </a:ln>
                <a:solidFill>
                  <a:srgbClr val="434341"/>
                </a:solidFill>
                <a:effectLst/>
                <a:uLnTx/>
                <a:uFillTx/>
                <a:latin typeface="Century Gothic"/>
                <a:ea typeface="+mn-ea"/>
                <a:cs typeface="Arial" panose="020B0604020202020204" pitchFamily="34" charset="0"/>
              </a:rPr>
              <a:t>KOESIO EN CREUSE</a:t>
            </a:r>
          </a:p>
        </p:txBody>
      </p:sp>
      <p:pic>
        <p:nvPicPr>
          <p:cNvPr id="72" name="Image 71">
            <a:hlinkClick r:id="rId6"/>
            <a:extLst>
              <a:ext uri="{FF2B5EF4-FFF2-40B4-BE49-F238E27FC236}">
                <a16:creationId xmlns:a16="http://schemas.microsoft.com/office/drawing/2014/main" id="{9B73B055-7331-6713-EBE8-A67D3791CFA5}"/>
              </a:ext>
            </a:extLst>
          </p:cNvPr>
          <p:cNvPicPr>
            <a:picLocks noChangeAspect="1"/>
          </p:cNvPicPr>
          <p:nvPr/>
        </p:nvPicPr>
        <p:blipFill rotWithShape="1">
          <a:blip r:embed="rId7">
            <a:extLst>
              <a:ext uri="{28A0092B-C50C-407E-A947-70E740481C1C}">
                <a14:useLocalDpi xmlns:a14="http://schemas.microsoft.com/office/drawing/2010/main"/>
              </a:ext>
            </a:extLst>
          </a:blip>
          <a:srcRect/>
          <a:stretch/>
        </p:blipFill>
        <p:spPr>
          <a:xfrm>
            <a:off x="1649956" y="3674117"/>
            <a:ext cx="692762" cy="734737"/>
          </a:xfrm>
          <a:prstGeom prst="flowChartConnector">
            <a:avLst/>
          </a:prstGeom>
          <a:solidFill>
            <a:srgbClr val="FFFFFF"/>
          </a:solidFill>
          <a:ln w="12700">
            <a:solidFill>
              <a:srgbClr val="6E398E"/>
            </a:solidFill>
          </a:ln>
          <a:effectLst/>
        </p:spPr>
      </p:pic>
      <p:pic>
        <p:nvPicPr>
          <p:cNvPr id="80" name="Image 79" descr="Une image contenant croquis, conception&#10;&#10;Le contenu généré par l’IA peut être incorrect.">
            <a:extLst>
              <a:ext uri="{FF2B5EF4-FFF2-40B4-BE49-F238E27FC236}">
                <a16:creationId xmlns:a16="http://schemas.microsoft.com/office/drawing/2014/main" id="{AA0B3CB4-7472-5CBB-78FF-DC9458F84358}"/>
              </a:ext>
            </a:extLst>
          </p:cNvPr>
          <p:cNvPicPr>
            <a:picLocks noChangeAspect="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l="16902" t="33867" r="59945" b="24077"/>
          <a:stretch/>
        </p:blipFill>
        <p:spPr>
          <a:xfrm>
            <a:off x="5537140" y="4887941"/>
            <a:ext cx="848006" cy="866455"/>
          </a:xfrm>
          <a:prstGeom prst="rect">
            <a:avLst/>
          </a:prstGeom>
        </p:spPr>
      </p:pic>
    </p:spTree>
    <p:extLst>
      <p:ext uri="{BB962C8B-B14F-4D97-AF65-F5344CB8AC3E}">
        <p14:creationId xmlns:p14="http://schemas.microsoft.com/office/powerpoint/2010/main" val="2963647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3C40D-3BC4-1B76-7166-DCA78A81AE9E}"/>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D43D0E50-7587-A820-C410-32B7689B9A5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480002" y="6920785"/>
            <a:ext cx="1511978" cy="386904"/>
          </a:xfrm>
          <a:prstGeom prst="rect">
            <a:avLst/>
          </a:prstGeom>
        </p:spPr>
      </p:pic>
      <p:sp>
        <p:nvSpPr>
          <p:cNvPr id="8" name="Rectangle 7">
            <a:extLst>
              <a:ext uri="{FF2B5EF4-FFF2-40B4-BE49-F238E27FC236}">
                <a16:creationId xmlns:a16="http://schemas.microsoft.com/office/drawing/2014/main" id="{CD43F8CA-D8BD-8E8B-F380-112EF59148CE}"/>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a:p>
        </p:txBody>
      </p:sp>
      <p:sp>
        <p:nvSpPr>
          <p:cNvPr id="38" name="Espace réservé du texte 3">
            <a:extLst>
              <a:ext uri="{FF2B5EF4-FFF2-40B4-BE49-F238E27FC236}">
                <a16:creationId xmlns:a16="http://schemas.microsoft.com/office/drawing/2014/main" id="{1762BA56-083D-E80D-6357-DA1AA75B5670}"/>
              </a:ext>
            </a:extLst>
          </p:cNvPr>
          <p:cNvSpPr txBox="1">
            <a:spLocks/>
          </p:cNvSpPr>
          <p:nvPr/>
        </p:nvSpPr>
        <p:spPr>
          <a:xfrm>
            <a:off x="801599" y="1789204"/>
            <a:ext cx="7794706" cy="1685169"/>
          </a:xfrm>
          <a:prstGeom prst="rect">
            <a:avLst/>
          </a:prstGeom>
        </p:spPr>
        <p:txBody>
          <a:bodyPr/>
          <a:lstStyle>
            <a:lvl1pPr marL="228600" indent="-228600" algn="l" defTabSz="914400" rtl="0" eaLnBrk="1" latinLnBrk="0" hangingPunct="1">
              <a:lnSpc>
                <a:spcPct val="90000"/>
              </a:lnSpc>
              <a:spcBef>
                <a:spcPts val="1000"/>
              </a:spcBef>
              <a:buClr>
                <a:schemeClr val="bg2"/>
              </a:buClr>
              <a:buFont typeface="Arial Nova" panose="020B0504020202020204" pitchFamily="34" charset="0"/>
              <a:buChar char="&gt;"/>
              <a:defRPr sz="24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Clr>
                <a:schemeClr val="bg2"/>
              </a:buClr>
              <a:buFont typeface="Arial Nova" panose="020B0504020202020204" pitchFamily="34" charset="0"/>
              <a:buChar char="&gt;"/>
              <a:defRPr sz="20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bg2"/>
              </a:buClr>
              <a:buFont typeface="Arial Nova" panose="020B0504020202020204" pitchFamily="34" charset="0"/>
              <a:buChar char="&gt;"/>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bg2"/>
              </a:buClr>
              <a:buFont typeface="Arial Nova" panose="020B0504020202020204" pitchFamily="34" charset="0"/>
              <a:buChar char="&gt;"/>
              <a:defRPr sz="14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bg2"/>
              </a:buClr>
              <a:buFont typeface="Arial Nova" panose="020B0504020202020204" pitchFamily="34" charset="0"/>
              <a:buChar char="&gt;"/>
              <a:defRPr sz="14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
                <a:srgbClr val="E94B57"/>
              </a:buClr>
              <a:buSzTx/>
              <a:buFont typeface="Arial Nova" panose="020B0504020202020204" pitchFamily="34" charset="0"/>
              <a:buChar char="&gt;"/>
              <a:tabLst/>
              <a:defRPr/>
            </a:pPr>
            <a:r>
              <a:rPr kumimoji="0" lang="fr-FR" sz="1600" b="0" i="0" u="none" strike="noStrike" kern="1200" cap="none" spc="0" normalizeH="0" baseline="0" noProof="0" dirty="0">
                <a:ln>
                  <a:noFill/>
                </a:ln>
                <a:solidFill>
                  <a:srgbClr val="434341"/>
                </a:solidFill>
                <a:effectLst/>
                <a:uLnTx/>
                <a:uFillTx/>
                <a:latin typeface="Arial Nova"/>
                <a:ea typeface="+mn-ea"/>
                <a:cs typeface="Arial" panose="020B0604020202020204" pitchFamily="34" charset="0"/>
              </a:rPr>
              <a:t>Depuis plus de 30 ans, Koesio accompagne les entreprises et les institutions publiques de la région au travers d’un réseau dense d’agences locales. Implantée en Lot-et-Garonne, notre agence d’Agen offre à nos clients proximité et réactivité. </a:t>
            </a:r>
          </a:p>
          <a:p>
            <a:pPr marL="228600" marR="0" lvl="0" indent="-228600" algn="l" defTabSz="914400" rtl="0" eaLnBrk="1" fontAlgn="auto" latinLnBrk="0" hangingPunct="1">
              <a:lnSpc>
                <a:spcPct val="90000"/>
              </a:lnSpc>
              <a:spcBef>
                <a:spcPts val="1000"/>
              </a:spcBef>
              <a:spcAft>
                <a:spcPts val="0"/>
              </a:spcAft>
              <a:buClr>
                <a:srgbClr val="E94B57"/>
              </a:buClr>
              <a:buSzTx/>
              <a:buFont typeface="Arial Nova" panose="020B0504020202020204" pitchFamily="34" charset="0"/>
              <a:buChar char="&gt;"/>
              <a:tabLst/>
              <a:defRPr/>
            </a:pPr>
            <a:r>
              <a:rPr kumimoji="0" lang="fr-FR" sz="1600" b="0" i="0" u="none" strike="noStrike" kern="1200" cap="none" spc="0" normalizeH="0" baseline="0" noProof="0" dirty="0">
                <a:ln>
                  <a:noFill/>
                </a:ln>
                <a:solidFill>
                  <a:srgbClr val="434341"/>
                </a:solidFill>
                <a:effectLst/>
                <a:uLnTx/>
                <a:uFillTx/>
                <a:latin typeface="Arial Nova"/>
                <a:ea typeface="+mn-ea"/>
                <a:cs typeface="Arial" panose="020B0604020202020204" pitchFamily="34" charset="0"/>
              </a:rPr>
              <a:t>Nos clients bénéficient ainsi d’une relation durable, construite dans le temps et au cœur de leurs enjeux quotidiens. </a:t>
            </a:r>
          </a:p>
        </p:txBody>
      </p:sp>
      <p:sp>
        <p:nvSpPr>
          <p:cNvPr id="39" name="ZoneTexte 38">
            <a:extLst>
              <a:ext uri="{FF2B5EF4-FFF2-40B4-BE49-F238E27FC236}">
                <a16:creationId xmlns:a16="http://schemas.microsoft.com/office/drawing/2014/main" id="{0BDB4251-3019-AD25-768F-DDBBFFFA09D5}"/>
              </a:ext>
            </a:extLst>
          </p:cNvPr>
          <p:cNvSpPr txBox="1"/>
          <p:nvPr/>
        </p:nvSpPr>
        <p:spPr>
          <a:xfrm>
            <a:off x="2492113" y="3844800"/>
            <a:ext cx="2142728" cy="400110"/>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eaLnBrk="1" fontAlgn="auto" latinLnBrk="0" hangingPunct="1">
              <a:spcBef>
                <a:spcPts val="0"/>
              </a:spcBef>
              <a:spcAft>
                <a:spcPts val="0"/>
              </a:spcAft>
              <a:buClr>
                <a:srgbClr val="3799E8"/>
              </a:buClr>
              <a:buSzTx/>
              <a:buFontTx/>
              <a:buNone/>
              <a:tabLst/>
              <a:defRPr/>
            </a:pPr>
            <a:r>
              <a:rPr kumimoji="0" lang="fr-FR" sz="1400" b="0" i="0" u="none" strike="noStrike" kern="0" cap="none" spc="0" normalizeH="0" baseline="0" noProof="0" dirty="0">
                <a:ln>
                  <a:noFill/>
                </a:ln>
                <a:solidFill>
                  <a:srgbClr val="434341"/>
                </a:solidFill>
                <a:effectLst/>
                <a:uLnTx/>
                <a:uFillTx/>
                <a:latin typeface="Arial Nova"/>
                <a:ea typeface="+mn-ea"/>
                <a:cs typeface="Arial" panose="020B0604020202020204" pitchFamily="34" charset="0"/>
              </a:rPr>
              <a:t>Eric LARRIGNON</a:t>
            </a:r>
          </a:p>
          <a:p>
            <a:pPr marL="0" marR="0" lvl="0" indent="0" algn="l" defTabSz="914400" eaLnBrk="1" fontAlgn="auto" latinLnBrk="0" hangingPunct="1">
              <a:spcBef>
                <a:spcPts val="0"/>
              </a:spcBef>
              <a:spcAft>
                <a:spcPts val="0"/>
              </a:spcAft>
              <a:buClr>
                <a:srgbClr val="3799E8"/>
              </a:buClr>
              <a:buSzTx/>
              <a:buFontTx/>
              <a:buNone/>
              <a:tabLst/>
              <a:defRPr/>
            </a:pPr>
            <a:r>
              <a:rPr kumimoji="0" lang="fr-FR" sz="1200" b="0" i="1" u="none" strike="noStrike" kern="0" cap="none" spc="0" normalizeH="0" baseline="0" noProof="0" dirty="0">
                <a:ln>
                  <a:noFill/>
                </a:ln>
                <a:solidFill>
                  <a:srgbClr val="434341"/>
                </a:solidFill>
                <a:effectLst/>
                <a:uLnTx/>
                <a:uFillTx/>
                <a:latin typeface="Arial Nova"/>
                <a:ea typeface="+mn-ea"/>
                <a:cs typeface="Arial" panose="020B0604020202020204" pitchFamily="34" charset="0"/>
              </a:rPr>
              <a:t>Directeur Régional Sud</a:t>
            </a:r>
          </a:p>
        </p:txBody>
      </p:sp>
      <p:pic>
        <p:nvPicPr>
          <p:cNvPr id="40" name="Graphique 39" descr="Repère avec un remplissage uni">
            <a:extLst>
              <a:ext uri="{FF2B5EF4-FFF2-40B4-BE49-F238E27FC236}">
                <a16:creationId xmlns:a16="http://schemas.microsoft.com/office/drawing/2014/main" id="{E5DD45E3-38FC-5D69-F3FE-3BD1388B1F3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89489" y="3582569"/>
            <a:ext cx="848006" cy="848006"/>
          </a:xfrm>
          <a:prstGeom prst="rect">
            <a:avLst/>
          </a:prstGeom>
        </p:spPr>
      </p:pic>
      <p:sp>
        <p:nvSpPr>
          <p:cNvPr id="42" name="ZoneTexte 41">
            <a:extLst>
              <a:ext uri="{FF2B5EF4-FFF2-40B4-BE49-F238E27FC236}">
                <a16:creationId xmlns:a16="http://schemas.microsoft.com/office/drawing/2014/main" id="{14B50CFE-1FCF-86C5-F265-9AB3C9615A60}"/>
              </a:ext>
            </a:extLst>
          </p:cNvPr>
          <p:cNvSpPr txBox="1"/>
          <p:nvPr/>
        </p:nvSpPr>
        <p:spPr>
          <a:xfrm>
            <a:off x="6167119" y="3812888"/>
            <a:ext cx="2212109" cy="523220"/>
          </a:xfrm>
          <a:prstGeom prst="rect">
            <a:avLst/>
          </a:prstGeom>
          <a:noFill/>
        </p:spPr>
        <p:txBody>
          <a:bodyPr wrap="square" rtlCol="0">
            <a:spAutoFit/>
          </a:bodyPr>
          <a:lstStyle/>
          <a:p>
            <a:pPr defTabSz="914400" fontAlgn="base">
              <a:defRPr/>
            </a:pPr>
            <a:r>
              <a:rPr lang="fr-FR" sz="1400" dirty="0">
                <a:solidFill>
                  <a:srgbClr val="272E32"/>
                </a:solidFill>
                <a:latin typeface="Arial Nova"/>
                <a:cs typeface="Arial" panose="020B0604020202020204" pitchFamily="34" charset="0"/>
              </a:rPr>
              <a:t>​766 avenue du </a:t>
            </a:r>
            <a:r>
              <a:rPr lang="fr-FR" sz="1400" dirty="0" err="1">
                <a:solidFill>
                  <a:srgbClr val="272E32"/>
                </a:solidFill>
                <a:latin typeface="Arial Nova"/>
                <a:cs typeface="Arial" panose="020B0604020202020204" pitchFamily="34" charset="0"/>
              </a:rPr>
              <a:t>Bruilhois</a:t>
            </a:r>
            <a:endParaRPr lang="fr-FR" sz="1400" dirty="0">
              <a:solidFill>
                <a:srgbClr val="272E32"/>
              </a:solidFill>
              <a:latin typeface="Arial Nova"/>
              <a:cs typeface="Arial" panose="020B0604020202020204" pitchFamily="34" charset="0"/>
            </a:endParaRPr>
          </a:p>
          <a:p>
            <a:pPr defTabSz="914400" fontAlgn="base">
              <a:defRPr/>
            </a:pPr>
            <a:r>
              <a:rPr lang="fr-FR" sz="1400" dirty="0">
                <a:solidFill>
                  <a:srgbClr val="272E32"/>
                </a:solidFill>
                <a:latin typeface="Arial Nova"/>
                <a:cs typeface="Arial" panose="020B0604020202020204" pitchFamily="34" charset="0"/>
              </a:rPr>
              <a:t>47520 LE PASSAGE</a:t>
            </a:r>
          </a:p>
        </p:txBody>
      </p:sp>
      <p:sp>
        <p:nvSpPr>
          <p:cNvPr id="45" name="ZoneTexte 44">
            <a:extLst>
              <a:ext uri="{FF2B5EF4-FFF2-40B4-BE49-F238E27FC236}">
                <a16:creationId xmlns:a16="http://schemas.microsoft.com/office/drawing/2014/main" id="{191DFC8A-9B6D-8962-DF01-3613E3CCA237}"/>
              </a:ext>
            </a:extLst>
          </p:cNvPr>
          <p:cNvSpPr txBox="1"/>
          <p:nvPr/>
        </p:nvSpPr>
        <p:spPr>
          <a:xfrm>
            <a:off x="1684424" y="5063258"/>
            <a:ext cx="703277" cy="584775"/>
          </a:xfrm>
          <a:prstGeom prst="rect">
            <a:avLst/>
          </a:prstGeom>
          <a:noFill/>
        </p:spPr>
        <p:txBody>
          <a:bodyPr wrap="square" rtlCol="0">
            <a:spAutoFit/>
          </a:bodyPr>
          <a:lstStyle/>
          <a:p>
            <a:pPr algn="ctr" defTabSz="914400">
              <a:defRPr/>
            </a:pPr>
            <a:r>
              <a:rPr lang="fr-FR" sz="3200" b="1" dirty="0">
                <a:solidFill>
                  <a:srgbClr val="E94C57"/>
                </a:solidFill>
                <a:latin typeface="Arial" panose="020B0604020202020204" pitchFamily="34" charset="0"/>
                <a:cs typeface="Arial" panose="020B0604020202020204" pitchFamily="34" charset="0"/>
              </a:rPr>
              <a:t>5</a:t>
            </a:r>
          </a:p>
        </p:txBody>
      </p:sp>
      <p:sp>
        <p:nvSpPr>
          <p:cNvPr id="46" name="ZoneTexte 45">
            <a:extLst>
              <a:ext uri="{FF2B5EF4-FFF2-40B4-BE49-F238E27FC236}">
                <a16:creationId xmlns:a16="http://schemas.microsoft.com/office/drawing/2014/main" id="{41CD8843-3F57-8309-EED0-A327A1F726D9}"/>
              </a:ext>
            </a:extLst>
          </p:cNvPr>
          <p:cNvSpPr txBox="1"/>
          <p:nvPr/>
        </p:nvSpPr>
        <p:spPr>
          <a:xfrm>
            <a:off x="2494101" y="5228635"/>
            <a:ext cx="1227098" cy="283219"/>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eaLnBrk="1" fontAlgn="auto" latinLnBrk="0" hangingPunct="1">
              <a:lnSpc>
                <a:spcPct val="150000"/>
              </a:lnSpc>
              <a:spcBef>
                <a:spcPts val="0"/>
              </a:spcBef>
              <a:spcAft>
                <a:spcPts val="0"/>
              </a:spcAft>
              <a:buClr>
                <a:srgbClr val="3799E8"/>
              </a:buClr>
              <a:buSzTx/>
              <a:buFontTx/>
              <a:buNone/>
              <a:tabLst/>
              <a:defRPr/>
            </a:pPr>
            <a:r>
              <a:rPr kumimoji="0" lang="fr-FR" sz="1400" b="0" i="0" u="none" strike="noStrike" kern="0" cap="none" spc="0" normalizeH="0" baseline="0" noProof="0" dirty="0">
                <a:ln>
                  <a:noFill/>
                </a:ln>
                <a:solidFill>
                  <a:srgbClr val="434341"/>
                </a:solidFill>
                <a:effectLst/>
                <a:uLnTx/>
                <a:uFillTx/>
                <a:latin typeface="Arial Nova"/>
                <a:ea typeface="+mn-ea"/>
                <a:cs typeface="Arial" panose="020B0604020202020204" pitchFamily="34" charset="0"/>
              </a:rPr>
              <a:t>Collaborateurs</a:t>
            </a:r>
          </a:p>
        </p:txBody>
      </p:sp>
      <p:sp>
        <p:nvSpPr>
          <p:cNvPr id="47" name="ZoneTexte 46">
            <a:extLst>
              <a:ext uri="{FF2B5EF4-FFF2-40B4-BE49-F238E27FC236}">
                <a16:creationId xmlns:a16="http://schemas.microsoft.com/office/drawing/2014/main" id="{C83E51F3-4C8C-1E25-C6D8-765BFDED18F8}"/>
              </a:ext>
            </a:extLst>
          </p:cNvPr>
          <p:cNvSpPr txBox="1"/>
          <p:nvPr/>
        </p:nvSpPr>
        <p:spPr>
          <a:xfrm>
            <a:off x="6232932" y="5257425"/>
            <a:ext cx="1409909" cy="307777"/>
          </a:xfrm>
          <a:prstGeom prst="rect">
            <a:avLst/>
          </a:prstGeom>
          <a:noFill/>
        </p:spPr>
        <p:txBody>
          <a:bodyPr wrap="square">
            <a:spAutoFit/>
          </a:bodyPr>
          <a:lstStyle/>
          <a:p>
            <a:pPr defTabSz="914400" fontAlgn="base">
              <a:defRPr/>
            </a:pPr>
            <a:r>
              <a:rPr lang="fr-FR" sz="1400" dirty="0">
                <a:solidFill>
                  <a:srgbClr val="272E32"/>
                </a:solidFill>
                <a:latin typeface="Arial Nova"/>
                <a:cs typeface="Arial" panose="020B0604020202020204" pitchFamily="34" charset="0"/>
              </a:rPr>
              <a:t>05 57 51 52 52</a:t>
            </a:r>
          </a:p>
        </p:txBody>
      </p:sp>
      <p:sp>
        <p:nvSpPr>
          <p:cNvPr id="58" name="Rectangle 57">
            <a:extLst>
              <a:ext uri="{FF2B5EF4-FFF2-40B4-BE49-F238E27FC236}">
                <a16:creationId xmlns:a16="http://schemas.microsoft.com/office/drawing/2014/main" id="{43BEDA5B-D53E-E33C-F589-ACF5D4A1B43E}"/>
              </a:ext>
            </a:extLst>
          </p:cNvPr>
          <p:cNvSpPr/>
          <p:nvPr/>
        </p:nvSpPr>
        <p:spPr>
          <a:xfrm>
            <a:off x="4631050" y="6384659"/>
            <a:ext cx="1195349" cy="1174669"/>
          </a:xfrm>
          <a:prstGeom prst="rect">
            <a:avLst/>
          </a:prstGeom>
          <a:solidFill>
            <a:srgbClr val="FFD61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59" name="Rectangle 58">
            <a:extLst>
              <a:ext uri="{FF2B5EF4-FFF2-40B4-BE49-F238E27FC236}">
                <a16:creationId xmlns:a16="http://schemas.microsoft.com/office/drawing/2014/main" id="{343784DE-E903-3A6B-DAAA-753C2F739209}"/>
              </a:ext>
            </a:extLst>
          </p:cNvPr>
          <p:cNvSpPr/>
          <p:nvPr/>
        </p:nvSpPr>
        <p:spPr>
          <a:xfrm>
            <a:off x="9504317" y="1167590"/>
            <a:ext cx="1195349" cy="1169067"/>
          </a:xfrm>
          <a:prstGeom prst="rect">
            <a:avLst/>
          </a:prstGeom>
          <a:solidFill>
            <a:srgbClr val="95C11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60" name="Rectangle 59">
            <a:extLst>
              <a:ext uri="{FF2B5EF4-FFF2-40B4-BE49-F238E27FC236}">
                <a16:creationId xmlns:a16="http://schemas.microsoft.com/office/drawing/2014/main" id="{76E766F1-EDF3-A6E7-5A57-290AFEEFE28F}"/>
              </a:ext>
            </a:extLst>
          </p:cNvPr>
          <p:cNvSpPr/>
          <p:nvPr/>
        </p:nvSpPr>
        <p:spPr>
          <a:xfrm>
            <a:off x="203925" y="6390609"/>
            <a:ext cx="1195349" cy="1169066"/>
          </a:xfrm>
          <a:prstGeom prst="rect">
            <a:avLst/>
          </a:prstGeom>
          <a:solidFill>
            <a:srgbClr val="F7BFD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rgbClr val="FFFFFF"/>
              </a:solidFill>
              <a:effectLst/>
              <a:uLnTx/>
              <a:uFillTx/>
              <a:latin typeface="Arial Nova"/>
              <a:ea typeface="+mn-ea"/>
              <a:cs typeface="+mn-cs"/>
            </a:endParaRPr>
          </a:p>
        </p:txBody>
      </p:sp>
      <p:sp>
        <p:nvSpPr>
          <p:cNvPr id="61" name="Rectangle 60">
            <a:extLst>
              <a:ext uri="{FF2B5EF4-FFF2-40B4-BE49-F238E27FC236}">
                <a16:creationId xmlns:a16="http://schemas.microsoft.com/office/drawing/2014/main" id="{DD7FECBE-5B5B-6ADD-062D-FA17035F8901}"/>
              </a:ext>
            </a:extLst>
          </p:cNvPr>
          <p:cNvSpPr/>
          <p:nvPr/>
        </p:nvSpPr>
        <p:spPr>
          <a:xfrm>
            <a:off x="9496465" y="4070825"/>
            <a:ext cx="1195348" cy="1148483"/>
          </a:xfrm>
          <a:prstGeom prst="rect">
            <a:avLst/>
          </a:prstGeom>
          <a:solidFill>
            <a:srgbClr val="FFFFFF">
              <a:lumMod val="9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62" name="Rectangle 61">
            <a:extLst>
              <a:ext uri="{FF2B5EF4-FFF2-40B4-BE49-F238E27FC236}">
                <a16:creationId xmlns:a16="http://schemas.microsoft.com/office/drawing/2014/main" id="{64A53F7D-23C7-B0CF-E5E8-5707B1E8D9FC}"/>
              </a:ext>
            </a:extLst>
          </p:cNvPr>
          <p:cNvSpPr/>
          <p:nvPr/>
        </p:nvSpPr>
        <p:spPr>
          <a:xfrm>
            <a:off x="9496464" y="5223017"/>
            <a:ext cx="1195348" cy="1189812"/>
          </a:xfrm>
          <a:prstGeom prst="rect">
            <a:avLst/>
          </a:prstGeom>
          <a:solidFill>
            <a:srgbClr val="E94B5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64" name="Rectangle 63">
            <a:extLst>
              <a:ext uri="{FF2B5EF4-FFF2-40B4-BE49-F238E27FC236}">
                <a16:creationId xmlns:a16="http://schemas.microsoft.com/office/drawing/2014/main" id="{56F96ADE-2D91-414D-95ED-D93FF67B8EA2}"/>
              </a:ext>
            </a:extLst>
          </p:cNvPr>
          <p:cNvSpPr/>
          <p:nvPr/>
        </p:nvSpPr>
        <p:spPr>
          <a:xfrm>
            <a:off x="8314669" y="7467"/>
            <a:ext cx="1195349" cy="1169067"/>
          </a:xfrm>
          <a:prstGeom prst="rect">
            <a:avLst/>
          </a:prstGeom>
          <a:solidFill>
            <a:srgbClr val="95C11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65" name="Espace réservé du texte 1">
            <a:extLst>
              <a:ext uri="{FF2B5EF4-FFF2-40B4-BE49-F238E27FC236}">
                <a16:creationId xmlns:a16="http://schemas.microsoft.com/office/drawing/2014/main" id="{7F3C7F28-0E6F-52C9-474F-F9BF5B216FAF}"/>
              </a:ext>
            </a:extLst>
          </p:cNvPr>
          <p:cNvSpPr txBox="1">
            <a:spLocks/>
          </p:cNvSpPr>
          <p:nvPr/>
        </p:nvSpPr>
        <p:spPr>
          <a:xfrm>
            <a:off x="644643" y="629053"/>
            <a:ext cx="7113009" cy="1101370"/>
          </a:xfrm>
          <a:prstGeom prst="rect">
            <a:avLst/>
          </a:prstGeom>
        </p:spPr>
        <p:txBody>
          <a:bodyPr lIns="91440" tIns="45720" rIns="91440" bIns="45720" anchor="t">
            <a:normAutofit/>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mj-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200" b="0"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kumimoji="0" lang="fr-FR" sz="3200" b="1" i="0" u="none" strike="noStrike" kern="1200" cap="none" spc="0" normalizeH="0" baseline="0" noProof="0" dirty="0">
                <a:ln>
                  <a:noFill/>
                </a:ln>
                <a:solidFill>
                  <a:srgbClr val="434341"/>
                </a:solidFill>
                <a:effectLst/>
                <a:uLnTx/>
                <a:uFillTx/>
                <a:latin typeface="Century Gothic"/>
                <a:ea typeface="+mn-ea"/>
                <a:cs typeface="Arial"/>
              </a:rPr>
              <a:t>KOESIO </a:t>
            </a:r>
            <a:r>
              <a:rPr lang="fr-FR" sz="3200" dirty="0">
                <a:solidFill>
                  <a:srgbClr val="434341"/>
                </a:solidFill>
                <a:latin typeface="Century Gothic"/>
                <a:cs typeface="Arial"/>
              </a:rPr>
              <a:t>EN </a:t>
            </a:r>
            <a:r>
              <a:rPr kumimoji="0" lang="fr-FR" sz="3200" b="1" i="0" u="none" strike="noStrike" kern="1200" cap="none" spc="0" normalizeH="0" baseline="0" noProof="0" dirty="0">
                <a:ln>
                  <a:noFill/>
                </a:ln>
                <a:solidFill>
                  <a:srgbClr val="434341"/>
                </a:solidFill>
                <a:effectLst/>
                <a:uLnTx/>
                <a:uFillTx/>
                <a:latin typeface="Century Gothic"/>
                <a:ea typeface="+mn-ea"/>
                <a:cs typeface="Arial"/>
              </a:rPr>
              <a:t>LOT ET GARONNE</a:t>
            </a:r>
            <a:endParaRPr lang="fr-FR" dirty="0"/>
          </a:p>
        </p:txBody>
      </p:sp>
      <p:pic>
        <p:nvPicPr>
          <p:cNvPr id="72" name="Image 71">
            <a:hlinkClick r:id="rId6"/>
            <a:extLst>
              <a:ext uri="{FF2B5EF4-FFF2-40B4-BE49-F238E27FC236}">
                <a16:creationId xmlns:a16="http://schemas.microsoft.com/office/drawing/2014/main" id="{5B680701-E329-06D6-0961-6CA0F3BDC497}"/>
              </a:ext>
            </a:extLst>
          </p:cNvPr>
          <p:cNvPicPr>
            <a:picLocks noChangeAspect="1"/>
          </p:cNvPicPr>
          <p:nvPr/>
        </p:nvPicPr>
        <p:blipFill>
          <a:blip r:embed="rId7">
            <a:extLst>
              <a:ext uri="{28A0092B-C50C-407E-A947-70E740481C1C}">
                <a14:useLocalDpi xmlns:a14="http://schemas.microsoft.com/office/drawing/2010/main"/>
              </a:ext>
            </a:extLst>
          </a:blip>
          <a:srcRect/>
          <a:stretch/>
        </p:blipFill>
        <p:spPr>
          <a:xfrm>
            <a:off x="1649956" y="3674117"/>
            <a:ext cx="692762" cy="734737"/>
          </a:xfrm>
          <a:prstGeom prst="flowChartConnector">
            <a:avLst/>
          </a:prstGeom>
          <a:solidFill>
            <a:srgbClr val="FFFFFF"/>
          </a:solidFill>
          <a:ln w="12700">
            <a:solidFill>
              <a:srgbClr val="6E398E"/>
            </a:solidFill>
          </a:ln>
          <a:effectLst/>
        </p:spPr>
      </p:pic>
      <p:pic>
        <p:nvPicPr>
          <p:cNvPr id="80" name="Image 79" descr="Une image contenant croquis, conception&#10;&#10;Le contenu généré par l’IA peut être incorrect.">
            <a:extLst>
              <a:ext uri="{FF2B5EF4-FFF2-40B4-BE49-F238E27FC236}">
                <a16:creationId xmlns:a16="http://schemas.microsoft.com/office/drawing/2014/main" id="{3C438528-8C52-B4B6-3332-CFD9E6827B7A}"/>
              </a:ext>
            </a:extLst>
          </p:cNvPr>
          <p:cNvPicPr>
            <a:picLocks noChangeAspect="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l="16902" t="33867" r="59945" b="24077"/>
          <a:stretch/>
        </p:blipFill>
        <p:spPr>
          <a:xfrm>
            <a:off x="5537140" y="4887941"/>
            <a:ext cx="848006" cy="866455"/>
          </a:xfrm>
          <a:prstGeom prst="rect">
            <a:avLst/>
          </a:prstGeom>
        </p:spPr>
      </p:pic>
    </p:spTree>
    <p:extLst>
      <p:ext uri="{BB962C8B-B14F-4D97-AF65-F5344CB8AC3E}">
        <p14:creationId xmlns:p14="http://schemas.microsoft.com/office/powerpoint/2010/main" val="27862524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68137-0634-8180-8F39-12565790922E}"/>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2EC095EC-9C12-2056-7E17-ACF7B798824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480002" y="6920785"/>
            <a:ext cx="1511978" cy="386904"/>
          </a:xfrm>
          <a:prstGeom prst="rect">
            <a:avLst/>
          </a:prstGeom>
        </p:spPr>
      </p:pic>
      <p:sp>
        <p:nvSpPr>
          <p:cNvPr id="8" name="Rectangle 7">
            <a:extLst>
              <a:ext uri="{FF2B5EF4-FFF2-40B4-BE49-F238E27FC236}">
                <a16:creationId xmlns:a16="http://schemas.microsoft.com/office/drawing/2014/main" id="{DE40B529-7A4E-04DC-A460-29F0A6A39161}"/>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a:p>
        </p:txBody>
      </p:sp>
      <p:sp>
        <p:nvSpPr>
          <p:cNvPr id="38" name="Espace réservé du texte 3">
            <a:extLst>
              <a:ext uri="{FF2B5EF4-FFF2-40B4-BE49-F238E27FC236}">
                <a16:creationId xmlns:a16="http://schemas.microsoft.com/office/drawing/2014/main" id="{1095FA86-99E3-7872-1643-E538337B8E8F}"/>
              </a:ext>
            </a:extLst>
          </p:cNvPr>
          <p:cNvSpPr txBox="1">
            <a:spLocks/>
          </p:cNvSpPr>
          <p:nvPr/>
        </p:nvSpPr>
        <p:spPr>
          <a:xfrm>
            <a:off x="801599" y="1789204"/>
            <a:ext cx="7794706" cy="1685169"/>
          </a:xfrm>
          <a:prstGeom prst="rect">
            <a:avLst/>
          </a:prstGeom>
        </p:spPr>
        <p:txBody>
          <a:bodyPr/>
          <a:lstStyle>
            <a:lvl1pPr marL="228600" indent="-228600" algn="l" defTabSz="914400" rtl="0" eaLnBrk="1" latinLnBrk="0" hangingPunct="1">
              <a:lnSpc>
                <a:spcPct val="90000"/>
              </a:lnSpc>
              <a:spcBef>
                <a:spcPts val="1000"/>
              </a:spcBef>
              <a:buClr>
                <a:schemeClr val="bg2"/>
              </a:buClr>
              <a:buFont typeface="Arial Nova" panose="020B0504020202020204" pitchFamily="34" charset="0"/>
              <a:buChar char="&gt;"/>
              <a:defRPr sz="24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Clr>
                <a:schemeClr val="bg2"/>
              </a:buClr>
              <a:buFont typeface="Arial Nova" panose="020B0504020202020204" pitchFamily="34" charset="0"/>
              <a:buChar char="&gt;"/>
              <a:defRPr sz="20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bg2"/>
              </a:buClr>
              <a:buFont typeface="Arial Nova" panose="020B0504020202020204" pitchFamily="34" charset="0"/>
              <a:buChar char="&gt;"/>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bg2"/>
              </a:buClr>
              <a:buFont typeface="Arial Nova" panose="020B0504020202020204" pitchFamily="34" charset="0"/>
              <a:buChar char="&gt;"/>
              <a:defRPr sz="14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bg2"/>
              </a:buClr>
              <a:buFont typeface="Arial Nova" panose="020B0504020202020204" pitchFamily="34" charset="0"/>
              <a:buChar char="&gt;"/>
              <a:defRPr sz="14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
                <a:srgbClr val="E94B57"/>
              </a:buClr>
              <a:buSzTx/>
              <a:buFont typeface="Arial Nova" panose="020B0504020202020204" pitchFamily="34" charset="0"/>
              <a:buChar char="&gt;"/>
              <a:tabLst/>
              <a:defRPr/>
            </a:pPr>
            <a:r>
              <a:rPr kumimoji="0" lang="fr-FR" sz="1600" b="0" i="0" u="none" strike="noStrike" kern="1200" cap="none" spc="0" normalizeH="0" baseline="0" noProof="0" dirty="0">
                <a:ln>
                  <a:noFill/>
                </a:ln>
                <a:solidFill>
                  <a:srgbClr val="434341"/>
                </a:solidFill>
                <a:effectLst/>
                <a:uLnTx/>
                <a:uFillTx/>
                <a:latin typeface="Arial Nova"/>
                <a:ea typeface="+mn-ea"/>
                <a:cs typeface="Arial" panose="020B0604020202020204" pitchFamily="34" charset="0"/>
              </a:rPr>
              <a:t>Depuis plus de 30 ans, Koesio accompagne les entreprises et les institutions publiques de la région au travers d’un réseau dense d’agences locales. Implantée en Gironde et siège social de Koesio Aquitaine, notre agence bordelaise offre à nos clients proximité et réactivité. </a:t>
            </a:r>
          </a:p>
          <a:p>
            <a:pPr marL="228600" marR="0" lvl="0" indent="-228600" algn="l" defTabSz="914400" rtl="0" eaLnBrk="1" fontAlgn="auto" latinLnBrk="0" hangingPunct="1">
              <a:lnSpc>
                <a:spcPct val="90000"/>
              </a:lnSpc>
              <a:spcBef>
                <a:spcPts val="1000"/>
              </a:spcBef>
              <a:spcAft>
                <a:spcPts val="0"/>
              </a:spcAft>
              <a:buClr>
                <a:srgbClr val="E94B57"/>
              </a:buClr>
              <a:buSzTx/>
              <a:buFont typeface="Arial Nova" panose="020B0504020202020204" pitchFamily="34" charset="0"/>
              <a:buChar char="&gt;"/>
              <a:tabLst/>
              <a:defRPr/>
            </a:pPr>
            <a:r>
              <a:rPr kumimoji="0" lang="fr-FR" sz="1600" b="0" i="0" u="none" strike="noStrike" kern="1200" cap="none" spc="0" normalizeH="0" baseline="0" noProof="0" dirty="0">
                <a:ln>
                  <a:noFill/>
                </a:ln>
                <a:solidFill>
                  <a:srgbClr val="434341"/>
                </a:solidFill>
                <a:effectLst/>
                <a:uLnTx/>
                <a:uFillTx/>
                <a:latin typeface="Arial Nova"/>
                <a:ea typeface="+mn-ea"/>
                <a:cs typeface="Arial" panose="020B0604020202020204" pitchFamily="34" charset="0"/>
              </a:rPr>
              <a:t>Nos clients bénéficient ainsi d’une relation durable, construite dans le temps et au cœur de leurs enjeux quotidiens. </a:t>
            </a:r>
          </a:p>
        </p:txBody>
      </p:sp>
      <p:sp>
        <p:nvSpPr>
          <p:cNvPr id="39" name="ZoneTexte 38">
            <a:extLst>
              <a:ext uri="{FF2B5EF4-FFF2-40B4-BE49-F238E27FC236}">
                <a16:creationId xmlns:a16="http://schemas.microsoft.com/office/drawing/2014/main" id="{44511759-0101-31EF-C08C-5137B4278483}"/>
              </a:ext>
            </a:extLst>
          </p:cNvPr>
          <p:cNvSpPr txBox="1"/>
          <p:nvPr/>
        </p:nvSpPr>
        <p:spPr>
          <a:xfrm>
            <a:off x="2492113" y="3844800"/>
            <a:ext cx="2142728" cy="400110"/>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eaLnBrk="1" fontAlgn="auto" latinLnBrk="0" hangingPunct="1">
              <a:spcBef>
                <a:spcPts val="0"/>
              </a:spcBef>
              <a:spcAft>
                <a:spcPts val="0"/>
              </a:spcAft>
              <a:buClr>
                <a:srgbClr val="3799E8"/>
              </a:buClr>
              <a:buSzTx/>
              <a:buFontTx/>
              <a:buNone/>
              <a:tabLst/>
              <a:defRPr/>
            </a:pPr>
            <a:r>
              <a:rPr kumimoji="0" lang="fr-FR" sz="1400" b="0" i="0" u="none" strike="noStrike" kern="0" cap="none" spc="0" normalizeH="0" baseline="0" noProof="0" dirty="0">
                <a:ln>
                  <a:noFill/>
                </a:ln>
                <a:solidFill>
                  <a:srgbClr val="434341"/>
                </a:solidFill>
                <a:effectLst/>
                <a:uLnTx/>
                <a:uFillTx/>
                <a:latin typeface="Arial Nova"/>
                <a:ea typeface="+mn-ea"/>
                <a:cs typeface="Arial" panose="020B0604020202020204" pitchFamily="34" charset="0"/>
              </a:rPr>
              <a:t>Eric LARRIGNON</a:t>
            </a:r>
          </a:p>
          <a:p>
            <a:pPr marL="0" marR="0" lvl="0" indent="0" algn="l" defTabSz="914400" eaLnBrk="1" fontAlgn="auto" latinLnBrk="0" hangingPunct="1">
              <a:spcBef>
                <a:spcPts val="0"/>
              </a:spcBef>
              <a:spcAft>
                <a:spcPts val="0"/>
              </a:spcAft>
              <a:buClr>
                <a:srgbClr val="3799E8"/>
              </a:buClr>
              <a:buSzTx/>
              <a:buFontTx/>
              <a:buNone/>
              <a:tabLst/>
              <a:defRPr/>
            </a:pPr>
            <a:r>
              <a:rPr kumimoji="0" lang="fr-FR" sz="1200" b="0" i="1" u="none" strike="noStrike" kern="0" cap="none" spc="0" normalizeH="0" baseline="0" noProof="0" dirty="0">
                <a:ln>
                  <a:noFill/>
                </a:ln>
                <a:solidFill>
                  <a:srgbClr val="434341"/>
                </a:solidFill>
                <a:effectLst/>
                <a:uLnTx/>
                <a:uFillTx/>
                <a:latin typeface="Arial Nova"/>
                <a:ea typeface="+mn-ea"/>
                <a:cs typeface="Arial" panose="020B0604020202020204" pitchFamily="34" charset="0"/>
              </a:rPr>
              <a:t>Directeur Régional Sud</a:t>
            </a:r>
          </a:p>
        </p:txBody>
      </p:sp>
      <p:pic>
        <p:nvPicPr>
          <p:cNvPr id="40" name="Graphique 39" descr="Repère avec un remplissage uni">
            <a:extLst>
              <a:ext uri="{FF2B5EF4-FFF2-40B4-BE49-F238E27FC236}">
                <a16:creationId xmlns:a16="http://schemas.microsoft.com/office/drawing/2014/main" id="{8927E541-D40C-4142-C41D-B2D088AAB95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89489" y="3582569"/>
            <a:ext cx="848006" cy="848006"/>
          </a:xfrm>
          <a:prstGeom prst="rect">
            <a:avLst/>
          </a:prstGeom>
        </p:spPr>
      </p:pic>
      <p:sp>
        <p:nvSpPr>
          <p:cNvPr id="42" name="ZoneTexte 41">
            <a:extLst>
              <a:ext uri="{FF2B5EF4-FFF2-40B4-BE49-F238E27FC236}">
                <a16:creationId xmlns:a16="http://schemas.microsoft.com/office/drawing/2014/main" id="{62009843-8842-8BF9-AC80-BF85166D8612}"/>
              </a:ext>
            </a:extLst>
          </p:cNvPr>
          <p:cNvSpPr txBox="1"/>
          <p:nvPr/>
        </p:nvSpPr>
        <p:spPr>
          <a:xfrm>
            <a:off x="6167119" y="3812888"/>
            <a:ext cx="2212109" cy="523220"/>
          </a:xfrm>
          <a:prstGeom prst="rect">
            <a:avLst/>
          </a:prstGeom>
          <a:noFill/>
        </p:spPr>
        <p:txBody>
          <a:bodyPr wrap="square" rtlCol="0">
            <a:spAutoFit/>
          </a:bodyPr>
          <a:lstStyle/>
          <a:p>
            <a:pPr defTabSz="914400" fontAlgn="base">
              <a:defRPr/>
            </a:pPr>
            <a:r>
              <a:rPr lang="fr-FR" sz="1400" dirty="0">
                <a:solidFill>
                  <a:srgbClr val="272E32"/>
                </a:solidFill>
                <a:latin typeface="Arial Nova"/>
                <a:cs typeface="Arial" panose="020B0604020202020204" pitchFamily="34" charset="0"/>
              </a:rPr>
              <a:t>​13 avenue des Mondaults</a:t>
            </a:r>
          </a:p>
          <a:p>
            <a:pPr defTabSz="914400" fontAlgn="base">
              <a:defRPr/>
            </a:pPr>
            <a:r>
              <a:rPr lang="fr-FR" sz="1400" dirty="0">
                <a:solidFill>
                  <a:srgbClr val="272E32"/>
                </a:solidFill>
                <a:latin typeface="Arial Nova"/>
                <a:cs typeface="Arial" panose="020B0604020202020204" pitchFamily="34" charset="0"/>
              </a:rPr>
              <a:t>33270 Floirac</a:t>
            </a:r>
          </a:p>
        </p:txBody>
      </p:sp>
      <p:sp>
        <p:nvSpPr>
          <p:cNvPr id="45" name="ZoneTexte 44">
            <a:extLst>
              <a:ext uri="{FF2B5EF4-FFF2-40B4-BE49-F238E27FC236}">
                <a16:creationId xmlns:a16="http://schemas.microsoft.com/office/drawing/2014/main" id="{31C8BDFC-8E1B-08A4-6344-B15FE514EA1C}"/>
              </a:ext>
            </a:extLst>
          </p:cNvPr>
          <p:cNvSpPr txBox="1"/>
          <p:nvPr/>
        </p:nvSpPr>
        <p:spPr>
          <a:xfrm>
            <a:off x="1684424" y="5063258"/>
            <a:ext cx="703277" cy="584775"/>
          </a:xfrm>
          <a:prstGeom prst="rect">
            <a:avLst/>
          </a:prstGeom>
          <a:noFill/>
        </p:spPr>
        <p:txBody>
          <a:bodyPr wrap="square" rtlCol="0">
            <a:spAutoFit/>
          </a:bodyPr>
          <a:lstStyle/>
          <a:p>
            <a:pPr algn="ctr" defTabSz="914400">
              <a:defRPr/>
            </a:pPr>
            <a:r>
              <a:rPr lang="fr-FR" sz="3200" b="1" dirty="0">
                <a:solidFill>
                  <a:srgbClr val="E94C57"/>
                </a:solidFill>
                <a:latin typeface="Arial" panose="020B0604020202020204" pitchFamily="34" charset="0"/>
                <a:cs typeface="Arial" panose="020B0604020202020204" pitchFamily="34" charset="0"/>
              </a:rPr>
              <a:t>91</a:t>
            </a:r>
          </a:p>
        </p:txBody>
      </p:sp>
      <p:sp>
        <p:nvSpPr>
          <p:cNvPr id="46" name="ZoneTexte 45">
            <a:extLst>
              <a:ext uri="{FF2B5EF4-FFF2-40B4-BE49-F238E27FC236}">
                <a16:creationId xmlns:a16="http://schemas.microsoft.com/office/drawing/2014/main" id="{A4E8534F-B37F-9566-A376-D06FB2B846FC}"/>
              </a:ext>
            </a:extLst>
          </p:cNvPr>
          <p:cNvSpPr txBox="1"/>
          <p:nvPr/>
        </p:nvSpPr>
        <p:spPr>
          <a:xfrm>
            <a:off x="2494101" y="5228635"/>
            <a:ext cx="1227098" cy="283219"/>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eaLnBrk="1" fontAlgn="auto" latinLnBrk="0" hangingPunct="1">
              <a:lnSpc>
                <a:spcPct val="150000"/>
              </a:lnSpc>
              <a:spcBef>
                <a:spcPts val="0"/>
              </a:spcBef>
              <a:spcAft>
                <a:spcPts val="0"/>
              </a:spcAft>
              <a:buClr>
                <a:srgbClr val="3799E8"/>
              </a:buClr>
              <a:buSzTx/>
              <a:buFontTx/>
              <a:buNone/>
              <a:tabLst/>
              <a:defRPr/>
            </a:pPr>
            <a:r>
              <a:rPr kumimoji="0" lang="fr-FR" sz="1400" b="0" i="0" u="none" strike="noStrike" kern="0" cap="none" spc="0" normalizeH="0" baseline="0" noProof="0" dirty="0">
                <a:ln>
                  <a:noFill/>
                </a:ln>
                <a:solidFill>
                  <a:srgbClr val="434341"/>
                </a:solidFill>
                <a:effectLst/>
                <a:uLnTx/>
                <a:uFillTx/>
                <a:latin typeface="Arial Nova"/>
                <a:ea typeface="+mn-ea"/>
                <a:cs typeface="Arial" panose="020B0604020202020204" pitchFamily="34" charset="0"/>
              </a:rPr>
              <a:t>Collaborateurs</a:t>
            </a:r>
          </a:p>
        </p:txBody>
      </p:sp>
      <p:sp>
        <p:nvSpPr>
          <p:cNvPr id="47" name="ZoneTexte 46">
            <a:extLst>
              <a:ext uri="{FF2B5EF4-FFF2-40B4-BE49-F238E27FC236}">
                <a16:creationId xmlns:a16="http://schemas.microsoft.com/office/drawing/2014/main" id="{5D0740D6-EA49-7D2C-D572-728F5481D3C9}"/>
              </a:ext>
            </a:extLst>
          </p:cNvPr>
          <p:cNvSpPr txBox="1"/>
          <p:nvPr/>
        </p:nvSpPr>
        <p:spPr>
          <a:xfrm>
            <a:off x="6232932" y="5257425"/>
            <a:ext cx="1409909" cy="307777"/>
          </a:xfrm>
          <a:prstGeom prst="rect">
            <a:avLst/>
          </a:prstGeom>
          <a:noFill/>
        </p:spPr>
        <p:txBody>
          <a:bodyPr wrap="square">
            <a:spAutoFit/>
          </a:bodyPr>
          <a:lstStyle/>
          <a:p>
            <a:pPr defTabSz="914400" fontAlgn="base">
              <a:defRPr/>
            </a:pPr>
            <a:r>
              <a:rPr lang="fr-FR" sz="1400" dirty="0">
                <a:solidFill>
                  <a:srgbClr val="272E32"/>
                </a:solidFill>
                <a:latin typeface="Arial Nova"/>
                <a:cs typeface="Arial" panose="020B0604020202020204" pitchFamily="34" charset="0"/>
              </a:rPr>
              <a:t>05 57 51 52 52</a:t>
            </a:r>
          </a:p>
        </p:txBody>
      </p:sp>
      <p:sp>
        <p:nvSpPr>
          <p:cNvPr id="58" name="Rectangle 57">
            <a:extLst>
              <a:ext uri="{FF2B5EF4-FFF2-40B4-BE49-F238E27FC236}">
                <a16:creationId xmlns:a16="http://schemas.microsoft.com/office/drawing/2014/main" id="{E7F5052C-5601-B0CB-4E8A-13ECF3B6FE72}"/>
              </a:ext>
            </a:extLst>
          </p:cNvPr>
          <p:cNvSpPr/>
          <p:nvPr/>
        </p:nvSpPr>
        <p:spPr>
          <a:xfrm>
            <a:off x="4631050" y="6384659"/>
            <a:ext cx="1195349" cy="1174669"/>
          </a:xfrm>
          <a:prstGeom prst="rect">
            <a:avLst/>
          </a:prstGeom>
          <a:solidFill>
            <a:srgbClr val="FFD61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59" name="Rectangle 58">
            <a:extLst>
              <a:ext uri="{FF2B5EF4-FFF2-40B4-BE49-F238E27FC236}">
                <a16:creationId xmlns:a16="http://schemas.microsoft.com/office/drawing/2014/main" id="{2338A02D-6113-D090-08AF-A9FBBD86B7D6}"/>
              </a:ext>
            </a:extLst>
          </p:cNvPr>
          <p:cNvSpPr/>
          <p:nvPr/>
        </p:nvSpPr>
        <p:spPr>
          <a:xfrm>
            <a:off x="9504317" y="1167590"/>
            <a:ext cx="1195349" cy="1169067"/>
          </a:xfrm>
          <a:prstGeom prst="rect">
            <a:avLst/>
          </a:prstGeom>
          <a:solidFill>
            <a:srgbClr val="95C11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60" name="Rectangle 59">
            <a:extLst>
              <a:ext uri="{FF2B5EF4-FFF2-40B4-BE49-F238E27FC236}">
                <a16:creationId xmlns:a16="http://schemas.microsoft.com/office/drawing/2014/main" id="{5A14196F-4728-2A53-26F7-C37FE05A3752}"/>
              </a:ext>
            </a:extLst>
          </p:cNvPr>
          <p:cNvSpPr/>
          <p:nvPr/>
        </p:nvSpPr>
        <p:spPr>
          <a:xfrm>
            <a:off x="203925" y="6390609"/>
            <a:ext cx="1195349" cy="1169066"/>
          </a:xfrm>
          <a:prstGeom prst="rect">
            <a:avLst/>
          </a:prstGeom>
          <a:solidFill>
            <a:srgbClr val="F7BFD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rgbClr val="FFFFFF"/>
              </a:solidFill>
              <a:effectLst/>
              <a:uLnTx/>
              <a:uFillTx/>
              <a:latin typeface="Arial Nova"/>
              <a:ea typeface="+mn-ea"/>
              <a:cs typeface="+mn-cs"/>
            </a:endParaRPr>
          </a:p>
        </p:txBody>
      </p:sp>
      <p:sp>
        <p:nvSpPr>
          <p:cNvPr id="61" name="Rectangle 60">
            <a:extLst>
              <a:ext uri="{FF2B5EF4-FFF2-40B4-BE49-F238E27FC236}">
                <a16:creationId xmlns:a16="http://schemas.microsoft.com/office/drawing/2014/main" id="{0BAE0C75-8089-5747-CB43-FC9A47A7C6E3}"/>
              </a:ext>
            </a:extLst>
          </p:cNvPr>
          <p:cNvSpPr/>
          <p:nvPr/>
        </p:nvSpPr>
        <p:spPr>
          <a:xfrm>
            <a:off x="9496465" y="4070825"/>
            <a:ext cx="1195348" cy="1148483"/>
          </a:xfrm>
          <a:prstGeom prst="rect">
            <a:avLst/>
          </a:prstGeom>
          <a:solidFill>
            <a:srgbClr val="FFFFFF">
              <a:lumMod val="9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62" name="Rectangle 61">
            <a:extLst>
              <a:ext uri="{FF2B5EF4-FFF2-40B4-BE49-F238E27FC236}">
                <a16:creationId xmlns:a16="http://schemas.microsoft.com/office/drawing/2014/main" id="{620FE36C-CCFB-88DE-642D-B4335EC12CD9}"/>
              </a:ext>
            </a:extLst>
          </p:cNvPr>
          <p:cNvSpPr/>
          <p:nvPr/>
        </p:nvSpPr>
        <p:spPr>
          <a:xfrm>
            <a:off x="9496464" y="5223017"/>
            <a:ext cx="1195348" cy="1189812"/>
          </a:xfrm>
          <a:prstGeom prst="rect">
            <a:avLst/>
          </a:prstGeom>
          <a:solidFill>
            <a:srgbClr val="E94B5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64" name="Rectangle 63">
            <a:extLst>
              <a:ext uri="{FF2B5EF4-FFF2-40B4-BE49-F238E27FC236}">
                <a16:creationId xmlns:a16="http://schemas.microsoft.com/office/drawing/2014/main" id="{9FAEF252-7A7D-A9C5-8D0C-AE29F7BC2D49}"/>
              </a:ext>
            </a:extLst>
          </p:cNvPr>
          <p:cNvSpPr/>
          <p:nvPr/>
        </p:nvSpPr>
        <p:spPr>
          <a:xfrm>
            <a:off x="8314669" y="7467"/>
            <a:ext cx="1195349" cy="1169067"/>
          </a:xfrm>
          <a:prstGeom prst="rect">
            <a:avLst/>
          </a:prstGeom>
          <a:solidFill>
            <a:srgbClr val="95C11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65" name="Espace réservé du texte 1">
            <a:extLst>
              <a:ext uri="{FF2B5EF4-FFF2-40B4-BE49-F238E27FC236}">
                <a16:creationId xmlns:a16="http://schemas.microsoft.com/office/drawing/2014/main" id="{63B88CE8-1E17-6F92-D3A3-5166A42FBD6D}"/>
              </a:ext>
            </a:extLst>
          </p:cNvPr>
          <p:cNvSpPr txBox="1">
            <a:spLocks/>
          </p:cNvSpPr>
          <p:nvPr/>
        </p:nvSpPr>
        <p:spPr>
          <a:xfrm>
            <a:off x="644643" y="629053"/>
            <a:ext cx="7113009" cy="1101370"/>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mj-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200" b="0"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3200" b="1" i="0" u="none" strike="noStrike" kern="1200" cap="none" spc="0" normalizeH="0" baseline="0" noProof="0" dirty="0">
                <a:ln>
                  <a:noFill/>
                </a:ln>
                <a:solidFill>
                  <a:srgbClr val="434341"/>
                </a:solidFill>
                <a:effectLst/>
                <a:uLnTx/>
                <a:uFillTx/>
                <a:latin typeface="Century Gothic"/>
                <a:ea typeface="+mn-ea"/>
                <a:cs typeface="Arial" panose="020B0604020202020204" pitchFamily="34" charset="0"/>
              </a:rPr>
              <a:t>KOESIO EN GIRONDE</a:t>
            </a:r>
          </a:p>
        </p:txBody>
      </p:sp>
      <p:pic>
        <p:nvPicPr>
          <p:cNvPr id="72" name="Image 71">
            <a:hlinkClick r:id="rId6"/>
            <a:extLst>
              <a:ext uri="{FF2B5EF4-FFF2-40B4-BE49-F238E27FC236}">
                <a16:creationId xmlns:a16="http://schemas.microsoft.com/office/drawing/2014/main" id="{92BA9A76-1230-EE0B-5AF1-B5E482B9ABF0}"/>
              </a:ext>
            </a:extLst>
          </p:cNvPr>
          <p:cNvPicPr>
            <a:picLocks noChangeAspect="1"/>
          </p:cNvPicPr>
          <p:nvPr/>
        </p:nvPicPr>
        <p:blipFill>
          <a:blip r:embed="rId7">
            <a:extLst>
              <a:ext uri="{28A0092B-C50C-407E-A947-70E740481C1C}">
                <a14:useLocalDpi xmlns:a14="http://schemas.microsoft.com/office/drawing/2010/main"/>
              </a:ext>
            </a:extLst>
          </a:blip>
          <a:srcRect/>
          <a:stretch/>
        </p:blipFill>
        <p:spPr>
          <a:xfrm>
            <a:off x="1649956" y="3674117"/>
            <a:ext cx="692762" cy="734737"/>
          </a:xfrm>
          <a:prstGeom prst="flowChartConnector">
            <a:avLst/>
          </a:prstGeom>
          <a:solidFill>
            <a:srgbClr val="FFFFFF"/>
          </a:solidFill>
          <a:ln w="12700">
            <a:solidFill>
              <a:srgbClr val="6E398E"/>
            </a:solidFill>
          </a:ln>
          <a:effectLst/>
        </p:spPr>
      </p:pic>
      <p:pic>
        <p:nvPicPr>
          <p:cNvPr id="80" name="Image 79" descr="Une image contenant croquis, conception&#10;&#10;Le contenu généré par l’IA peut être incorrect.">
            <a:extLst>
              <a:ext uri="{FF2B5EF4-FFF2-40B4-BE49-F238E27FC236}">
                <a16:creationId xmlns:a16="http://schemas.microsoft.com/office/drawing/2014/main" id="{18917A18-793F-9D9D-1D22-181F85891F52}"/>
              </a:ext>
            </a:extLst>
          </p:cNvPr>
          <p:cNvPicPr>
            <a:picLocks noChangeAspect="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l="16902" t="33867" r="59945" b="24077"/>
          <a:stretch/>
        </p:blipFill>
        <p:spPr>
          <a:xfrm>
            <a:off x="5537140" y="4887941"/>
            <a:ext cx="848006" cy="866455"/>
          </a:xfrm>
          <a:prstGeom prst="rect">
            <a:avLst/>
          </a:prstGeom>
        </p:spPr>
      </p:pic>
    </p:spTree>
    <p:extLst>
      <p:ext uri="{BB962C8B-B14F-4D97-AF65-F5344CB8AC3E}">
        <p14:creationId xmlns:p14="http://schemas.microsoft.com/office/powerpoint/2010/main" val="1128840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91B9B-9BE2-88C7-EAAC-614932E0389A}"/>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13393615-2FD4-1A45-D4B6-39F33609DD0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480002" y="6920785"/>
            <a:ext cx="1511978" cy="386904"/>
          </a:xfrm>
          <a:prstGeom prst="rect">
            <a:avLst/>
          </a:prstGeom>
        </p:spPr>
      </p:pic>
      <p:sp>
        <p:nvSpPr>
          <p:cNvPr id="8" name="Rectangle 7">
            <a:extLst>
              <a:ext uri="{FF2B5EF4-FFF2-40B4-BE49-F238E27FC236}">
                <a16:creationId xmlns:a16="http://schemas.microsoft.com/office/drawing/2014/main" id="{3CE0CB8C-8CB4-548F-DB2F-9C3464A16129}"/>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a:p>
        </p:txBody>
      </p:sp>
      <p:sp>
        <p:nvSpPr>
          <p:cNvPr id="38" name="Espace réservé du texte 3">
            <a:extLst>
              <a:ext uri="{FF2B5EF4-FFF2-40B4-BE49-F238E27FC236}">
                <a16:creationId xmlns:a16="http://schemas.microsoft.com/office/drawing/2014/main" id="{76571034-3F02-4E4B-EB14-5D679F9A811D}"/>
              </a:ext>
            </a:extLst>
          </p:cNvPr>
          <p:cNvSpPr txBox="1">
            <a:spLocks/>
          </p:cNvSpPr>
          <p:nvPr/>
        </p:nvSpPr>
        <p:spPr>
          <a:xfrm>
            <a:off x="801599" y="1789204"/>
            <a:ext cx="7794706" cy="1685169"/>
          </a:xfrm>
          <a:prstGeom prst="rect">
            <a:avLst/>
          </a:prstGeom>
        </p:spPr>
        <p:txBody>
          <a:bodyPr/>
          <a:lstStyle>
            <a:lvl1pPr marL="228600" indent="-228600" algn="l" defTabSz="914400" rtl="0" eaLnBrk="1" latinLnBrk="0" hangingPunct="1">
              <a:lnSpc>
                <a:spcPct val="90000"/>
              </a:lnSpc>
              <a:spcBef>
                <a:spcPts val="1000"/>
              </a:spcBef>
              <a:buClr>
                <a:schemeClr val="bg2"/>
              </a:buClr>
              <a:buFont typeface="Arial Nova" panose="020B0504020202020204" pitchFamily="34" charset="0"/>
              <a:buChar char="&gt;"/>
              <a:defRPr sz="24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Clr>
                <a:schemeClr val="bg2"/>
              </a:buClr>
              <a:buFont typeface="Arial Nova" panose="020B0504020202020204" pitchFamily="34" charset="0"/>
              <a:buChar char="&gt;"/>
              <a:defRPr sz="20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bg2"/>
              </a:buClr>
              <a:buFont typeface="Arial Nova" panose="020B0504020202020204" pitchFamily="34" charset="0"/>
              <a:buChar char="&gt;"/>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bg2"/>
              </a:buClr>
              <a:buFont typeface="Arial Nova" panose="020B0504020202020204" pitchFamily="34" charset="0"/>
              <a:buChar char="&gt;"/>
              <a:defRPr sz="14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bg2"/>
              </a:buClr>
              <a:buFont typeface="Arial Nova" panose="020B0504020202020204" pitchFamily="34" charset="0"/>
              <a:buChar char="&gt;"/>
              <a:defRPr sz="14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
                <a:srgbClr val="E94B57"/>
              </a:buClr>
              <a:buSzTx/>
              <a:buFont typeface="Arial Nova" panose="020B0504020202020204" pitchFamily="34" charset="0"/>
              <a:buChar char="&gt;"/>
              <a:tabLst/>
              <a:defRPr/>
            </a:pPr>
            <a:r>
              <a:rPr kumimoji="0" lang="fr-FR" sz="1600" b="0" i="0" u="none" strike="noStrike" kern="1200" cap="none" spc="0" normalizeH="0" baseline="0" noProof="0" dirty="0">
                <a:ln>
                  <a:noFill/>
                </a:ln>
                <a:solidFill>
                  <a:srgbClr val="434341"/>
                </a:solidFill>
                <a:effectLst/>
                <a:uLnTx/>
                <a:uFillTx/>
                <a:latin typeface="Arial Nova"/>
                <a:ea typeface="+mn-ea"/>
                <a:cs typeface="Arial" panose="020B0604020202020204" pitchFamily="34" charset="0"/>
              </a:rPr>
              <a:t>Depuis plus de 30 ans, Koesio accompagne les entreprises et les institutions publiques de la région au travers d’un réseau dense d’agences locales. Implantée en Charente, notre agence de Cognac offre à nos clients proximité et réactivité. </a:t>
            </a:r>
          </a:p>
          <a:p>
            <a:pPr marL="228600" marR="0" lvl="0" indent="-228600" algn="l" defTabSz="914400" rtl="0" eaLnBrk="1" fontAlgn="auto" latinLnBrk="0" hangingPunct="1">
              <a:lnSpc>
                <a:spcPct val="90000"/>
              </a:lnSpc>
              <a:spcBef>
                <a:spcPts val="1000"/>
              </a:spcBef>
              <a:spcAft>
                <a:spcPts val="0"/>
              </a:spcAft>
              <a:buClr>
                <a:srgbClr val="E94B57"/>
              </a:buClr>
              <a:buSzTx/>
              <a:buFont typeface="Arial Nova" panose="020B0504020202020204" pitchFamily="34" charset="0"/>
              <a:buChar char="&gt;"/>
              <a:tabLst/>
              <a:defRPr/>
            </a:pPr>
            <a:r>
              <a:rPr kumimoji="0" lang="fr-FR" sz="1600" b="0" i="0" u="none" strike="noStrike" kern="1200" cap="none" spc="0" normalizeH="0" baseline="0" noProof="0" dirty="0">
                <a:ln>
                  <a:noFill/>
                </a:ln>
                <a:solidFill>
                  <a:srgbClr val="434341"/>
                </a:solidFill>
                <a:effectLst/>
                <a:uLnTx/>
                <a:uFillTx/>
                <a:latin typeface="Arial Nova"/>
                <a:ea typeface="+mn-ea"/>
                <a:cs typeface="Arial" panose="020B0604020202020204" pitchFamily="34" charset="0"/>
              </a:rPr>
              <a:t>Nos clients bénéficient ainsi d’une relation durable, construite dans le temps et au cœur de leurs enjeux quotidiens. </a:t>
            </a:r>
          </a:p>
        </p:txBody>
      </p:sp>
      <p:sp>
        <p:nvSpPr>
          <p:cNvPr id="39" name="ZoneTexte 38">
            <a:extLst>
              <a:ext uri="{FF2B5EF4-FFF2-40B4-BE49-F238E27FC236}">
                <a16:creationId xmlns:a16="http://schemas.microsoft.com/office/drawing/2014/main" id="{4531C4E9-714B-5AFC-AB43-4E8BEA8D1777}"/>
              </a:ext>
            </a:extLst>
          </p:cNvPr>
          <p:cNvSpPr txBox="1"/>
          <p:nvPr/>
        </p:nvSpPr>
        <p:spPr>
          <a:xfrm>
            <a:off x="2492113" y="3844800"/>
            <a:ext cx="2142728" cy="400110"/>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eaLnBrk="1" fontAlgn="auto" latinLnBrk="0" hangingPunct="1">
              <a:spcBef>
                <a:spcPts val="0"/>
              </a:spcBef>
              <a:spcAft>
                <a:spcPts val="0"/>
              </a:spcAft>
              <a:buClr>
                <a:srgbClr val="3799E8"/>
              </a:buClr>
              <a:buSzTx/>
              <a:buFontTx/>
              <a:buNone/>
              <a:tabLst/>
              <a:defRPr/>
            </a:pPr>
            <a:r>
              <a:rPr kumimoji="0" lang="fr-FR" sz="1400" b="0" i="0" u="none" strike="noStrike" kern="0" cap="none" spc="0" normalizeH="0" baseline="0" noProof="0" dirty="0">
                <a:ln>
                  <a:noFill/>
                </a:ln>
                <a:solidFill>
                  <a:srgbClr val="434341"/>
                </a:solidFill>
                <a:effectLst/>
                <a:uLnTx/>
                <a:uFillTx/>
                <a:latin typeface="Arial Nova"/>
                <a:ea typeface="+mn-ea"/>
                <a:cs typeface="Arial" panose="020B0604020202020204" pitchFamily="34" charset="0"/>
              </a:rPr>
              <a:t>Eric LARRIGNON</a:t>
            </a:r>
          </a:p>
          <a:p>
            <a:pPr marL="0" marR="0" lvl="0" indent="0" algn="l" defTabSz="914400" eaLnBrk="1" fontAlgn="auto" latinLnBrk="0" hangingPunct="1">
              <a:spcBef>
                <a:spcPts val="0"/>
              </a:spcBef>
              <a:spcAft>
                <a:spcPts val="0"/>
              </a:spcAft>
              <a:buClr>
                <a:srgbClr val="3799E8"/>
              </a:buClr>
              <a:buSzTx/>
              <a:buFontTx/>
              <a:buNone/>
              <a:tabLst/>
              <a:defRPr/>
            </a:pPr>
            <a:r>
              <a:rPr kumimoji="0" lang="fr-FR" sz="1200" b="0" i="1" u="none" strike="noStrike" kern="0" cap="none" spc="0" normalizeH="0" baseline="0" noProof="0" dirty="0">
                <a:ln>
                  <a:noFill/>
                </a:ln>
                <a:solidFill>
                  <a:srgbClr val="434341"/>
                </a:solidFill>
                <a:effectLst/>
                <a:uLnTx/>
                <a:uFillTx/>
                <a:latin typeface="Arial Nova"/>
                <a:ea typeface="+mn-ea"/>
                <a:cs typeface="Arial" panose="020B0604020202020204" pitchFamily="34" charset="0"/>
              </a:rPr>
              <a:t>Directeur Régional Sud</a:t>
            </a:r>
          </a:p>
        </p:txBody>
      </p:sp>
      <p:pic>
        <p:nvPicPr>
          <p:cNvPr id="40" name="Graphique 39" descr="Repère avec un remplissage uni">
            <a:extLst>
              <a:ext uri="{FF2B5EF4-FFF2-40B4-BE49-F238E27FC236}">
                <a16:creationId xmlns:a16="http://schemas.microsoft.com/office/drawing/2014/main" id="{76FF130B-5F8C-0A89-1E90-B7EEF26E739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89489" y="3582569"/>
            <a:ext cx="848006" cy="848006"/>
          </a:xfrm>
          <a:prstGeom prst="rect">
            <a:avLst/>
          </a:prstGeom>
        </p:spPr>
      </p:pic>
      <p:sp>
        <p:nvSpPr>
          <p:cNvPr id="42" name="ZoneTexte 41">
            <a:extLst>
              <a:ext uri="{FF2B5EF4-FFF2-40B4-BE49-F238E27FC236}">
                <a16:creationId xmlns:a16="http://schemas.microsoft.com/office/drawing/2014/main" id="{D3514B06-0ABC-FCA6-C555-47DF634E79C7}"/>
              </a:ext>
            </a:extLst>
          </p:cNvPr>
          <p:cNvSpPr txBox="1"/>
          <p:nvPr/>
        </p:nvSpPr>
        <p:spPr>
          <a:xfrm>
            <a:off x="6167119" y="3812888"/>
            <a:ext cx="2769063" cy="523220"/>
          </a:xfrm>
          <a:prstGeom prst="rect">
            <a:avLst/>
          </a:prstGeom>
          <a:noFill/>
        </p:spPr>
        <p:txBody>
          <a:bodyPr wrap="square" rtlCol="0">
            <a:spAutoFit/>
          </a:bodyPr>
          <a:lstStyle/>
          <a:p>
            <a:pPr defTabSz="914400" fontAlgn="base">
              <a:defRPr/>
            </a:pPr>
            <a:r>
              <a:rPr lang="fr-FR" sz="1400" dirty="0">
                <a:solidFill>
                  <a:srgbClr val="272E32"/>
                </a:solidFill>
                <a:latin typeface="Arial Nova"/>
                <a:cs typeface="Arial" panose="020B0604020202020204" pitchFamily="34" charset="0"/>
              </a:rPr>
              <a:t>40 rue de Marignan</a:t>
            </a:r>
          </a:p>
          <a:p>
            <a:pPr defTabSz="914400" fontAlgn="base">
              <a:defRPr/>
            </a:pPr>
            <a:r>
              <a:rPr lang="fr-FR" sz="1400" dirty="0">
                <a:solidFill>
                  <a:srgbClr val="272E32"/>
                </a:solidFill>
                <a:latin typeface="Arial Nova"/>
                <a:cs typeface="Arial" panose="020B0604020202020204" pitchFamily="34" charset="0"/>
              </a:rPr>
              <a:t>16100 Cognac</a:t>
            </a:r>
          </a:p>
        </p:txBody>
      </p:sp>
      <p:sp>
        <p:nvSpPr>
          <p:cNvPr id="45" name="ZoneTexte 44">
            <a:extLst>
              <a:ext uri="{FF2B5EF4-FFF2-40B4-BE49-F238E27FC236}">
                <a16:creationId xmlns:a16="http://schemas.microsoft.com/office/drawing/2014/main" id="{214CCBC3-ED0D-BB6D-C81D-4F7D0C7969E9}"/>
              </a:ext>
            </a:extLst>
          </p:cNvPr>
          <p:cNvSpPr txBox="1"/>
          <p:nvPr/>
        </p:nvSpPr>
        <p:spPr>
          <a:xfrm>
            <a:off x="1684424" y="5063258"/>
            <a:ext cx="703277" cy="584775"/>
          </a:xfrm>
          <a:prstGeom prst="rect">
            <a:avLst/>
          </a:prstGeom>
          <a:noFill/>
        </p:spPr>
        <p:txBody>
          <a:bodyPr wrap="square" rtlCol="0">
            <a:spAutoFit/>
          </a:bodyPr>
          <a:lstStyle/>
          <a:p>
            <a:pPr algn="ctr" defTabSz="914400">
              <a:defRPr/>
            </a:pPr>
            <a:r>
              <a:rPr lang="fr-FR" sz="3200" b="1" dirty="0">
                <a:solidFill>
                  <a:srgbClr val="E94C57"/>
                </a:solidFill>
                <a:latin typeface="Arial" panose="020B0604020202020204" pitchFamily="34" charset="0"/>
                <a:cs typeface="Arial" panose="020B0604020202020204" pitchFamily="34" charset="0"/>
              </a:rPr>
              <a:t>13</a:t>
            </a:r>
          </a:p>
        </p:txBody>
      </p:sp>
      <p:sp>
        <p:nvSpPr>
          <p:cNvPr id="46" name="ZoneTexte 45">
            <a:extLst>
              <a:ext uri="{FF2B5EF4-FFF2-40B4-BE49-F238E27FC236}">
                <a16:creationId xmlns:a16="http://schemas.microsoft.com/office/drawing/2014/main" id="{CFAFDBF2-3362-241B-AB2D-700319F1DBFA}"/>
              </a:ext>
            </a:extLst>
          </p:cNvPr>
          <p:cNvSpPr txBox="1"/>
          <p:nvPr/>
        </p:nvSpPr>
        <p:spPr>
          <a:xfrm>
            <a:off x="2494101" y="5228635"/>
            <a:ext cx="1227098" cy="283219"/>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eaLnBrk="1" fontAlgn="auto" latinLnBrk="0" hangingPunct="1">
              <a:lnSpc>
                <a:spcPct val="150000"/>
              </a:lnSpc>
              <a:spcBef>
                <a:spcPts val="0"/>
              </a:spcBef>
              <a:spcAft>
                <a:spcPts val="0"/>
              </a:spcAft>
              <a:buClr>
                <a:srgbClr val="3799E8"/>
              </a:buClr>
              <a:buSzTx/>
              <a:buFontTx/>
              <a:buNone/>
              <a:tabLst/>
              <a:defRPr/>
            </a:pPr>
            <a:r>
              <a:rPr kumimoji="0" lang="fr-FR" sz="1400" b="0" i="0" u="none" strike="noStrike" kern="0" cap="none" spc="0" normalizeH="0" baseline="0" noProof="0" dirty="0">
                <a:ln>
                  <a:noFill/>
                </a:ln>
                <a:solidFill>
                  <a:srgbClr val="434341"/>
                </a:solidFill>
                <a:effectLst/>
                <a:uLnTx/>
                <a:uFillTx/>
                <a:latin typeface="Arial Nova"/>
                <a:ea typeface="+mn-ea"/>
                <a:cs typeface="Arial" panose="020B0604020202020204" pitchFamily="34" charset="0"/>
              </a:rPr>
              <a:t>Collaborateurs</a:t>
            </a:r>
          </a:p>
        </p:txBody>
      </p:sp>
      <p:sp>
        <p:nvSpPr>
          <p:cNvPr id="47" name="ZoneTexte 46">
            <a:extLst>
              <a:ext uri="{FF2B5EF4-FFF2-40B4-BE49-F238E27FC236}">
                <a16:creationId xmlns:a16="http://schemas.microsoft.com/office/drawing/2014/main" id="{1A8A017C-C12F-96DC-E297-E5270B8F2806}"/>
              </a:ext>
            </a:extLst>
          </p:cNvPr>
          <p:cNvSpPr txBox="1"/>
          <p:nvPr/>
        </p:nvSpPr>
        <p:spPr>
          <a:xfrm>
            <a:off x="6232932" y="5257425"/>
            <a:ext cx="1409909" cy="307777"/>
          </a:xfrm>
          <a:prstGeom prst="rect">
            <a:avLst/>
          </a:prstGeom>
          <a:noFill/>
        </p:spPr>
        <p:txBody>
          <a:bodyPr wrap="square">
            <a:spAutoFit/>
          </a:bodyPr>
          <a:lstStyle/>
          <a:p>
            <a:pPr defTabSz="914400" fontAlgn="base">
              <a:defRPr/>
            </a:pPr>
            <a:r>
              <a:rPr lang="fr-FR" sz="1400" dirty="0">
                <a:solidFill>
                  <a:srgbClr val="272E32"/>
                </a:solidFill>
                <a:latin typeface="Arial Nova"/>
                <a:cs typeface="Arial" panose="020B0604020202020204" pitchFamily="34" charset="0"/>
              </a:rPr>
              <a:t>05 57 51 52 52</a:t>
            </a:r>
          </a:p>
        </p:txBody>
      </p:sp>
      <p:sp>
        <p:nvSpPr>
          <p:cNvPr id="58" name="Rectangle 57">
            <a:extLst>
              <a:ext uri="{FF2B5EF4-FFF2-40B4-BE49-F238E27FC236}">
                <a16:creationId xmlns:a16="http://schemas.microsoft.com/office/drawing/2014/main" id="{253F138D-D5E8-0B89-32EF-2BC5105AE08E}"/>
              </a:ext>
            </a:extLst>
          </p:cNvPr>
          <p:cNvSpPr/>
          <p:nvPr/>
        </p:nvSpPr>
        <p:spPr>
          <a:xfrm>
            <a:off x="4631050" y="6384659"/>
            <a:ext cx="1195349" cy="1174669"/>
          </a:xfrm>
          <a:prstGeom prst="rect">
            <a:avLst/>
          </a:prstGeom>
          <a:solidFill>
            <a:srgbClr val="FFD61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59" name="Rectangle 58">
            <a:extLst>
              <a:ext uri="{FF2B5EF4-FFF2-40B4-BE49-F238E27FC236}">
                <a16:creationId xmlns:a16="http://schemas.microsoft.com/office/drawing/2014/main" id="{D919B2E7-F420-BF81-91C8-2919BFC2047C}"/>
              </a:ext>
            </a:extLst>
          </p:cNvPr>
          <p:cNvSpPr/>
          <p:nvPr/>
        </p:nvSpPr>
        <p:spPr>
          <a:xfrm>
            <a:off x="9504317" y="1167590"/>
            <a:ext cx="1195349" cy="1169067"/>
          </a:xfrm>
          <a:prstGeom prst="rect">
            <a:avLst/>
          </a:prstGeom>
          <a:solidFill>
            <a:srgbClr val="95C11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60" name="Rectangle 59">
            <a:extLst>
              <a:ext uri="{FF2B5EF4-FFF2-40B4-BE49-F238E27FC236}">
                <a16:creationId xmlns:a16="http://schemas.microsoft.com/office/drawing/2014/main" id="{D2ADD34F-84DD-045B-5ED4-D2B4039289C3}"/>
              </a:ext>
            </a:extLst>
          </p:cNvPr>
          <p:cNvSpPr/>
          <p:nvPr/>
        </p:nvSpPr>
        <p:spPr>
          <a:xfrm>
            <a:off x="203925" y="6390609"/>
            <a:ext cx="1195349" cy="1169066"/>
          </a:xfrm>
          <a:prstGeom prst="rect">
            <a:avLst/>
          </a:prstGeom>
          <a:solidFill>
            <a:srgbClr val="F7BFD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rgbClr val="FFFFFF"/>
              </a:solidFill>
              <a:effectLst/>
              <a:uLnTx/>
              <a:uFillTx/>
              <a:latin typeface="Arial Nova"/>
              <a:ea typeface="+mn-ea"/>
              <a:cs typeface="+mn-cs"/>
            </a:endParaRPr>
          </a:p>
        </p:txBody>
      </p:sp>
      <p:sp>
        <p:nvSpPr>
          <p:cNvPr id="61" name="Rectangle 60">
            <a:extLst>
              <a:ext uri="{FF2B5EF4-FFF2-40B4-BE49-F238E27FC236}">
                <a16:creationId xmlns:a16="http://schemas.microsoft.com/office/drawing/2014/main" id="{1B8FE72B-7016-00C6-44F2-63C7041842C8}"/>
              </a:ext>
            </a:extLst>
          </p:cNvPr>
          <p:cNvSpPr/>
          <p:nvPr/>
        </p:nvSpPr>
        <p:spPr>
          <a:xfrm>
            <a:off x="9496465" y="4070825"/>
            <a:ext cx="1195348" cy="1148483"/>
          </a:xfrm>
          <a:prstGeom prst="rect">
            <a:avLst/>
          </a:prstGeom>
          <a:solidFill>
            <a:srgbClr val="FFFFFF">
              <a:lumMod val="9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62" name="Rectangle 61">
            <a:extLst>
              <a:ext uri="{FF2B5EF4-FFF2-40B4-BE49-F238E27FC236}">
                <a16:creationId xmlns:a16="http://schemas.microsoft.com/office/drawing/2014/main" id="{04CC9CCE-C291-BB42-ED30-E960AE439925}"/>
              </a:ext>
            </a:extLst>
          </p:cNvPr>
          <p:cNvSpPr/>
          <p:nvPr/>
        </p:nvSpPr>
        <p:spPr>
          <a:xfrm>
            <a:off x="9496464" y="5223017"/>
            <a:ext cx="1195348" cy="1189812"/>
          </a:xfrm>
          <a:prstGeom prst="rect">
            <a:avLst/>
          </a:prstGeom>
          <a:solidFill>
            <a:srgbClr val="E94B5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64" name="Rectangle 63">
            <a:extLst>
              <a:ext uri="{FF2B5EF4-FFF2-40B4-BE49-F238E27FC236}">
                <a16:creationId xmlns:a16="http://schemas.microsoft.com/office/drawing/2014/main" id="{148D2A9B-72ED-C604-4B91-9276AA26D75A}"/>
              </a:ext>
            </a:extLst>
          </p:cNvPr>
          <p:cNvSpPr/>
          <p:nvPr/>
        </p:nvSpPr>
        <p:spPr>
          <a:xfrm>
            <a:off x="8314669" y="7467"/>
            <a:ext cx="1195349" cy="1169067"/>
          </a:xfrm>
          <a:prstGeom prst="rect">
            <a:avLst/>
          </a:prstGeom>
          <a:solidFill>
            <a:srgbClr val="95C11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65" name="Espace réservé du texte 1">
            <a:extLst>
              <a:ext uri="{FF2B5EF4-FFF2-40B4-BE49-F238E27FC236}">
                <a16:creationId xmlns:a16="http://schemas.microsoft.com/office/drawing/2014/main" id="{CFA39914-E7E2-6530-A2A9-EE5449421952}"/>
              </a:ext>
            </a:extLst>
          </p:cNvPr>
          <p:cNvSpPr txBox="1">
            <a:spLocks/>
          </p:cNvSpPr>
          <p:nvPr/>
        </p:nvSpPr>
        <p:spPr>
          <a:xfrm>
            <a:off x="644643" y="629053"/>
            <a:ext cx="7113009" cy="1101370"/>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mj-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200" b="0"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3200" b="1" i="0" u="none" strike="noStrike" kern="1200" cap="none" spc="0" normalizeH="0" baseline="0" noProof="0" dirty="0">
                <a:ln>
                  <a:noFill/>
                </a:ln>
                <a:solidFill>
                  <a:srgbClr val="434341"/>
                </a:solidFill>
                <a:effectLst/>
                <a:uLnTx/>
                <a:uFillTx/>
                <a:latin typeface="Century Gothic"/>
                <a:ea typeface="+mn-ea"/>
                <a:cs typeface="Arial" panose="020B0604020202020204" pitchFamily="34" charset="0"/>
              </a:rPr>
              <a:t>KOESIO EN CHARENTE</a:t>
            </a:r>
          </a:p>
        </p:txBody>
      </p:sp>
      <p:pic>
        <p:nvPicPr>
          <p:cNvPr id="72" name="Image 71">
            <a:hlinkClick r:id="rId6"/>
            <a:extLst>
              <a:ext uri="{FF2B5EF4-FFF2-40B4-BE49-F238E27FC236}">
                <a16:creationId xmlns:a16="http://schemas.microsoft.com/office/drawing/2014/main" id="{2ACBE6CC-4A66-ED75-BF9C-338114490DAA}"/>
              </a:ext>
            </a:extLst>
          </p:cNvPr>
          <p:cNvPicPr>
            <a:picLocks noChangeAspect="1"/>
          </p:cNvPicPr>
          <p:nvPr/>
        </p:nvPicPr>
        <p:blipFill>
          <a:blip r:embed="rId7">
            <a:extLst>
              <a:ext uri="{28A0092B-C50C-407E-A947-70E740481C1C}">
                <a14:useLocalDpi xmlns:a14="http://schemas.microsoft.com/office/drawing/2010/main"/>
              </a:ext>
            </a:extLst>
          </a:blip>
          <a:srcRect/>
          <a:stretch/>
        </p:blipFill>
        <p:spPr>
          <a:xfrm>
            <a:off x="1649956" y="3674117"/>
            <a:ext cx="692762" cy="734737"/>
          </a:xfrm>
          <a:prstGeom prst="flowChartConnector">
            <a:avLst/>
          </a:prstGeom>
          <a:solidFill>
            <a:srgbClr val="FFFFFF"/>
          </a:solidFill>
          <a:ln w="12700">
            <a:solidFill>
              <a:srgbClr val="6E398E"/>
            </a:solidFill>
          </a:ln>
          <a:effectLst/>
        </p:spPr>
      </p:pic>
      <p:pic>
        <p:nvPicPr>
          <p:cNvPr id="80" name="Image 79" descr="Une image contenant croquis, conception&#10;&#10;Le contenu généré par l’IA peut être incorrect.">
            <a:extLst>
              <a:ext uri="{FF2B5EF4-FFF2-40B4-BE49-F238E27FC236}">
                <a16:creationId xmlns:a16="http://schemas.microsoft.com/office/drawing/2014/main" id="{B5E1FF6B-482E-BB61-C456-55A8F60E30C1}"/>
              </a:ext>
            </a:extLst>
          </p:cNvPr>
          <p:cNvPicPr>
            <a:picLocks noChangeAspect="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l="16902" t="33867" r="59945" b="24077"/>
          <a:stretch/>
        </p:blipFill>
        <p:spPr>
          <a:xfrm>
            <a:off x="5537140" y="4887941"/>
            <a:ext cx="848006" cy="866455"/>
          </a:xfrm>
          <a:prstGeom prst="rect">
            <a:avLst/>
          </a:prstGeom>
        </p:spPr>
      </p:pic>
    </p:spTree>
    <p:extLst>
      <p:ext uri="{BB962C8B-B14F-4D97-AF65-F5344CB8AC3E}">
        <p14:creationId xmlns:p14="http://schemas.microsoft.com/office/powerpoint/2010/main" val="711797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B5F35-9D75-32D6-701F-782BCBBB30DB}"/>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21F82E21-5FD3-C3F6-53E8-D4439D07662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480002" y="6920785"/>
            <a:ext cx="1511978" cy="386904"/>
          </a:xfrm>
          <a:prstGeom prst="rect">
            <a:avLst/>
          </a:prstGeom>
        </p:spPr>
      </p:pic>
      <p:sp>
        <p:nvSpPr>
          <p:cNvPr id="8" name="Rectangle 7">
            <a:extLst>
              <a:ext uri="{FF2B5EF4-FFF2-40B4-BE49-F238E27FC236}">
                <a16:creationId xmlns:a16="http://schemas.microsoft.com/office/drawing/2014/main" id="{B0CBFD7E-A129-F21E-A796-6C355DD1031E}"/>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a:p>
        </p:txBody>
      </p:sp>
      <p:sp>
        <p:nvSpPr>
          <p:cNvPr id="38" name="Espace réservé du texte 3">
            <a:extLst>
              <a:ext uri="{FF2B5EF4-FFF2-40B4-BE49-F238E27FC236}">
                <a16:creationId xmlns:a16="http://schemas.microsoft.com/office/drawing/2014/main" id="{F77501DE-3EA6-4C91-24EF-6B9E66E4596F}"/>
              </a:ext>
            </a:extLst>
          </p:cNvPr>
          <p:cNvSpPr txBox="1">
            <a:spLocks/>
          </p:cNvSpPr>
          <p:nvPr/>
        </p:nvSpPr>
        <p:spPr>
          <a:xfrm>
            <a:off x="801599" y="1789204"/>
            <a:ext cx="7794706" cy="1685169"/>
          </a:xfrm>
          <a:prstGeom prst="rect">
            <a:avLst/>
          </a:prstGeom>
        </p:spPr>
        <p:txBody>
          <a:bodyPr/>
          <a:lstStyle>
            <a:lvl1pPr marL="228600" indent="-228600" algn="l" defTabSz="914400" rtl="0" eaLnBrk="1" latinLnBrk="0" hangingPunct="1">
              <a:lnSpc>
                <a:spcPct val="90000"/>
              </a:lnSpc>
              <a:spcBef>
                <a:spcPts val="1000"/>
              </a:spcBef>
              <a:buClr>
                <a:schemeClr val="bg2"/>
              </a:buClr>
              <a:buFont typeface="Arial Nova" panose="020B0504020202020204" pitchFamily="34" charset="0"/>
              <a:buChar char="&gt;"/>
              <a:defRPr sz="24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Clr>
                <a:schemeClr val="bg2"/>
              </a:buClr>
              <a:buFont typeface="Arial Nova" panose="020B0504020202020204" pitchFamily="34" charset="0"/>
              <a:buChar char="&gt;"/>
              <a:defRPr sz="20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bg2"/>
              </a:buClr>
              <a:buFont typeface="Arial Nova" panose="020B0504020202020204" pitchFamily="34" charset="0"/>
              <a:buChar char="&gt;"/>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bg2"/>
              </a:buClr>
              <a:buFont typeface="Arial Nova" panose="020B0504020202020204" pitchFamily="34" charset="0"/>
              <a:buChar char="&gt;"/>
              <a:defRPr sz="14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bg2"/>
              </a:buClr>
              <a:buFont typeface="Arial Nova" panose="020B0504020202020204" pitchFamily="34" charset="0"/>
              <a:buChar char="&gt;"/>
              <a:defRPr sz="14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
                <a:srgbClr val="E94B57"/>
              </a:buClr>
              <a:buSzTx/>
              <a:buFont typeface="Arial Nova" panose="020B0504020202020204" pitchFamily="34" charset="0"/>
              <a:buChar char="&gt;"/>
              <a:tabLst/>
              <a:defRPr/>
            </a:pPr>
            <a:r>
              <a:rPr kumimoji="0" lang="fr-FR" sz="1600" b="0" i="0" u="none" strike="noStrike" kern="1200" cap="none" spc="0" normalizeH="0" baseline="0" noProof="0" dirty="0">
                <a:ln>
                  <a:noFill/>
                </a:ln>
                <a:solidFill>
                  <a:srgbClr val="434341"/>
                </a:solidFill>
                <a:effectLst/>
                <a:uLnTx/>
                <a:uFillTx/>
                <a:latin typeface="Arial Nova"/>
                <a:ea typeface="+mn-ea"/>
                <a:cs typeface="Arial" panose="020B0604020202020204" pitchFamily="34" charset="0"/>
              </a:rPr>
              <a:t>Depuis plus de 30 ans, Koesio accompagne les entreprises et les institutions publiques de la région au travers d’un réseau dense d’agences locales. Implantée en Charente, notre agence d’Angoulême offre à nos clients proximité et réactivité. </a:t>
            </a:r>
          </a:p>
          <a:p>
            <a:pPr marL="228600" marR="0" lvl="0" indent="-228600" algn="l" defTabSz="914400" rtl="0" eaLnBrk="1" fontAlgn="auto" latinLnBrk="0" hangingPunct="1">
              <a:lnSpc>
                <a:spcPct val="90000"/>
              </a:lnSpc>
              <a:spcBef>
                <a:spcPts val="1000"/>
              </a:spcBef>
              <a:spcAft>
                <a:spcPts val="0"/>
              </a:spcAft>
              <a:buClr>
                <a:srgbClr val="E94B57"/>
              </a:buClr>
              <a:buSzTx/>
              <a:buFont typeface="Arial Nova" panose="020B0504020202020204" pitchFamily="34" charset="0"/>
              <a:buChar char="&gt;"/>
              <a:tabLst/>
              <a:defRPr/>
            </a:pPr>
            <a:r>
              <a:rPr kumimoji="0" lang="fr-FR" sz="1600" b="0" i="0" u="none" strike="noStrike" kern="1200" cap="none" spc="0" normalizeH="0" baseline="0" noProof="0" dirty="0">
                <a:ln>
                  <a:noFill/>
                </a:ln>
                <a:solidFill>
                  <a:srgbClr val="434341"/>
                </a:solidFill>
                <a:effectLst/>
                <a:uLnTx/>
                <a:uFillTx/>
                <a:latin typeface="Arial Nova"/>
                <a:ea typeface="+mn-ea"/>
                <a:cs typeface="Arial" panose="020B0604020202020204" pitchFamily="34" charset="0"/>
              </a:rPr>
              <a:t>Nos clients bénéficient ainsi d’une relation durable, construite dans le temps et au cœur de leurs enjeux quotidiens. </a:t>
            </a:r>
          </a:p>
        </p:txBody>
      </p:sp>
      <p:sp>
        <p:nvSpPr>
          <p:cNvPr id="39" name="ZoneTexte 38">
            <a:extLst>
              <a:ext uri="{FF2B5EF4-FFF2-40B4-BE49-F238E27FC236}">
                <a16:creationId xmlns:a16="http://schemas.microsoft.com/office/drawing/2014/main" id="{501811B3-BF24-57BD-0A50-DCC0BFE29719}"/>
              </a:ext>
            </a:extLst>
          </p:cNvPr>
          <p:cNvSpPr txBox="1"/>
          <p:nvPr/>
        </p:nvSpPr>
        <p:spPr>
          <a:xfrm>
            <a:off x="2492113" y="3844800"/>
            <a:ext cx="2142728" cy="400110"/>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eaLnBrk="1" fontAlgn="auto" latinLnBrk="0" hangingPunct="1">
              <a:spcBef>
                <a:spcPts val="0"/>
              </a:spcBef>
              <a:spcAft>
                <a:spcPts val="0"/>
              </a:spcAft>
              <a:buClr>
                <a:srgbClr val="3799E8"/>
              </a:buClr>
              <a:buSzTx/>
              <a:buFontTx/>
              <a:buNone/>
              <a:tabLst/>
              <a:defRPr/>
            </a:pPr>
            <a:r>
              <a:rPr kumimoji="0" lang="fr-FR" sz="1400" b="0" i="0" u="none" strike="noStrike" kern="0" cap="none" spc="0" normalizeH="0" baseline="0" noProof="0" dirty="0">
                <a:ln>
                  <a:noFill/>
                </a:ln>
                <a:solidFill>
                  <a:srgbClr val="434341"/>
                </a:solidFill>
                <a:effectLst/>
                <a:uLnTx/>
                <a:uFillTx/>
                <a:latin typeface="Arial Nova"/>
                <a:ea typeface="+mn-ea"/>
                <a:cs typeface="Arial" panose="020B0604020202020204" pitchFamily="34" charset="0"/>
              </a:rPr>
              <a:t>Eric LARRIGNON</a:t>
            </a:r>
          </a:p>
          <a:p>
            <a:pPr marL="0" marR="0" lvl="0" indent="0" algn="l" defTabSz="914400" eaLnBrk="1" fontAlgn="auto" latinLnBrk="0" hangingPunct="1">
              <a:spcBef>
                <a:spcPts val="0"/>
              </a:spcBef>
              <a:spcAft>
                <a:spcPts val="0"/>
              </a:spcAft>
              <a:buClr>
                <a:srgbClr val="3799E8"/>
              </a:buClr>
              <a:buSzTx/>
              <a:buFontTx/>
              <a:buNone/>
              <a:tabLst/>
              <a:defRPr/>
            </a:pPr>
            <a:r>
              <a:rPr kumimoji="0" lang="fr-FR" sz="1200" b="0" i="1" u="none" strike="noStrike" kern="0" cap="none" spc="0" normalizeH="0" baseline="0" noProof="0" dirty="0">
                <a:ln>
                  <a:noFill/>
                </a:ln>
                <a:solidFill>
                  <a:srgbClr val="434341"/>
                </a:solidFill>
                <a:effectLst/>
                <a:uLnTx/>
                <a:uFillTx/>
                <a:latin typeface="Arial Nova"/>
                <a:ea typeface="+mn-ea"/>
                <a:cs typeface="Arial" panose="020B0604020202020204" pitchFamily="34" charset="0"/>
              </a:rPr>
              <a:t>Directeur Régional Sud</a:t>
            </a:r>
          </a:p>
        </p:txBody>
      </p:sp>
      <p:pic>
        <p:nvPicPr>
          <p:cNvPr id="40" name="Graphique 39" descr="Repère avec un remplissage uni">
            <a:extLst>
              <a:ext uri="{FF2B5EF4-FFF2-40B4-BE49-F238E27FC236}">
                <a16:creationId xmlns:a16="http://schemas.microsoft.com/office/drawing/2014/main" id="{D8235F94-FE82-3281-B613-AE5592CC37C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89489" y="3582569"/>
            <a:ext cx="848006" cy="848006"/>
          </a:xfrm>
          <a:prstGeom prst="rect">
            <a:avLst/>
          </a:prstGeom>
        </p:spPr>
      </p:pic>
      <p:sp>
        <p:nvSpPr>
          <p:cNvPr id="42" name="ZoneTexte 41">
            <a:extLst>
              <a:ext uri="{FF2B5EF4-FFF2-40B4-BE49-F238E27FC236}">
                <a16:creationId xmlns:a16="http://schemas.microsoft.com/office/drawing/2014/main" id="{F1522A05-3A4B-27F0-2819-5814B577719F}"/>
              </a:ext>
            </a:extLst>
          </p:cNvPr>
          <p:cNvSpPr txBox="1"/>
          <p:nvPr/>
        </p:nvSpPr>
        <p:spPr>
          <a:xfrm>
            <a:off x="6167119" y="3812888"/>
            <a:ext cx="2769063" cy="523220"/>
          </a:xfrm>
          <a:prstGeom prst="rect">
            <a:avLst/>
          </a:prstGeom>
          <a:noFill/>
        </p:spPr>
        <p:txBody>
          <a:bodyPr wrap="square" rtlCol="0">
            <a:spAutoFit/>
          </a:bodyPr>
          <a:lstStyle/>
          <a:p>
            <a:pPr defTabSz="914400" fontAlgn="base">
              <a:defRPr/>
            </a:pPr>
            <a:r>
              <a:rPr lang="fr-FR" sz="1400" dirty="0">
                <a:solidFill>
                  <a:srgbClr val="272E32"/>
                </a:solidFill>
                <a:latin typeface="Arial Nova"/>
                <a:cs typeface="Arial" panose="020B0604020202020204" pitchFamily="34" charset="0"/>
              </a:rPr>
              <a:t>2 rue des Arcades</a:t>
            </a:r>
          </a:p>
          <a:p>
            <a:pPr defTabSz="914400" fontAlgn="base">
              <a:defRPr/>
            </a:pPr>
            <a:r>
              <a:rPr lang="fr-FR" sz="1400" dirty="0">
                <a:solidFill>
                  <a:srgbClr val="272E32"/>
                </a:solidFill>
                <a:latin typeface="Arial Nova"/>
                <a:cs typeface="Arial" panose="020B0604020202020204" pitchFamily="34" charset="0"/>
              </a:rPr>
              <a:t>16710 Saint Yrieix en Charente</a:t>
            </a:r>
          </a:p>
        </p:txBody>
      </p:sp>
      <p:sp>
        <p:nvSpPr>
          <p:cNvPr id="45" name="ZoneTexte 44">
            <a:extLst>
              <a:ext uri="{FF2B5EF4-FFF2-40B4-BE49-F238E27FC236}">
                <a16:creationId xmlns:a16="http://schemas.microsoft.com/office/drawing/2014/main" id="{54E3434E-1318-3175-F310-B44A7260683A}"/>
              </a:ext>
            </a:extLst>
          </p:cNvPr>
          <p:cNvSpPr txBox="1"/>
          <p:nvPr/>
        </p:nvSpPr>
        <p:spPr>
          <a:xfrm>
            <a:off x="1684424" y="5063258"/>
            <a:ext cx="703277" cy="584775"/>
          </a:xfrm>
          <a:prstGeom prst="rect">
            <a:avLst/>
          </a:prstGeom>
          <a:noFill/>
        </p:spPr>
        <p:txBody>
          <a:bodyPr wrap="square" rtlCol="0">
            <a:spAutoFit/>
          </a:bodyPr>
          <a:lstStyle/>
          <a:p>
            <a:pPr algn="ctr" defTabSz="914400">
              <a:defRPr/>
            </a:pPr>
            <a:r>
              <a:rPr lang="fr-FR" sz="3200" b="1" dirty="0">
                <a:solidFill>
                  <a:srgbClr val="E94C57"/>
                </a:solidFill>
                <a:latin typeface="Arial" panose="020B0604020202020204" pitchFamily="34" charset="0"/>
                <a:cs typeface="Arial" panose="020B0604020202020204" pitchFamily="34" charset="0"/>
              </a:rPr>
              <a:t>2</a:t>
            </a:r>
          </a:p>
        </p:txBody>
      </p:sp>
      <p:sp>
        <p:nvSpPr>
          <p:cNvPr id="46" name="ZoneTexte 45">
            <a:extLst>
              <a:ext uri="{FF2B5EF4-FFF2-40B4-BE49-F238E27FC236}">
                <a16:creationId xmlns:a16="http://schemas.microsoft.com/office/drawing/2014/main" id="{FBD08E19-E313-97DC-7A2B-9697D93AD2F6}"/>
              </a:ext>
            </a:extLst>
          </p:cNvPr>
          <p:cNvSpPr txBox="1"/>
          <p:nvPr/>
        </p:nvSpPr>
        <p:spPr>
          <a:xfrm>
            <a:off x="2494101" y="5228635"/>
            <a:ext cx="1227098" cy="283219"/>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eaLnBrk="1" fontAlgn="auto" latinLnBrk="0" hangingPunct="1">
              <a:lnSpc>
                <a:spcPct val="150000"/>
              </a:lnSpc>
              <a:spcBef>
                <a:spcPts val="0"/>
              </a:spcBef>
              <a:spcAft>
                <a:spcPts val="0"/>
              </a:spcAft>
              <a:buClr>
                <a:srgbClr val="3799E8"/>
              </a:buClr>
              <a:buSzTx/>
              <a:buFontTx/>
              <a:buNone/>
              <a:tabLst/>
              <a:defRPr/>
            </a:pPr>
            <a:r>
              <a:rPr kumimoji="0" lang="fr-FR" sz="1400" b="0" i="0" u="none" strike="noStrike" kern="0" cap="none" spc="0" normalizeH="0" baseline="0" noProof="0" dirty="0">
                <a:ln>
                  <a:noFill/>
                </a:ln>
                <a:solidFill>
                  <a:srgbClr val="434341"/>
                </a:solidFill>
                <a:effectLst/>
                <a:uLnTx/>
                <a:uFillTx/>
                <a:latin typeface="Arial Nova"/>
                <a:ea typeface="+mn-ea"/>
                <a:cs typeface="Arial" panose="020B0604020202020204" pitchFamily="34" charset="0"/>
              </a:rPr>
              <a:t>Collaborateurs</a:t>
            </a:r>
          </a:p>
        </p:txBody>
      </p:sp>
      <p:sp>
        <p:nvSpPr>
          <p:cNvPr id="47" name="ZoneTexte 46">
            <a:extLst>
              <a:ext uri="{FF2B5EF4-FFF2-40B4-BE49-F238E27FC236}">
                <a16:creationId xmlns:a16="http://schemas.microsoft.com/office/drawing/2014/main" id="{AF9B0994-9BBC-48F5-B950-7BCF96DFD586}"/>
              </a:ext>
            </a:extLst>
          </p:cNvPr>
          <p:cNvSpPr txBox="1"/>
          <p:nvPr/>
        </p:nvSpPr>
        <p:spPr>
          <a:xfrm>
            <a:off x="6232932" y="5257425"/>
            <a:ext cx="1409909" cy="307777"/>
          </a:xfrm>
          <a:prstGeom prst="rect">
            <a:avLst/>
          </a:prstGeom>
          <a:noFill/>
        </p:spPr>
        <p:txBody>
          <a:bodyPr wrap="square">
            <a:spAutoFit/>
          </a:bodyPr>
          <a:lstStyle/>
          <a:p>
            <a:pPr defTabSz="914400" fontAlgn="base">
              <a:defRPr/>
            </a:pPr>
            <a:r>
              <a:rPr lang="fr-FR" sz="1400" dirty="0">
                <a:solidFill>
                  <a:srgbClr val="272E32"/>
                </a:solidFill>
                <a:latin typeface="Arial Nova"/>
                <a:cs typeface="Arial" panose="020B0604020202020204" pitchFamily="34" charset="0"/>
              </a:rPr>
              <a:t>05 57 51 52 52</a:t>
            </a:r>
          </a:p>
        </p:txBody>
      </p:sp>
      <p:sp>
        <p:nvSpPr>
          <p:cNvPr id="58" name="Rectangle 57">
            <a:extLst>
              <a:ext uri="{FF2B5EF4-FFF2-40B4-BE49-F238E27FC236}">
                <a16:creationId xmlns:a16="http://schemas.microsoft.com/office/drawing/2014/main" id="{DC81A613-FEF3-4938-67EB-A5AB1D15D9D4}"/>
              </a:ext>
            </a:extLst>
          </p:cNvPr>
          <p:cNvSpPr/>
          <p:nvPr/>
        </p:nvSpPr>
        <p:spPr>
          <a:xfrm>
            <a:off x="4631050" y="6384659"/>
            <a:ext cx="1195349" cy="1174669"/>
          </a:xfrm>
          <a:prstGeom prst="rect">
            <a:avLst/>
          </a:prstGeom>
          <a:solidFill>
            <a:srgbClr val="FFD61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59" name="Rectangle 58">
            <a:extLst>
              <a:ext uri="{FF2B5EF4-FFF2-40B4-BE49-F238E27FC236}">
                <a16:creationId xmlns:a16="http://schemas.microsoft.com/office/drawing/2014/main" id="{F329854D-819D-126F-328B-D47B65DC6F9E}"/>
              </a:ext>
            </a:extLst>
          </p:cNvPr>
          <p:cNvSpPr/>
          <p:nvPr/>
        </p:nvSpPr>
        <p:spPr>
          <a:xfrm>
            <a:off x="9504317" y="1167590"/>
            <a:ext cx="1195349" cy="1169067"/>
          </a:xfrm>
          <a:prstGeom prst="rect">
            <a:avLst/>
          </a:prstGeom>
          <a:solidFill>
            <a:srgbClr val="95C11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60" name="Rectangle 59">
            <a:extLst>
              <a:ext uri="{FF2B5EF4-FFF2-40B4-BE49-F238E27FC236}">
                <a16:creationId xmlns:a16="http://schemas.microsoft.com/office/drawing/2014/main" id="{ACEBE744-BF44-AD24-A8E1-949ACDDBB315}"/>
              </a:ext>
            </a:extLst>
          </p:cNvPr>
          <p:cNvSpPr/>
          <p:nvPr/>
        </p:nvSpPr>
        <p:spPr>
          <a:xfrm>
            <a:off x="203925" y="6390609"/>
            <a:ext cx="1195349" cy="1169066"/>
          </a:xfrm>
          <a:prstGeom prst="rect">
            <a:avLst/>
          </a:prstGeom>
          <a:solidFill>
            <a:srgbClr val="F7BFD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rgbClr val="FFFFFF"/>
              </a:solidFill>
              <a:effectLst/>
              <a:uLnTx/>
              <a:uFillTx/>
              <a:latin typeface="Arial Nova"/>
              <a:ea typeface="+mn-ea"/>
              <a:cs typeface="+mn-cs"/>
            </a:endParaRPr>
          </a:p>
        </p:txBody>
      </p:sp>
      <p:sp>
        <p:nvSpPr>
          <p:cNvPr id="61" name="Rectangle 60">
            <a:extLst>
              <a:ext uri="{FF2B5EF4-FFF2-40B4-BE49-F238E27FC236}">
                <a16:creationId xmlns:a16="http://schemas.microsoft.com/office/drawing/2014/main" id="{C627F5D5-B1EA-1D82-9F09-146550A560D6}"/>
              </a:ext>
            </a:extLst>
          </p:cNvPr>
          <p:cNvSpPr/>
          <p:nvPr/>
        </p:nvSpPr>
        <p:spPr>
          <a:xfrm>
            <a:off x="9496465" y="4070825"/>
            <a:ext cx="1195348" cy="1148483"/>
          </a:xfrm>
          <a:prstGeom prst="rect">
            <a:avLst/>
          </a:prstGeom>
          <a:solidFill>
            <a:srgbClr val="FFFFFF">
              <a:lumMod val="9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62" name="Rectangle 61">
            <a:extLst>
              <a:ext uri="{FF2B5EF4-FFF2-40B4-BE49-F238E27FC236}">
                <a16:creationId xmlns:a16="http://schemas.microsoft.com/office/drawing/2014/main" id="{935176C6-D3D1-1763-A78D-4B33EB045A3A}"/>
              </a:ext>
            </a:extLst>
          </p:cNvPr>
          <p:cNvSpPr/>
          <p:nvPr/>
        </p:nvSpPr>
        <p:spPr>
          <a:xfrm>
            <a:off x="9496464" y="5223017"/>
            <a:ext cx="1195348" cy="1189812"/>
          </a:xfrm>
          <a:prstGeom prst="rect">
            <a:avLst/>
          </a:prstGeom>
          <a:solidFill>
            <a:srgbClr val="E94B5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64" name="Rectangle 63">
            <a:extLst>
              <a:ext uri="{FF2B5EF4-FFF2-40B4-BE49-F238E27FC236}">
                <a16:creationId xmlns:a16="http://schemas.microsoft.com/office/drawing/2014/main" id="{AC7FCAC9-745D-7749-F74E-12F861DFD72A}"/>
              </a:ext>
            </a:extLst>
          </p:cNvPr>
          <p:cNvSpPr/>
          <p:nvPr/>
        </p:nvSpPr>
        <p:spPr>
          <a:xfrm>
            <a:off x="8314669" y="7467"/>
            <a:ext cx="1195349" cy="1169067"/>
          </a:xfrm>
          <a:prstGeom prst="rect">
            <a:avLst/>
          </a:prstGeom>
          <a:solidFill>
            <a:srgbClr val="95C11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65" name="Espace réservé du texte 1">
            <a:extLst>
              <a:ext uri="{FF2B5EF4-FFF2-40B4-BE49-F238E27FC236}">
                <a16:creationId xmlns:a16="http://schemas.microsoft.com/office/drawing/2014/main" id="{A5F77B03-CF89-02F7-B677-605B6E5CFBBD}"/>
              </a:ext>
            </a:extLst>
          </p:cNvPr>
          <p:cNvSpPr txBox="1">
            <a:spLocks/>
          </p:cNvSpPr>
          <p:nvPr/>
        </p:nvSpPr>
        <p:spPr>
          <a:xfrm>
            <a:off x="644643" y="629053"/>
            <a:ext cx="7113009" cy="1101370"/>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mj-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200" b="0"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3200" b="1" i="0" u="none" strike="noStrike" kern="1200" cap="none" spc="0" normalizeH="0" baseline="0" noProof="0" dirty="0">
                <a:ln>
                  <a:noFill/>
                </a:ln>
                <a:solidFill>
                  <a:srgbClr val="434341"/>
                </a:solidFill>
                <a:effectLst/>
                <a:uLnTx/>
                <a:uFillTx/>
                <a:latin typeface="Century Gothic"/>
                <a:ea typeface="+mn-ea"/>
                <a:cs typeface="Arial" panose="020B0604020202020204" pitchFamily="34" charset="0"/>
              </a:rPr>
              <a:t>KOESIO EN CHARENTE</a:t>
            </a:r>
          </a:p>
        </p:txBody>
      </p:sp>
      <p:pic>
        <p:nvPicPr>
          <p:cNvPr id="72" name="Image 71">
            <a:hlinkClick r:id="rId6"/>
            <a:extLst>
              <a:ext uri="{FF2B5EF4-FFF2-40B4-BE49-F238E27FC236}">
                <a16:creationId xmlns:a16="http://schemas.microsoft.com/office/drawing/2014/main" id="{D937BD9A-0A3A-5420-4ACE-30433ED9A48E}"/>
              </a:ext>
            </a:extLst>
          </p:cNvPr>
          <p:cNvPicPr>
            <a:picLocks noChangeAspect="1"/>
          </p:cNvPicPr>
          <p:nvPr/>
        </p:nvPicPr>
        <p:blipFill>
          <a:blip r:embed="rId7">
            <a:extLst>
              <a:ext uri="{28A0092B-C50C-407E-A947-70E740481C1C}">
                <a14:useLocalDpi xmlns:a14="http://schemas.microsoft.com/office/drawing/2010/main"/>
              </a:ext>
            </a:extLst>
          </a:blip>
          <a:srcRect/>
          <a:stretch/>
        </p:blipFill>
        <p:spPr>
          <a:xfrm>
            <a:off x="1649956" y="3674117"/>
            <a:ext cx="692762" cy="734737"/>
          </a:xfrm>
          <a:prstGeom prst="flowChartConnector">
            <a:avLst/>
          </a:prstGeom>
          <a:solidFill>
            <a:srgbClr val="FFFFFF"/>
          </a:solidFill>
          <a:ln w="12700">
            <a:solidFill>
              <a:srgbClr val="6E398E"/>
            </a:solidFill>
          </a:ln>
          <a:effectLst/>
        </p:spPr>
      </p:pic>
      <p:pic>
        <p:nvPicPr>
          <p:cNvPr id="80" name="Image 79" descr="Une image contenant croquis, conception&#10;&#10;Le contenu généré par l’IA peut être incorrect.">
            <a:extLst>
              <a:ext uri="{FF2B5EF4-FFF2-40B4-BE49-F238E27FC236}">
                <a16:creationId xmlns:a16="http://schemas.microsoft.com/office/drawing/2014/main" id="{880FF1EF-6028-7D26-7C40-FA1887A4BE32}"/>
              </a:ext>
            </a:extLst>
          </p:cNvPr>
          <p:cNvPicPr>
            <a:picLocks noChangeAspect="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l="16902" t="33867" r="59945" b="24077"/>
          <a:stretch/>
        </p:blipFill>
        <p:spPr>
          <a:xfrm>
            <a:off x="5537140" y="4887941"/>
            <a:ext cx="848006" cy="866455"/>
          </a:xfrm>
          <a:prstGeom prst="rect">
            <a:avLst/>
          </a:prstGeom>
        </p:spPr>
      </p:pic>
    </p:spTree>
    <p:extLst>
      <p:ext uri="{BB962C8B-B14F-4D97-AF65-F5344CB8AC3E}">
        <p14:creationId xmlns:p14="http://schemas.microsoft.com/office/powerpoint/2010/main" val="42885330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2BBEA-3605-C093-17A0-59A9D9F6B497}"/>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637B6E93-A918-2CFD-C9FA-A4D66B60487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480002" y="6920785"/>
            <a:ext cx="1511978" cy="386904"/>
          </a:xfrm>
          <a:prstGeom prst="rect">
            <a:avLst/>
          </a:prstGeom>
        </p:spPr>
      </p:pic>
      <p:sp>
        <p:nvSpPr>
          <p:cNvPr id="8" name="Rectangle 7">
            <a:extLst>
              <a:ext uri="{FF2B5EF4-FFF2-40B4-BE49-F238E27FC236}">
                <a16:creationId xmlns:a16="http://schemas.microsoft.com/office/drawing/2014/main" id="{DF17FE5F-1F16-645F-09D0-8064D055A9A7}"/>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a:p>
        </p:txBody>
      </p:sp>
      <p:sp>
        <p:nvSpPr>
          <p:cNvPr id="38" name="Espace réservé du texte 3">
            <a:extLst>
              <a:ext uri="{FF2B5EF4-FFF2-40B4-BE49-F238E27FC236}">
                <a16:creationId xmlns:a16="http://schemas.microsoft.com/office/drawing/2014/main" id="{E2A10D10-FD9B-1E0F-6D00-73634CC5A6D8}"/>
              </a:ext>
            </a:extLst>
          </p:cNvPr>
          <p:cNvSpPr txBox="1">
            <a:spLocks/>
          </p:cNvSpPr>
          <p:nvPr/>
        </p:nvSpPr>
        <p:spPr>
          <a:xfrm>
            <a:off x="801599" y="1789204"/>
            <a:ext cx="7794706" cy="1685169"/>
          </a:xfrm>
          <a:prstGeom prst="rect">
            <a:avLst/>
          </a:prstGeom>
        </p:spPr>
        <p:txBody>
          <a:bodyPr/>
          <a:lstStyle>
            <a:lvl1pPr marL="228600" indent="-228600" algn="l" defTabSz="914400" rtl="0" eaLnBrk="1" latinLnBrk="0" hangingPunct="1">
              <a:lnSpc>
                <a:spcPct val="90000"/>
              </a:lnSpc>
              <a:spcBef>
                <a:spcPts val="1000"/>
              </a:spcBef>
              <a:buClr>
                <a:schemeClr val="bg2"/>
              </a:buClr>
              <a:buFont typeface="Arial Nova" panose="020B0504020202020204" pitchFamily="34" charset="0"/>
              <a:buChar char="&gt;"/>
              <a:defRPr sz="24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Clr>
                <a:schemeClr val="bg2"/>
              </a:buClr>
              <a:buFont typeface="Arial Nova" panose="020B0504020202020204" pitchFamily="34" charset="0"/>
              <a:buChar char="&gt;"/>
              <a:defRPr sz="20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bg2"/>
              </a:buClr>
              <a:buFont typeface="Arial Nova" panose="020B0504020202020204" pitchFamily="34" charset="0"/>
              <a:buChar char="&gt;"/>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bg2"/>
              </a:buClr>
              <a:buFont typeface="Arial Nova" panose="020B0504020202020204" pitchFamily="34" charset="0"/>
              <a:buChar char="&gt;"/>
              <a:defRPr sz="14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bg2"/>
              </a:buClr>
              <a:buFont typeface="Arial Nova" panose="020B0504020202020204" pitchFamily="34" charset="0"/>
              <a:buChar char="&gt;"/>
              <a:defRPr sz="14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
                <a:srgbClr val="E94B57"/>
              </a:buClr>
              <a:buSzTx/>
              <a:buFont typeface="Arial Nova" panose="020B0504020202020204" pitchFamily="34" charset="0"/>
              <a:buChar char="&gt;"/>
              <a:tabLst/>
              <a:defRPr/>
            </a:pPr>
            <a:r>
              <a:rPr kumimoji="0" lang="fr-FR" sz="1600" b="0" i="0" u="none" strike="noStrike" kern="1200" cap="none" spc="0" normalizeH="0" baseline="0" noProof="0" dirty="0">
                <a:ln>
                  <a:noFill/>
                </a:ln>
                <a:solidFill>
                  <a:srgbClr val="434341"/>
                </a:solidFill>
                <a:effectLst/>
                <a:uLnTx/>
                <a:uFillTx/>
                <a:latin typeface="Arial Nova"/>
                <a:ea typeface="+mn-ea"/>
                <a:cs typeface="Arial" panose="020B0604020202020204" pitchFamily="34" charset="0"/>
              </a:rPr>
              <a:t>Depuis plus de 30 ans, Koesio accompagne les entreprises et les institutions publiques de la région au travers d’un réseau dense d’agences locales. Implantée en Charente Maritime, notre agence de Périgny offre à nos clients proximité et réactivité. </a:t>
            </a:r>
          </a:p>
          <a:p>
            <a:pPr marL="228600" marR="0" lvl="0" indent="-228600" algn="l" defTabSz="914400" rtl="0" eaLnBrk="1" fontAlgn="auto" latinLnBrk="0" hangingPunct="1">
              <a:lnSpc>
                <a:spcPct val="90000"/>
              </a:lnSpc>
              <a:spcBef>
                <a:spcPts val="1000"/>
              </a:spcBef>
              <a:spcAft>
                <a:spcPts val="0"/>
              </a:spcAft>
              <a:buClr>
                <a:srgbClr val="E94B57"/>
              </a:buClr>
              <a:buSzTx/>
              <a:buFont typeface="Arial Nova" panose="020B0504020202020204" pitchFamily="34" charset="0"/>
              <a:buChar char="&gt;"/>
              <a:tabLst/>
              <a:defRPr/>
            </a:pPr>
            <a:r>
              <a:rPr kumimoji="0" lang="fr-FR" sz="1600" b="0" i="0" u="none" strike="noStrike" kern="1200" cap="none" spc="0" normalizeH="0" baseline="0" noProof="0" dirty="0">
                <a:ln>
                  <a:noFill/>
                </a:ln>
                <a:solidFill>
                  <a:srgbClr val="434341"/>
                </a:solidFill>
                <a:effectLst/>
                <a:uLnTx/>
                <a:uFillTx/>
                <a:latin typeface="Arial Nova"/>
                <a:ea typeface="+mn-ea"/>
                <a:cs typeface="Arial" panose="020B0604020202020204" pitchFamily="34" charset="0"/>
              </a:rPr>
              <a:t>Nos clients bénéficient ainsi d’une relation durable, construite dans le temps et au cœur de leurs enjeux quotidiens. </a:t>
            </a:r>
          </a:p>
        </p:txBody>
      </p:sp>
      <p:sp>
        <p:nvSpPr>
          <p:cNvPr id="39" name="ZoneTexte 38">
            <a:extLst>
              <a:ext uri="{FF2B5EF4-FFF2-40B4-BE49-F238E27FC236}">
                <a16:creationId xmlns:a16="http://schemas.microsoft.com/office/drawing/2014/main" id="{8CA488B1-7D23-88A6-138E-E81D9A7E15F0}"/>
              </a:ext>
            </a:extLst>
          </p:cNvPr>
          <p:cNvSpPr txBox="1"/>
          <p:nvPr/>
        </p:nvSpPr>
        <p:spPr>
          <a:xfrm>
            <a:off x="2492113" y="3844800"/>
            <a:ext cx="2142728" cy="400110"/>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eaLnBrk="1" fontAlgn="auto" latinLnBrk="0" hangingPunct="1">
              <a:spcBef>
                <a:spcPts val="0"/>
              </a:spcBef>
              <a:spcAft>
                <a:spcPts val="0"/>
              </a:spcAft>
              <a:buClr>
                <a:srgbClr val="3799E8"/>
              </a:buClr>
              <a:buSzTx/>
              <a:buFontTx/>
              <a:buNone/>
              <a:tabLst/>
              <a:defRPr/>
            </a:pPr>
            <a:r>
              <a:rPr kumimoji="0" lang="fr-FR" sz="1400" b="0" i="0" u="none" strike="noStrike" kern="0" cap="none" spc="0" normalizeH="0" baseline="0" noProof="0" dirty="0">
                <a:ln>
                  <a:noFill/>
                </a:ln>
                <a:solidFill>
                  <a:srgbClr val="434341"/>
                </a:solidFill>
                <a:effectLst/>
                <a:uLnTx/>
                <a:uFillTx/>
                <a:latin typeface="Arial Nova"/>
                <a:ea typeface="+mn-ea"/>
                <a:cs typeface="Arial" panose="020B0604020202020204" pitchFamily="34" charset="0"/>
              </a:rPr>
              <a:t>François DULAC</a:t>
            </a:r>
          </a:p>
          <a:p>
            <a:pPr marL="0" marR="0" lvl="0" indent="0" algn="l" defTabSz="914400" eaLnBrk="1" fontAlgn="auto" latinLnBrk="0" hangingPunct="1">
              <a:spcBef>
                <a:spcPts val="0"/>
              </a:spcBef>
              <a:spcAft>
                <a:spcPts val="0"/>
              </a:spcAft>
              <a:buClr>
                <a:srgbClr val="3799E8"/>
              </a:buClr>
              <a:buSzTx/>
              <a:buFontTx/>
              <a:buNone/>
              <a:tabLst/>
              <a:defRPr/>
            </a:pPr>
            <a:r>
              <a:rPr kumimoji="0" lang="fr-FR" sz="1200" b="0" i="1" u="none" strike="noStrike" kern="0" cap="none" spc="0" normalizeH="0" baseline="0" noProof="0" dirty="0">
                <a:ln>
                  <a:noFill/>
                </a:ln>
                <a:solidFill>
                  <a:srgbClr val="434341"/>
                </a:solidFill>
                <a:effectLst/>
                <a:uLnTx/>
                <a:uFillTx/>
                <a:latin typeface="Arial Nova"/>
                <a:ea typeface="+mn-ea"/>
                <a:cs typeface="Arial" panose="020B0604020202020204" pitchFamily="34" charset="0"/>
              </a:rPr>
              <a:t>Responsable Régional Nord</a:t>
            </a:r>
          </a:p>
        </p:txBody>
      </p:sp>
      <p:pic>
        <p:nvPicPr>
          <p:cNvPr id="40" name="Graphique 39" descr="Repère avec un remplissage uni">
            <a:extLst>
              <a:ext uri="{FF2B5EF4-FFF2-40B4-BE49-F238E27FC236}">
                <a16:creationId xmlns:a16="http://schemas.microsoft.com/office/drawing/2014/main" id="{99152423-70F2-9A19-BF12-DCD7A4477B0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89489" y="3582569"/>
            <a:ext cx="848006" cy="848006"/>
          </a:xfrm>
          <a:prstGeom prst="rect">
            <a:avLst/>
          </a:prstGeom>
        </p:spPr>
      </p:pic>
      <p:sp>
        <p:nvSpPr>
          <p:cNvPr id="42" name="ZoneTexte 41">
            <a:extLst>
              <a:ext uri="{FF2B5EF4-FFF2-40B4-BE49-F238E27FC236}">
                <a16:creationId xmlns:a16="http://schemas.microsoft.com/office/drawing/2014/main" id="{0AB7F7AB-546B-735E-5073-B6A312FBAEE3}"/>
              </a:ext>
            </a:extLst>
          </p:cNvPr>
          <p:cNvSpPr txBox="1"/>
          <p:nvPr/>
        </p:nvSpPr>
        <p:spPr>
          <a:xfrm>
            <a:off x="6167119" y="3812888"/>
            <a:ext cx="2874737" cy="523220"/>
          </a:xfrm>
          <a:prstGeom prst="rect">
            <a:avLst/>
          </a:prstGeom>
          <a:noFill/>
        </p:spPr>
        <p:txBody>
          <a:bodyPr wrap="square" rtlCol="0">
            <a:spAutoFit/>
          </a:bodyPr>
          <a:lstStyle/>
          <a:p>
            <a:pPr defTabSz="914400" fontAlgn="base">
              <a:defRPr/>
            </a:pPr>
            <a:r>
              <a:rPr lang="fr-FR" sz="1400" dirty="0">
                <a:solidFill>
                  <a:srgbClr val="272E32"/>
                </a:solidFill>
                <a:latin typeface="Arial Nova"/>
                <a:cs typeface="Arial" panose="020B0604020202020204" pitchFamily="34" charset="0"/>
              </a:rPr>
              <a:t>1A avenue Bernard Moitessier</a:t>
            </a:r>
          </a:p>
          <a:p>
            <a:pPr defTabSz="914400" fontAlgn="base">
              <a:defRPr/>
            </a:pPr>
            <a:r>
              <a:rPr lang="fr-FR" sz="1400" dirty="0">
                <a:solidFill>
                  <a:srgbClr val="272E32"/>
                </a:solidFill>
                <a:latin typeface="Arial Nova"/>
                <a:cs typeface="Arial" panose="020B0604020202020204" pitchFamily="34" charset="0"/>
              </a:rPr>
              <a:t>17180 Périgny</a:t>
            </a:r>
          </a:p>
        </p:txBody>
      </p:sp>
      <p:sp>
        <p:nvSpPr>
          <p:cNvPr id="45" name="ZoneTexte 44">
            <a:extLst>
              <a:ext uri="{FF2B5EF4-FFF2-40B4-BE49-F238E27FC236}">
                <a16:creationId xmlns:a16="http://schemas.microsoft.com/office/drawing/2014/main" id="{DBB88AA1-6337-C2CF-CD5F-00BD9379BE22}"/>
              </a:ext>
            </a:extLst>
          </p:cNvPr>
          <p:cNvSpPr txBox="1"/>
          <p:nvPr/>
        </p:nvSpPr>
        <p:spPr>
          <a:xfrm>
            <a:off x="1684424" y="5063258"/>
            <a:ext cx="703277" cy="584775"/>
          </a:xfrm>
          <a:prstGeom prst="rect">
            <a:avLst/>
          </a:prstGeom>
          <a:noFill/>
        </p:spPr>
        <p:txBody>
          <a:bodyPr wrap="square" rtlCol="0">
            <a:spAutoFit/>
          </a:bodyPr>
          <a:lstStyle/>
          <a:p>
            <a:pPr algn="ctr" defTabSz="914400">
              <a:defRPr/>
            </a:pPr>
            <a:r>
              <a:rPr lang="fr-FR" sz="3200" b="1" dirty="0">
                <a:solidFill>
                  <a:srgbClr val="E94C57"/>
                </a:solidFill>
                <a:latin typeface="Arial" panose="020B0604020202020204" pitchFamily="34" charset="0"/>
                <a:cs typeface="Arial" panose="020B0604020202020204" pitchFamily="34" charset="0"/>
              </a:rPr>
              <a:t>72</a:t>
            </a:r>
          </a:p>
        </p:txBody>
      </p:sp>
      <p:sp>
        <p:nvSpPr>
          <p:cNvPr id="46" name="ZoneTexte 45">
            <a:extLst>
              <a:ext uri="{FF2B5EF4-FFF2-40B4-BE49-F238E27FC236}">
                <a16:creationId xmlns:a16="http://schemas.microsoft.com/office/drawing/2014/main" id="{94CC9E36-0367-3240-1503-4279F794531E}"/>
              </a:ext>
            </a:extLst>
          </p:cNvPr>
          <p:cNvSpPr txBox="1"/>
          <p:nvPr/>
        </p:nvSpPr>
        <p:spPr>
          <a:xfrm>
            <a:off x="2494101" y="5228635"/>
            <a:ext cx="1227098" cy="283219"/>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eaLnBrk="1" fontAlgn="auto" latinLnBrk="0" hangingPunct="1">
              <a:lnSpc>
                <a:spcPct val="150000"/>
              </a:lnSpc>
              <a:spcBef>
                <a:spcPts val="0"/>
              </a:spcBef>
              <a:spcAft>
                <a:spcPts val="0"/>
              </a:spcAft>
              <a:buClr>
                <a:srgbClr val="3799E8"/>
              </a:buClr>
              <a:buSzTx/>
              <a:buFontTx/>
              <a:buNone/>
              <a:tabLst/>
              <a:defRPr/>
            </a:pPr>
            <a:r>
              <a:rPr kumimoji="0" lang="fr-FR" sz="1400" b="0" i="0" u="none" strike="noStrike" kern="0" cap="none" spc="0" normalizeH="0" baseline="0" noProof="0" dirty="0">
                <a:ln>
                  <a:noFill/>
                </a:ln>
                <a:solidFill>
                  <a:srgbClr val="434341"/>
                </a:solidFill>
                <a:effectLst/>
                <a:uLnTx/>
                <a:uFillTx/>
                <a:latin typeface="Arial Nova"/>
                <a:ea typeface="+mn-ea"/>
                <a:cs typeface="Arial" panose="020B0604020202020204" pitchFamily="34" charset="0"/>
              </a:rPr>
              <a:t>Collaborateurs</a:t>
            </a:r>
          </a:p>
        </p:txBody>
      </p:sp>
      <p:sp>
        <p:nvSpPr>
          <p:cNvPr id="47" name="ZoneTexte 46">
            <a:extLst>
              <a:ext uri="{FF2B5EF4-FFF2-40B4-BE49-F238E27FC236}">
                <a16:creationId xmlns:a16="http://schemas.microsoft.com/office/drawing/2014/main" id="{65959678-FB8A-39D8-165C-2B52D47BB62A}"/>
              </a:ext>
            </a:extLst>
          </p:cNvPr>
          <p:cNvSpPr txBox="1"/>
          <p:nvPr/>
        </p:nvSpPr>
        <p:spPr>
          <a:xfrm>
            <a:off x="6232932" y="5257425"/>
            <a:ext cx="1409909" cy="307777"/>
          </a:xfrm>
          <a:prstGeom prst="rect">
            <a:avLst/>
          </a:prstGeom>
          <a:noFill/>
        </p:spPr>
        <p:txBody>
          <a:bodyPr wrap="square">
            <a:spAutoFit/>
          </a:bodyPr>
          <a:lstStyle/>
          <a:p>
            <a:pPr defTabSz="914400" fontAlgn="base">
              <a:defRPr/>
            </a:pPr>
            <a:r>
              <a:rPr lang="fr-FR" sz="1400" dirty="0">
                <a:solidFill>
                  <a:srgbClr val="272E32"/>
                </a:solidFill>
                <a:latin typeface="Arial Nova"/>
                <a:cs typeface="Arial" panose="020B0604020202020204" pitchFamily="34" charset="0"/>
              </a:rPr>
              <a:t>05 57 51 52 52</a:t>
            </a:r>
          </a:p>
        </p:txBody>
      </p:sp>
      <p:sp>
        <p:nvSpPr>
          <p:cNvPr id="58" name="Rectangle 57">
            <a:extLst>
              <a:ext uri="{FF2B5EF4-FFF2-40B4-BE49-F238E27FC236}">
                <a16:creationId xmlns:a16="http://schemas.microsoft.com/office/drawing/2014/main" id="{7278E9B0-3BAD-01C0-AB2E-91B027113C91}"/>
              </a:ext>
            </a:extLst>
          </p:cNvPr>
          <p:cNvSpPr/>
          <p:nvPr/>
        </p:nvSpPr>
        <p:spPr>
          <a:xfrm>
            <a:off x="4631050" y="6384659"/>
            <a:ext cx="1195349" cy="1174669"/>
          </a:xfrm>
          <a:prstGeom prst="rect">
            <a:avLst/>
          </a:prstGeom>
          <a:solidFill>
            <a:srgbClr val="FFD61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59" name="Rectangle 58">
            <a:extLst>
              <a:ext uri="{FF2B5EF4-FFF2-40B4-BE49-F238E27FC236}">
                <a16:creationId xmlns:a16="http://schemas.microsoft.com/office/drawing/2014/main" id="{362D2C33-5056-FD8B-8C2E-652CDAE9F90F}"/>
              </a:ext>
            </a:extLst>
          </p:cNvPr>
          <p:cNvSpPr/>
          <p:nvPr/>
        </p:nvSpPr>
        <p:spPr>
          <a:xfrm>
            <a:off x="9504317" y="1167590"/>
            <a:ext cx="1195349" cy="1169067"/>
          </a:xfrm>
          <a:prstGeom prst="rect">
            <a:avLst/>
          </a:prstGeom>
          <a:solidFill>
            <a:srgbClr val="95C11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60" name="Rectangle 59">
            <a:extLst>
              <a:ext uri="{FF2B5EF4-FFF2-40B4-BE49-F238E27FC236}">
                <a16:creationId xmlns:a16="http://schemas.microsoft.com/office/drawing/2014/main" id="{CB320FA0-B450-609F-0B30-465CF4E815DA}"/>
              </a:ext>
            </a:extLst>
          </p:cNvPr>
          <p:cNvSpPr/>
          <p:nvPr/>
        </p:nvSpPr>
        <p:spPr>
          <a:xfrm>
            <a:off x="203925" y="6390609"/>
            <a:ext cx="1195349" cy="1169066"/>
          </a:xfrm>
          <a:prstGeom prst="rect">
            <a:avLst/>
          </a:prstGeom>
          <a:solidFill>
            <a:srgbClr val="F7BFD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rgbClr val="FFFFFF"/>
              </a:solidFill>
              <a:effectLst/>
              <a:uLnTx/>
              <a:uFillTx/>
              <a:latin typeface="Arial Nova"/>
              <a:ea typeface="+mn-ea"/>
              <a:cs typeface="+mn-cs"/>
            </a:endParaRPr>
          </a:p>
        </p:txBody>
      </p:sp>
      <p:sp>
        <p:nvSpPr>
          <p:cNvPr id="61" name="Rectangle 60">
            <a:extLst>
              <a:ext uri="{FF2B5EF4-FFF2-40B4-BE49-F238E27FC236}">
                <a16:creationId xmlns:a16="http://schemas.microsoft.com/office/drawing/2014/main" id="{9EED5ABC-3336-44D7-71C1-535C6C48CE1D}"/>
              </a:ext>
            </a:extLst>
          </p:cNvPr>
          <p:cNvSpPr/>
          <p:nvPr/>
        </p:nvSpPr>
        <p:spPr>
          <a:xfrm>
            <a:off x="9496465" y="4070825"/>
            <a:ext cx="1195348" cy="1148483"/>
          </a:xfrm>
          <a:prstGeom prst="rect">
            <a:avLst/>
          </a:prstGeom>
          <a:solidFill>
            <a:srgbClr val="FFFFFF">
              <a:lumMod val="9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62" name="Rectangle 61">
            <a:extLst>
              <a:ext uri="{FF2B5EF4-FFF2-40B4-BE49-F238E27FC236}">
                <a16:creationId xmlns:a16="http://schemas.microsoft.com/office/drawing/2014/main" id="{19C22EAF-7E2E-6196-90D3-55DBCD80A5DF}"/>
              </a:ext>
            </a:extLst>
          </p:cNvPr>
          <p:cNvSpPr/>
          <p:nvPr/>
        </p:nvSpPr>
        <p:spPr>
          <a:xfrm>
            <a:off x="9496464" y="5223017"/>
            <a:ext cx="1195348" cy="1189812"/>
          </a:xfrm>
          <a:prstGeom prst="rect">
            <a:avLst/>
          </a:prstGeom>
          <a:solidFill>
            <a:srgbClr val="E94B5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64" name="Rectangle 63">
            <a:extLst>
              <a:ext uri="{FF2B5EF4-FFF2-40B4-BE49-F238E27FC236}">
                <a16:creationId xmlns:a16="http://schemas.microsoft.com/office/drawing/2014/main" id="{F4C3FB57-4109-5655-E3AD-5267B9E7FC1A}"/>
              </a:ext>
            </a:extLst>
          </p:cNvPr>
          <p:cNvSpPr/>
          <p:nvPr/>
        </p:nvSpPr>
        <p:spPr>
          <a:xfrm>
            <a:off x="8314669" y="7467"/>
            <a:ext cx="1195349" cy="1169067"/>
          </a:xfrm>
          <a:prstGeom prst="rect">
            <a:avLst/>
          </a:prstGeom>
          <a:solidFill>
            <a:srgbClr val="95C11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Arial Nova"/>
              <a:ea typeface="+mn-ea"/>
              <a:cs typeface="+mn-cs"/>
            </a:endParaRPr>
          </a:p>
        </p:txBody>
      </p:sp>
      <p:sp>
        <p:nvSpPr>
          <p:cNvPr id="65" name="Espace réservé du texte 1">
            <a:extLst>
              <a:ext uri="{FF2B5EF4-FFF2-40B4-BE49-F238E27FC236}">
                <a16:creationId xmlns:a16="http://schemas.microsoft.com/office/drawing/2014/main" id="{5F09F1F1-F878-FB5E-8A8B-719C41EA9539}"/>
              </a:ext>
            </a:extLst>
          </p:cNvPr>
          <p:cNvSpPr txBox="1">
            <a:spLocks/>
          </p:cNvSpPr>
          <p:nvPr/>
        </p:nvSpPr>
        <p:spPr>
          <a:xfrm>
            <a:off x="644643" y="629053"/>
            <a:ext cx="6662244" cy="1101370"/>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mj-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200" b="0"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3200" b="1" i="0" u="none" strike="noStrike" kern="1200" cap="none" spc="0" normalizeH="0" baseline="0" noProof="0" dirty="0">
                <a:ln>
                  <a:noFill/>
                </a:ln>
                <a:solidFill>
                  <a:srgbClr val="434341"/>
                </a:solidFill>
                <a:effectLst/>
                <a:uLnTx/>
                <a:uFillTx/>
                <a:latin typeface="Century Gothic"/>
                <a:ea typeface="+mn-ea"/>
                <a:cs typeface="Arial" panose="020B0604020202020204" pitchFamily="34" charset="0"/>
              </a:rPr>
              <a:t>KOESIO EN CHARENTE MARITIME</a:t>
            </a:r>
          </a:p>
        </p:txBody>
      </p:sp>
      <p:pic>
        <p:nvPicPr>
          <p:cNvPr id="72" name="Image 71">
            <a:hlinkClick r:id="rId6"/>
            <a:extLst>
              <a:ext uri="{FF2B5EF4-FFF2-40B4-BE49-F238E27FC236}">
                <a16:creationId xmlns:a16="http://schemas.microsoft.com/office/drawing/2014/main" id="{8C8AB69C-5ECD-5A6D-1CD7-94E56A0B8F17}"/>
              </a:ext>
            </a:extLst>
          </p:cNvPr>
          <p:cNvPicPr>
            <a:picLocks noChangeAspect="1"/>
          </p:cNvPicPr>
          <p:nvPr/>
        </p:nvPicPr>
        <p:blipFill>
          <a:blip r:embed="rId7">
            <a:extLst>
              <a:ext uri="{28A0092B-C50C-407E-A947-70E740481C1C}">
                <a14:useLocalDpi xmlns:a14="http://schemas.microsoft.com/office/drawing/2010/main"/>
              </a:ext>
            </a:extLst>
          </a:blip>
          <a:srcRect/>
          <a:stretch/>
        </p:blipFill>
        <p:spPr>
          <a:xfrm>
            <a:off x="1649956" y="3674117"/>
            <a:ext cx="692762" cy="734737"/>
          </a:xfrm>
          <a:prstGeom prst="flowChartConnector">
            <a:avLst/>
          </a:prstGeom>
          <a:solidFill>
            <a:srgbClr val="FFFFFF"/>
          </a:solidFill>
          <a:ln w="12700">
            <a:solidFill>
              <a:srgbClr val="6E398E"/>
            </a:solidFill>
          </a:ln>
          <a:effectLst/>
        </p:spPr>
      </p:pic>
      <p:pic>
        <p:nvPicPr>
          <p:cNvPr id="80" name="Image 79" descr="Une image contenant croquis, conception&#10;&#10;Le contenu généré par l’IA peut être incorrect.">
            <a:extLst>
              <a:ext uri="{FF2B5EF4-FFF2-40B4-BE49-F238E27FC236}">
                <a16:creationId xmlns:a16="http://schemas.microsoft.com/office/drawing/2014/main" id="{E41C9DD0-AA71-B245-71BA-F92EA1228C7B}"/>
              </a:ext>
            </a:extLst>
          </p:cNvPr>
          <p:cNvPicPr>
            <a:picLocks noChangeAspect="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l="16902" t="33867" r="59945" b="24077"/>
          <a:stretch/>
        </p:blipFill>
        <p:spPr>
          <a:xfrm>
            <a:off x="5537140" y="4887941"/>
            <a:ext cx="848006" cy="866455"/>
          </a:xfrm>
          <a:prstGeom prst="rect">
            <a:avLst/>
          </a:prstGeom>
        </p:spPr>
      </p:pic>
    </p:spTree>
    <p:extLst>
      <p:ext uri="{BB962C8B-B14F-4D97-AF65-F5344CB8AC3E}">
        <p14:creationId xmlns:p14="http://schemas.microsoft.com/office/powerpoint/2010/main" val="1360352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05927-EC84-76BD-AEDE-27A036140D01}"/>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DEAF836E-3F75-B6B4-3333-4FFED38A1A9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480002" y="6920785"/>
            <a:ext cx="1511978" cy="386904"/>
          </a:xfrm>
          <a:prstGeom prst="rect">
            <a:avLst/>
          </a:prstGeom>
        </p:spPr>
      </p:pic>
      <p:sp>
        <p:nvSpPr>
          <p:cNvPr id="8" name="Rectangle 7">
            <a:extLst>
              <a:ext uri="{FF2B5EF4-FFF2-40B4-BE49-F238E27FC236}">
                <a16:creationId xmlns:a16="http://schemas.microsoft.com/office/drawing/2014/main" id="{6F8CF932-EAC4-7FB5-9FC1-643125048FF0}"/>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a:p>
        </p:txBody>
      </p:sp>
      <p:sp>
        <p:nvSpPr>
          <p:cNvPr id="65" name="Espace réservé du texte 1">
            <a:extLst>
              <a:ext uri="{FF2B5EF4-FFF2-40B4-BE49-F238E27FC236}">
                <a16:creationId xmlns:a16="http://schemas.microsoft.com/office/drawing/2014/main" id="{FE5F232D-FBE7-78AF-CC90-FEECAC2A9033}"/>
              </a:ext>
            </a:extLst>
          </p:cNvPr>
          <p:cNvSpPr txBox="1">
            <a:spLocks/>
          </p:cNvSpPr>
          <p:nvPr/>
        </p:nvSpPr>
        <p:spPr>
          <a:xfrm>
            <a:off x="644643" y="629053"/>
            <a:ext cx="6662244" cy="1101370"/>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mj-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200" b="0"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3200" b="1" i="0" u="none" strike="noStrike" kern="1200" cap="none" spc="0" normalizeH="0" baseline="0" noProof="0" dirty="0">
                <a:ln>
                  <a:noFill/>
                </a:ln>
                <a:solidFill>
                  <a:srgbClr val="434341"/>
                </a:solidFill>
                <a:effectLst/>
                <a:uLnTx/>
                <a:uFillTx/>
                <a:latin typeface="Century Gothic"/>
                <a:ea typeface="+mn-ea"/>
                <a:cs typeface="Arial" panose="020B0604020202020204" pitchFamily="34" charset="0"/>
              </a:rPr>
              <a:t>Notre équipe Technique IT</a:t>
            </a:r>
          </a:p>
        </p:txBody>
      </p:sp>
      <p:pic>
        <p:nvPicPr>
          <p:cNvPr id="5" name="Image 4">
            <a:extLst>
              <a:ext uri="{FF2B5EF4-FFF2-40B4-BE49-F238E27FC236}">
                <a16:creationId xmlns:a16="http://schemas.microsoft.com/office/drawing/2014/main" id="{EC5DF7D9-666C-BE22-A1EF-6A748B1B0F1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069986" y="1498274"/>
            <a:ext cx="4186661" cy="4738864"/>
          </a:xfrm>
          <a:prstGeom prst="rect">
            <a:avLst/>
          </a:prstGeom>
          <a:effectLst/>
        </p:spPr>
      </p:pic>
      <p:sp>
        <p:nvSpPr>
          <p:cNvPr id="9" name="ZoneTexte 8">
            <a:extLst>
              <a:ext uri="{FF2B5EF4-FFF2-40B4-BE49-F238E27FC236}">
                <a16:creationId xmlns:a16="http://schemas.microsoft.com/office/drawing/2014/main" id="{85309BE2-E3CC-DF05-1374-9B247CD0032A}"/>
              </a:ext>
            </a:extLst>
          </p:cNvPr>
          <p:cNvSpPr txBox="1"/>
          <p:nvPr/>
        </p:nvSpPr>
        <p:spPr>
          <a:xfrm>
            <a:off x="665761" y="3139274"/>
            <a:ext cx="1795751" cy="215444"/>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eaLnBrk="1" fontAlgn="auto" latinLnBrk="0" hangingPunct="1">
              <a:spcBef>
                <a:spcPts val="0"/>
              </a:spcBef>
              <a:spcAft>
                <a:spcPts val="0"/>
              </a:spcAft>
              <a:buClr>
                <a:srgbClr val="3799E8"/>
              </a:buClr>
              <a:buSzTx/>
              <a:buFontTx/>
              <a:buNone/>
              <a:tabLst/>
              <a:defRPr/>
            </a:pPr>
            <a:r>
              <a:rPr kumimoji="0" lang="fr-FR" sz="1400" b="1" u="none" strike="noStrike" kern="0" cap="none" spc="0" normalizeH="0" baseline="0" noProof="0" dirty="0">
                <a:ln>
                  <a:noFill/>
                </a:ln>
                <a:solidFill>
                  <a:srgbClr val="434341"/>
                </a:solidFill>
                <a:effectLst/>
                <a:uLnTx/>
                <a:uFillTx/>
                <a:latin typeface="Arial Nova"/>
                <a:ea typeface="+mn-ea"/>
                <a:cs typeface="Arial" panose="020B0604020202020204" pitchFamily="34" charset="0"/>
              </a:rPr>
              <a:t>Bordeaux &amp; Cognac</a:t>
            </a:r>
          </a:p>
        </p:txBody>
      </p:sp>
      <p:sp>
        <p:nvSpPr>
          <p:cNvPr id="10" name="ZoneTexte 9">
            <a:extLst>
              <a:ext uri="{FF2B5EF4-FFF2-40B4-BE49-F238E27FC236}">
                <a16:creationId xmlns:a16="http://schemas.microsoft.com/office/drawing/2014/main" id="{F4B5BD46-8140-9D2C-0559-72A4E0B0ACC6}"/>
              </a:ext>
            </a:extLst>
          </p:cNvPr>
          <p:cNvSpPr txBox="1"/>
          <p:nvPr/>
        </p:nvSpPr>
        <p:spPr>
          <a:xfrm>
            <a:off x="7621827" y="2420547"/>
            <a:ext cx="2003208" cy="215444"/>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eaLnBrk="1" fontAlgn="auto" latinLnBrk="0" hangingPunct="1">
              <a:spcBef>
                <a:spcPts val="0"/>
              </a:spcBef>
              <a:spcAft>
                <a:spcPts val="0"/>
              </a:spcAft>
              <a:buClr>
                <a:srgbClr val="3799E8"/>
              </a:buClr>
              <a:buSzTx/>
              <a:buFontTx/>
              <a:buNone/>
              <a:tabLst/>
              <a:defRPr/>
            </a:pPr>
            <a:r>
              <a:rPr kumimoji="0" lang="fr-FR" sz="1400" b="1" i="0" u="none" strike="noStrike" kern="0" cap="none" spc="0" normalizeH="0" baseline="0" noProof="0" dirty="0">
                <a:ln>
                  <a:noFill/>
                </a:ln>
                <a:solidFill>
                  <a:srgbClr val="434341"/>
                </a:solidFill>
                <a:effectLst/>
                <a:uLnTx/>
                <a:uFillTx/>
                <a:latin typeface="Arial Nova"/>
                <a:ea typeface="+mn-ea"/>
                <a:cs typeface="Arial" panose="020B0604020202020204" pitchFamily="34" charset="0"/>
              </a:rPr>
              <a:t>La Rochelle &amp; Limoges</a:t>
            </a:r>
          </a:p>
        </p:txBody>
      </p:sp>
      <p:graphicFrame>
        <p:nvGraphicFramePr>
          <p:cNvPr id="11" name="Tableau 10">
            <a:extLst>
              <a:ext uri="{FF2B5EF4-FFF2-40B4-BE49-F238E27FC236}">
                <a16:creationId xmlns:a16="http://schemas.microsoft.com/office/drawing/2014/main" id="{45C28AAA-AEE3-CCD0-17F1-7724133D6F2D}"/>
              </a:ext>
            </a:extLst>
          </p:cNvPr>
          <p:cNvGraphicFramePr>
            <a:graphicFrameLocks noGrp="1"/>
          </p:cNvGraphicFramePr>
          <p:nvPr>
            <p:extLst>
              <p:ext uri="{D42A27DB-BD31-4B8C-83A1-F6EECF244321}">
                <p14:modId xmlns:p14="http://schemas.microsoft.com/office/powerpoint/2010/main" val="338360738"/>
              </p:ext>
            </p:extLst>
          </p:nvPr>
        </p:nvGraphicFramePr>
        <p:xfrm>
          <a:off x="849758" y="6844345"/>
          <a:ext cx="6550371" cy="640080"/>
        </p:xfrm>
        <a:graphic>
          <a:graphicData uri="http://schemas.openxmlformats.org/drawingml/2006/table">
            <a:tbl>
              <a:tblPr/>
              <a:tblGrid>
                <a:gridCol w="2282403">
                  <a:extLst>
                    <a:ext uri="{9D8B030D-6E8A-4147-A177-3AD203B41FA5}">
                      <a16:colId xmlns:a16="http://schemas.microsoft.com/office/drawing/2014/main" val="673065766"/>
                    </a:ext>
                  </a:extLst>
                </a:gridCol>
                <a:gridCol w="1221475">
                  <a:extLst>
                    <a:ext uri="{9D8B030D-6E8A-4147-A177-3AD203B41FA5}">
                      <a16:colId xmlns:a16="http://schemas.microsoft.com/office/drawing/2014/main" val="2852417485"/>
                    </a:ext>
                  </a:extLst>
                </a:gridCol>
                <a:gridCol w="3046493">
                  <a:extLst>
                    <a:ext uri="{9D8B030D-6E8A-4147-A177-3AD203B41FA5}">
                      <a16:colId xmlns:a16="http://schemas.microsoft.com/office/drawing/2014/main" val="2548411795"/>
                    </a:ext>
                  </a:extLst>
                </a:gridCol>
              </a:tblGrid>
              <a:tr h="129540">
                <a:tc>
                  <a:txBody>
                    <a:bodyPr/>
                    <a:lstStyle/>
                    <a:p>
                      <a:pPr algn="l" fontAlgn="base">
                        <a:lnSpc>
                          <a:spcPts val="1200"/>
                        </a:lnSpc>
                        <a:buNone/>
                      </a:pPr>
                      <a:r>
                        <a:rPr lang="fr-FR" sz="1000" b="1" i="0" dirty="0">
                          <a:solidFill>
                            <a:srgbClr val="000000"/>
                          </a:solidFill>
                          <a:effectLst/>
                          <a:latin typeface="Century Gothic" panose="020B0502020202020204" pitchFamily="34" charset="0"/>
                          <a:ea typeface="Calibri Light" panose="020F0302020204030204" pitchFamily="34" charset="0"/>
                          <a:cs typeface="Calibri Light" panose="020F0302020204030204" pitchFamily="34" charset="0"/>
                        </a:rPr>
                        <a:t>Du lundi au vendredi de :</a:t>
                      </a:r>
                      <a:r>
                        <a:rPr lang="fr-FR" sz="1000" b="1" i="0" dirty="0">
                          <a:solidFill>
                            <a:srgbClr val="FFFFFF"/>
                          </a:solidFill>
                          <a:effectLst/>
                          <a:latin typeface="Century Gothic" panose="020B0502020202020204" pitchFamily="34" charset="0"/>
                          <a:ea typeface="Calibri Light" panose="020F0302020204030204" pitchFamily="34" charset="0"/>
                          <a:cs typeface="Calibri Light" panose="020F0302020204030204" pitchFamily="34" charset="0"/>
                        </a:rPr>
                        <a:t>​</a:t>
                      </a:r>
                      <a:endParaRPr lang="fr-FR" b="1" i="0" dirty="0">
                        <a:solidFill>
                          <a:srgbClr val="FFFFFF"/>
                        </a:solidFill>
                        <a:effectLst/>
                        <a:latin typeface="Century Gothic" panose="020B0502020202020204" pitchFamily="34" charset="0"/>
                        <a:ea typeface="Calibri Light" panose="020F0302020204030204" pitchFamily="34" charset="0"/>
                        <a:cs typeface="Calibri Light" panose="020F0302020204030204" pitchFamily="34" charset="0"/>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21831" cap="flat" cmpd="sng" algn="ctr">
                      <a:solidFill>
                        <a:srgbClr val="FFFFFF"/>
                      </a:solidFill>
                      <a:prstDash val="solid"/>
                      <a:round/>
                      <a:headEnd type="none" w="med" len="med"/>
                      <a:tailEnd type="none" w="med" len="med"/>
                    </a:lnB>
                    <a:noFill/>
                  </a:tcPr>
                </a:tc>
                <a:tc>
                  <a:txBody>
                    <a:bodyPr/>
                    <a:lstStyle/>
                    <a:p>
                      <a:pPr algn="l" fontAlgn="base">
                        <a:lnSpc>
                          <a:spcPts val="1200"/>
                        </a:lnSpc>
                        <a:buNone/>
                      </a:pPr>
                      <a:r>
                        <a:rPr lang="fr-FR" sz="1000" b="1" i="0" dirty="0">
                          <a:solidFill>
                            <a:srgbClr val="000000"/>
                          </a:solidFill>
                          <a:effectLst/>
                          <a:latin typeface="Century Gothic" panose="020B0502020202020204" pitchFamily="34" charset="0"/>
                          <a:ea typeface="Calibri Light" panose="020F0302020204030204" pitchFamily="34" charset="0"/>
                          <a:cs typeface="Calibri Light" panose="020F0302020204030204" pitchFamily="34" charset="0"/>
                        </a:rPr>
                        <a:t>Par téléphone</a:t>
                      </a:r>
                      <a:r>
                        <a:rPr lang="fr-FR" sz="1000" b="1" i="0" dirty="0">
                          <a:solidFill>
                            <a:srgbClr val="FFFFFF"/>
                          </a:solidFill>
                          <a:effectLst/>
                          <a:latin typeface="Century Gothic" panose="020B0502020202020204" pitchFamily="34" charset="0"/>
                          <a:ea typeface="Calibri Light" panose="020F0302020204030204" pitchFamily="34" charset="0"/>
                          <a:cs typeface="Calibri Light" panose="020F0302020204030204" pitchFamily="34" charset="0"/>
                        </a:rPr>
                        <a:t>​</a:t>
                      </a:r>
                      <a:endParaRPr lang="fr-FR" b="1" i="0" dirty="0">
                        <a:solidFill>
                          <a:srgbClr val="FFFFFF"/>
                        </a:solidFill>
                        <a:effectLst/>
                        <a:latin typeface="Century Gothic" panose="020B0502020202020204" pitchFamily="34" charset="0"/>
                        <a:ea typeface="Calibri Light" panose="020F0302020204030204" pitchFamily="34" charset="0"/>
                        <a:cs typeface="Calibri Light" panose="020F0302020204030204" pitchFamily="34" charset="0"/>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21831" cap="flat" cmpd="sng" algn="ctr">
                      <a:solidFill>
                        <a:srgbClr val="FFFFFF"/>
                      </a:solidFill>
                      <a:prstDash val="solid"/>
                      <a:round/>
                      <a:headEnd type="none" w="med" len="med"/>
                      <a:tailEnd type="none" w="med" len="med"/>
                    </a:lnB>
                    <a:noFill/>
                  </a:tcPr>
                </a:tc>
                <a:tc>
                  <a:txBody>
                    <a:bodyPr/>
                    <a:lstStyle/>
                    <a:p>
                      <a:pPr algn="l" fontAlgn="base">
                        <a:lnSpc>
                          <a:spcPts val="1200"/>
                        </a:lnSpc>
                        <a:buNone/>
                      </a:pPr>
                      <a:r>
                        <a:rPr lang="fr-FR" sz="1000" b="1" i="0">
                          <a:solidFill>
                            <a:srgbClr val="000000"/>
                          </a:solidFill>
                          <a:effectLst/>
                          <a:latin typeface="Century Gothic" panose="020B0502020202020204" pitchFamily="34" charset="0"/>
                          <a:ea typeface="Calibri Light" panose="020F0302020204030204" pitchFamily="34" charset="0"/>
                          <a:cs typeface="Calibri Light" panose="020F0302020204030204" pitchFamily="34" charset="0"/>
                        </a:rPr>
                        <a:t>Par email</a:t>
                      </a:r>
                      <a:r>
                        <a:rPr lang="fr-FR" sz="1000" b="1" i="0">
                          <a:solidFill>
                            <a:srgbClr val="FFFFFF"/>
                          </a:solidFill>
                          <a:effectLst/>
                          <a:latin typeface="Century Gothic" panose="020B0502020202020204" pitchFamily="34" charset="0"/>
                          <a:ea typeface="Calibri Light" panose="020F0302020204030204" pitchFamily="34" charset="0"/>
                          <a:cs typeface="Calibri Light" panose="020F0302020204030204" pitchFamily="34" charset="0"/>
                        </a:rPr>
                        <a:t>​</a:t>
                      </a:r>
                      <a:endParaRPr lang="fr-FR" b="1" i="0">
                        <a:solidFill>
                          <a:srgbClr val="FFFFFF"/>
                        </a:solidFill>
                        <a:effectLst/>
                        <a:latin typeface="Century Gothic" panose="020B0502020202020204" pitchFamily="34" charset="0"/>
                        <a:ea typeface="Calibri Light" panose="020F0302020204030204" pitchFamily="34" charset="0"/>
                        <a:cs typeface="Calibri Light" panose="020F0302020204030204" pitchFamily="34" charset="0"/>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21831"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534824787"/>
                  </a:ext>
                </a:extLst>
              </a:tr>
              <a:tr h="0">
                <a:tc>
                  <a:txBody>
                    <a:bodyPr/>
                    <a:lstStyle/>
                    <a:p>
                      <a:pPr algn="l" fontAlgn="base">
                        <a:lnSpc>
                          <a:spcPts val="1200"/>
                        </a:lnSpc>
                        <a:buNone/>
                      </a:pPr>
                      <a:r>
                        <a:rPr lang="pt-BR" sz="1000" b="0" i="0" dirty="0">
                          <a:solidFill>
                            <a:srgbClr val="000000"/>
                          </a:solidFill>
                          <a:effectLst/>
                          <a:latin typeface="Century Gothic" panose="020B0502020202020204" pitchFamily="34" charset="0"/>
                          <a:ea typeface="Calibri Light" panose="020F0302020204030204" pitchFamily="34" charset="0"/>
                          <a:cs typeface="Calibri Light" panose="020F0302020204030204" pitchFamily="34" charset="0"/>
                        </a:rPr>
                        <a:t>08h00 à 12h30 et de 13h30 à 18h00 ​(sauf le vendredi à 17h30)</a:t>
                      </a:r>
                      <a:endParaRPr lang="pt-BR" b="0" i="0" dirty="0">
                        <a:solidFill>
                          <a:srgbClr val="000000"/>
                        </a:solidFill>
                        <a:effectLst/>
                        <a:latin typeface="Century Gothic" panose="020B0502020202020204" pitchFamily="34" charset="0"/>
                        <a:ea typeface="Calibri Light" panose="020F0302020204030204" pitchFamily="34" charset="0"/>
                        <a:cs typeface="Calibri Light" panose="020F0302020204030204" pitchFamily="34" charset="0"/>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21831"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noFill/>
                  </a:tcPr>
                </a:tc>
                <a:tc>
                  <a:txBody>
                    <a:bodyPr/>
                    <a:lstStyle/>
                    <a:p>
                      <a:pPr algn="l" fontAlgn="base">
                        <a:lnSpc>
                          <a:spcPts val="1200"/>
                        </a:lnSpc>
                        <a:buNone/>
                      </a:pPr>
                      <a:r>
                        <a:rPr lang="fr-FR" sz="1000" b="0" i="0" dirty="0">
                          <a:solidFill>
                            <a:srgbClr val="000000"/>
                          </a:solidFill>
                          <a:effectLst/>
                          <a:latin typeface="Century Gothic" panose="020B0502020202020204" pitchFamily="34" charset="0"/>
                          <a:ea typeface="Calibri Light" panose="020F0302020204030204" pitchFamily="34" charset="0"/>
                          <a:cs typeface="Calibri Light" panose="020F0302020204030204" pitchFamily="34" charset="0"/>
                        </a:rPr>
                        <a:t>05 57 51 52 52​</a:t>
                      </a:r>
                      <a:endParaRPr lang="fr-FR" b="0" i="0" dirty="0">
                        <a:solidFill>
                          <a:srgbClr val="000000"/>
                        </a:solidFill>
                        <a:effectLst/>
                        <a:latin typeface="Century Gothic" panose="020B0502020202020204" pitchFamily="34" charset="0"/>
                        <a:ea typeface="Calibri Light" panose="020F0302020204030204" pitchFamily="34" charset="0"/>
                        <a:cs typeface="Calibri Light" panose="020F0302020204030204" pitchFamily="34" charset="0"/>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21831"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noFill/>
                  </a:tcPr>
                </a:tc>
                <a:tc>
                  <a:txBody>
                    <a:bodyPr/>
                    <a:lstStyle/>
                    <a:p>
                      <a:pPr algn="l" fontAlgn="base">
                        <a:lnSpc>
                          <a:spcPts val="1200"/>
                        </a:lnSpc>
                        <a:buNone/>
                      </a:pPr>
                      <a:r>
                        <a:rPr lang="fr-FR" sz="1000" b="0" i="0" dirty="0">
                          <a:solidFill>
                            <a:srgbClr val="000000"/>
                          </a:solidFill>
                          <a:effectLst/>
                          <a:latin typeface="Century Gothic" panose="020B0502020202020204" pitchFamily="34" charset="0"/>
                          <a:ea typeface="Calibri Light" panose="020F0302020204030204" pitchFamily="34" charset="0"/>
                          <a:cs typeface="Calibri Light" panose="020F0302020204030204" pitchFamily="34" charset="0"/>
                        </a:rPr>
                        <a:t>contact.aqu@koesio.com​</a:t>
                      </a:r>
                      <a:endParaRPr lang="fr-FR" b="0" i="0" dirty="0">
                        <a:solidFill>
                          <a:srgbClr val="000000"/>
                        </a:solidFill>
                        <a:effectLst/>
                        <a:latin typeface="Century Gothic" panose="020B0502020202020204" pitchFamily="34" charset="0"/>
                        <a:ea typeface="Calibri Light" panose="020F0302020204030204" pitchFamily="34" charset="0"/>
                        <a:cs typeface="Calibri Light" panose="020F0302020204030204" pitchFamily="34" charset="0"/>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21831"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548006633"/>
                  </a:ext>
                </a:extLst>
              </a:tr>
            </a:tbl>
          </a:graphicData>
        </a:graphic>
      </p:graphicFrame>
      <p:pic>
        <p:nvPicPr>
          <p:cNvPr id="2052" name="Picture 4">
            <a:extLst>
              <a:ext uri="{FF2B5EF4-FFF2-40B4-BE49-F238E27FC236}">
                <a16:creationId xmlns:a16="http://schemas.microsoft.com/office/drawing/2014/main" id="{683E807E-EEB5-2C42-1124-B1A5EF29310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9050" y="6402147"/>
            <a:ext cx="733425" cy="638175"/>
          </a:xfrm>
          <a:prstGeom prst="rect">
            <a:avLst/>
          </a:prstGeom>
          <a:noFill/>
          <a:extLst>
            <a:ext uri="{909E8E84-426E-40DD-AFC4-6F175D3DCCD1}">
              <a14:hiddenFill xmlns:a14="http://schemas.microsoft.com/office/drawing/2010/main">
                <a:solidFill>
                  <a:srgbClr val="FFFFFF"/>
                </a:solidFill>
              </a14:hiddenFill>
            </a:ext>
          </a:extLst>
        </p:spPr>
      </p:pic>
      <p:sp>
        <p:nvSpPr>
          <p:cNvPr id="15" name="ZoneTexte 14">
            <a:extLst>
              <a:ext uri="{FF2B5EF4-FFF2-40B4-BE49-F238E27FC236}">
                <a16:creationId xmlns:a16="http://schemas.microsoft.com/office/drawing/2014/main" id="{6D18F6C9-33FE-2A00-3A6D-C01EACCBC482}"/>
              </a:ext>
            </a:extLst>
          </p:cNvPr>
          <p:cNvSpPr txBox="1"/>
          <p:nvPr/>
        </p:nvSpPr>
        <p:spPr>
          <a:xfrm>
            <a:off x="849759" y="6598124"/>
            <a:ext cx="5985162" cy="246221"/>
          </a:xfrm>
          <a:prstGeom prst="rect">
            <a:avLst/>
          </a:prstGeom>
          <a:noFill/>
        </p:spPr>
        <p:txBody>
          <a:bodyPr wrap="square">
            <a:spAutoFit/>
          </a:bodyPr>
          <a:lstStyle/>
          <a:p>
            <a:r>
              <a:rPr lang="fr-FR" sz="1000" b="0" i="0" u="none" strike="noStrike" dirty="0">
                <a:solidFill>
                  <a:srgbClr val="000000"/>
                </a:solidFill>
                <a:effectLst/>
                <a:latin typeface="Century Gothic" panose="020B0502020202020204" pitchFamily="34" charset="0"/>
              </a:rPr>
              <a:t>Notre </a:t>
            </a:r>
            <a:r>
              <a:rPr lang="fr-FR" sz="1000" b="1" i="0" u="none" strike="noStrike" dirty="0">
                <a:solidFill>
                  <a:srgbClr val="000000"/>
                </a:solidFill>
                <a:effectLst/>
                <a:latin typeface="Century Gothic" panose="020B0502020202020204" pitchFamily="34" charset="0"/>
              </a:rPr>
              <a:t>Service Client </a:t>
            </a:r>
            <a:r>
              <a:rPr lang="fr-FR" sz="1000" b="0" i="0" u="none" strike="noStrike" dirty="0">
                <a:solidFill>
                  <a:srgbClr val="000000"/>
                </a:solidFill>
                <a:effectLst/>
                <a:latin typeface="Century Gothic" panose="020B0502020202020204" pitchFamily="34" charset="0"/>
              </a:rPr>
              <a:t>situé à </a:t>
            </a:r>
            <a:r>
              <a:rPr lang="fr-FR" sz="1000" b="1" dirty="0">
                <a:solidFill>
                  <a:srgbClr val="000000"/>
                </a:solidFill>
                <a:latin typeface="Century Gothic" panose="020B0502020202020204" pitchFamily="34" charset="0"/>
              </a:rPr>
              <a:t>Bordeaux &amp; Limoges</a:t>
            </a:r>
            <a:r>
              <a:rPr lang="fr-FR" sz="1000" b="0" i="0" u="none" strike="noStrike" dirty="0">
                <a:solidFill>
                  <a:srgbClr val="000000"/>
                </a:solidFill>
                <a:effectLst/>
                <a:latin typeface="Century Gothic" panose="020B0502020202020204" pitchFamily="34" charset="0"/>
              </a:rPr>
              <a:t> est joignable : </a:t>
            </a:r>
            <a:r>
              <a:rPr lang="fr-FR" sz="1000" b="0" i="0" dirty="0">
                <a:solidFill>
                  <a:srgbClr val="000000"/>
                </a:solidFill>
                <a:effectLst/>
                <a:latin typeface="Century Gothic" panose="020B0502020202020204" pitchFamily="34" charset="0"/>
              </a:rPr>
              <a:t>​</a:t>
            </a:r>
            <a:endParaRPr lang="fr-FR" dirty="0"/>
          </a:p>
        </p:txBody>
      </p:sp>
      <p:pic>
        <p:nvPicPr>
          <p:cNvPr id="22" name="Image 21">
            <a:extLst>
              <a:ext uri="{FF2B5EF4-FFF2-40B4-BE49-F238E27FC236}">
                <a16:creationId xmlns:a16="http://schemas.microsoft.com/office/drawing/2014/main" id="{7C1B97B6-61F6-1403-F617-6448E3C40DF8}"/>
              </a:ext>
            </a:extLst>
          </p:cNvPr>
          <p:cNvPicPr>
            <a:picLocks noChangeAspect="1"/>
          </p:cNvPicPr>
          <p:nvPr/>
        </p:nvPicPr>
        <p:blipFill rotWithShape="1">
          <a:blip r:embed="rId6" cstate="hqprint">
            <a:extLst>
              <a:ext uri="{28A0092B-C50C-407E-A947-70E740481C1C}">
                <a14:useLocalDpi xmlns:a14="http://schemas.microsoft.com/office/drawing/2010/main"/>
              </a:ext>
            </a:extLst>
          </a:blip>
          <a:srcRect/>
          <a:stretch/>
        </p:blipFill>
        <p:spPr>
          <a:xfrm>
            <a:off x="6643443" y="5087576"/>
            <a:ext cx="663444" cy="703643"/>
          </a:xfrm>
          <a:prstGeom prst="ellipse">
            <a:avLst/>
          </a:prstGeom>
          <a:solidFill>
            <a:srgbClr val="FFFFFF"/>
          </a:solidFill>
          <a:ln w="28575">
            <a:solidFill>
              <a:srgbClr val="F7A823"/>
            </a:solidFill>
          </a:ln>
          <a:effectLst/>
        </p:spPr>
      </p:pic>
      <p:pic>
        <p:nvPicPr>
          <p:cNvPr id="27" name="Image 26">
            <a:extLst>
              <a:ext uri="{FF2B5EF4-FFF2-40B4-BE49-F238E27FC236}">
                <a16:creationId xmlns:a16="http://schemas.microsoft.com/office/drawing/2014/main" id="{FFD10546-3046-B673-37E8-09D77F5345D6}"/>
              </a:ext>
            </a:extLst>
          </p:cNvPr>
          <p:cNvPicPr>
            <a:picLocks noChangeAspect="1"/>
          </p:cNvPicPr>
          <p:nvPr/>
        </p:nvPicPr>
        <p:blipFill>
          <a:blip r:embed="rId7" cstate="hqprint">
            <a:extLst>
              <a:ext uri="{28A0092B-C50C-407E-A947-70E740481C1C}">
                <a14:useLocalDpi xmlns:a14="http://schemas.microsoft.com/office/drawing/2010/main"/>
              </a:ext>
            </a:extLst>
          </a:blip>
          <a:srcRect/>
          <a:stretch/>
        </p:blipFill>
        <p:spPr>
          <a:xfrm>
            <a:off x="7621827" y="2738646"/>
            <a:ext cx="693598" cy="735623"/>
          </a:xfrm>
          <a:prstGeom prst="ellipse">
            <a:avLst/>
          </a:prstGeom>
          <a:solidFill>
            <a:srgbClr val="FFFFFF"/>
          </a:solidFill>
          <a:ln w="28575">
            <a:solidFill>
              <a:srgbClr val="94C120"/>
            </a:solidFill>
          </a:ln>
          <a:effectLst/>
        </p:spPr>
      </p:pic>
      <p:pic>
        <p:nvPicPr>
          <p:cNvPr id="32" name="Image 31">
            <a:hlinkClick r:id="rId8"/>
            <a:extLst>
              <a:ext uri="{FF2B5EF4-FFF2-40B4-BE49-F238E27FC236}">
                <a16:creationId xmlns:a16="http://schemas.microsoft.com/office/drawing/2014/main" id="{1F89EAEA-8386-AEB8-0AA4-A25F7748FA92}"/>
              </a:ext>
            </a:extLst>
          </p:cNvPr>
          <p:cNvPicPr>
            <a:picLocks noChangeAspect="1"/>
          </p:cNvPicPr>
          <p:nvPr/>
        </p:nvPicPr>
        <p:blipFill rotWithShape="1">
          <a:blip r:embed="rId9">
            <a:extLst>
              <a:ext uri="{28A0092B-C50C-407E-A947-70E740481C1C}">
                <a14:useLocalDpi xmlns:a14="http://schemas.microsoft.com/office/drawing/2010/main"/>
              </a:ext>
            </a:extLst>
          </a:blip>
          <a:srcRect/>
          <a:stretch/>
        </p:blipFill>
        <p:spPr>
          <a:xfrm>
            <a:off x="644643" y="3474269"/>
            <a:ext cx="655160" cy="694856"/>
          </a:xfrm>
          <a:prstGeom prst="ellipse">
            <a:avLst/>
          </a:prstGeom>
          <a:solidFill>
            <a:srgbClr val="FFFFFF"/>
          </a:solidFill>
          <a:ln w="28575">
            <a:solidFill>
              <a:srgbClr val="F9EE68"/>
            </a:solidFill>
          </a:ln>
          <a:effectLst/>
        </p:spPr>
      </p:pic>
      <p:sp>
        <p:nvSpPr>
          <p:cNvPr id="36" name="ZoneTexte 35">
            <a:extLst>
              <a:ext uri="{FF2B5EF4-FFF2-40B4-BE49-F238E27FC236}">
                <a16:creationId xmlns:a16="http://schemas.microsoft.com/office/drawing/2014/main" id="{7099F53F-97F2-669C-CAF8-88B147DE1707}"/>
              </a:ext>
            </a:extLst>
          </p:cNvPr>
          <p:cNvSpPr txBox="1"/>
          <p:nvPr/>
        </p:nvSpPr>
        <p:spPr>
          <a:xfrm>
            <a:off x="1405307" y="3529310"/>
            <a:ext cx="2142728" cy="584775"/>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eaLnBrk="1" fontAlgn="auto" latinLnBrk="0" hangingPunct="1">
              <a:spcBef>
                <a:spcPts val="0"/>
              </a:spcBef>
              <a:spcAft>
                <a:spcPts val="0"/>
              </a:spcAft>
              <a:buClr>
                <a:srgbClr val="3799E8"/>
              </a:buClr>
              <a:buSzTx/>
              <a:buFontTx/>
              <a:buNone/>
              <a:tabLst/>
              <a:defRPr/>
            </a:pPr>
            <a:r>
              <a:rPr kumimoji="0" lang="fr-FR" sz="1400" b="0" i="0" u="none" strike="noStrike" kern="0" cap="none" spc="0" normalizeH="0" baseline="0" noProof="0" dirty="0">
                <a:ln>
                  <a:noFill/>
                </a:ln>
                <a:solidFill>
                  <a:srgbClr val="434341"/>
                </a:solidFill>
                <a:effectLst/>
                <a:uLnTx/>
                <a:uFillTx/>
                <a:latin typeface="Arial Nova"/>
                <a:ea typeface="+mn-ea"/>
                <a:cs typeface="Arial" panose="020B0604020202020204" pitchFamily="34" charset="0"/>
              </a:rPr>
              <a:t>Valentin LACOSTE</a:t>
            </a:r>
          </a:p>
          <a:p>
            <a:pPr marL="0" marR="0" lvl="0" indent="0" algn="l" defTabSz="914400" eaLnBrk="1" fontAlgn="auto" latinLnBrk="0" hangingPunct="1">
              <a:spcBef>
                <a:spcPts val="0"/>
              </a:spcBef>
              <a:spcAft>
                <a:spcPts val="0"/>
              </a:spcAft>
              <a:buClr>
                <a:srgbClr val="3799E8"/>
              </a:buClr>
              <a:buSzTx/>
              <a:buFontTx/>
              <a:buNone/>
              <a:tabLst/>
              <a:defRPr/>
            </a:pPr>
            <a:r>
              <a:rPr kumimoji="0" lang="fr-FR" sz="1200" b="0" i="1" u="none" strike="noStrike" kern="0" cap="none" spc="0" normalizeH="0" baseline="0" noProof="0" dirty="0">
                <a:ln>
                  <a:noFill/>
                </a:ln>
                <a:solidFill>
                  <a:srgbClr val="434341"/>
                </a:solidFill>
                <a:effectLst/>
                <a:uLnTx/>
                <a:uFillTx/>
                <a:latin typeface="Arial Nova"/>
                <a:ea typeface="+mn-ea"/>
                <a:cs typeface="Arial" panose="020B0604020202020204" pitchFamily="34" charset="0"/>
              </a:rPr>
              <a:t>Responsable</a:t>
            </a:r>
            <a:r>
              <a:rPr lang="fr-FR" sz="1200" i="1" kern="0" dirty="0">
                <a:solidFill>
                  <a:srgbClr val="434341"/>
                </a:solidFill>
                <a:latin typeface="Arial Nova"/>
                <a:cs typeface="Arial" panose="020B0604020202020204" pitchFamily="34" charset="0"/>
              </a:rPr>
              <a:t> Technique Informatique</a:t>
            </a:r>
            <a:endParaRPr kumimoji="0" lang="fr-FR" sz="1200" b="0" i="1" u="none" strike="noStrike" kern="0" cap="none" spc="0" normalizeH="0" baseline="0" noProof="0" dirty="0">
              <a:ln>
                <a:noFill/>
              </a:ln>
              <a:solidFill>
                <a:srgbClr val="434341"/>
              </a:solidFill>
              <a:effectLst/>
              <a:uLnTx/>
              <a:uFillTx/>
              <a:latin typeface="Arial Nova"/>
              <a:ea typeface="+mn-ea"/>
              <a:cs typeface="Arial" panose="020B0604020202020204" pitchFamily="34" charset="0"/>
            </a:endParaRPr>
          </a:p>
        </p:txBody>
      </p:sp>
      <p:sp>
        <p:nvSpPr>
          <p:cNvPr id="37" name="ZoneTexte 36">
            <a:extLst>
              <a:ext uri="{FF2B5EF4-FFF2-40B4-BE49-F238E27FC236}">
                <a16:creationId xmlns:a16="http://schemas.microsoft.com/office/drawing/2014/main" id="{04E35F92-9948-BEF4-352F-C663AC66AC41}"/>
              </a:ext>
            </a:extLst>
          </p:cNvPr>
          <p:cNvSpPr txBox="1"/>
          <p:nvPr/>
        </p:nvSpPr>
        <p:spPr>
          <a:xfrm>
            <a:off x="8422810" y="2795283"/>
            <a:ext cx="2142728" cy="584775"/>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eaLnBrk="1" fontAlgn="auto" latinLnBrk="0" hangingPunct="1">
              <a:spcBef>
                <a:spcPts val="0"/>
              </a:spcBef>
              <a:spcAft>
                <a:spcPts val="0"/>
              </a:spcAft>
              <a:buClr>
                <a:srgbClr val="3799E8"/>
              </a:buClr>
              <a:buSzTx/>
              <a:buFontTx/>
              <a:buNone/>
              <a:tabLst/>
              <a:defRPr/>
            </a:pPr>
            <a:r>
              <a:rPr kumimoji="0" lang="fr-FR" sz="1400" b="0" i="0" u="none" strike="noStrike" kern="0" cap="none" spc="0" normalizeH="0" baseline="0" noProof="0" dirty="0">
                <a:ln>
                  <a:noFill/>
                </a:ln>
                <a:solidFill>
                  <a:srgbClr val="434341"/>
                </a:solidFill>
                <a:effectLst/>
                <a:uLnTx/>
                <a:uFillTx/>
                <a:latin typeface="Arial Nova"/>
                <a:ea typeface="+mn-ea"/>
                <a:cs typeface="Arial" panose="020B0604020202020204" pitchFamily="34" charset="0"/>
              </a:rPr>
              <a:t>Sébastien CHARPENTIER</a:t>
            </a:r>
          </a:p>
          <a:p>
            <a:pPr marL="0" marR="0" lvl="0" indent="0" algn="l" defTabSz="914400" eaLnBrk="1" fontAlgn="auto" latinLnBrk="0" hangingPunct="1">
              <a:spcBef>
                <a:spcPts val="0"/>
              </a:spcBef>
              <a:spcAft>
                <a:spcPts val="0"/>
              </a:spcAft>
              <a:buClr>
                <a:srgbClr val="3799E8"/>
              </a:buClr>
              <a:buSzTx/>
              <a:buFontTx/>
              <a:buNone/>
              <a:tabLst/>
              <a:defRPr/>
            </a:pPr>
            <a:r>
              <a:rPr kumimoji="0" lang="fr-FR" sz="1200" b="0" i="1" u="none" strike="noStrike" kern="0" cap="none" spc="0" normalizeH="0" baseline="0" noProof="0" dirty="0">
                <a:ln>
                  <a:noFill/>
                </a:ln>
                <a:solidFill>
                  <a:srgbClr val="434341"/>
                </a:solidFill>
                <a:effectLst/>
                <a:uLnTx/>
                <a:uFillTx/>
                <a:latin typeface="Arial Nova"/>
                <a:ea typeface="+mn-ea"/>
                <a:cs typeface="Arial" panose="020B0604020202020204" pitchFamily="34" charset="0"/>
              </a:rPr>
              <a:t>Responsable</a:t>
            </a:r>
            <a:r>
              <a:rPr lang="fr-FR" sz="1200" i="1" kern="0" dirty="0">
                <a:solidFill>
                  <a:srgbClr val="434341"/>
                </a:solidFill>
                <a:latin typeface="Arial Nova"/>
                <a:cs typeface="Arial" panose="020B0604020202020204" pitchFamily="34" charset="0"/>
              </a:rPr>
              <a:t> Technique Informatique</a:t>
            </a:r>
            <a:endParaRPr kumimoji="0" lang="fr-FR" sz="1200" b="0" i="1" u="none" strike="noStrike" kern="0" cap="none" spc="0" normalizeH="0" baseline="0" noProof="0" dirty="0">
              <a:ln>
                <a:noFill/>
              </a:ln>
              <a:solidFill>
                <a:srgbClr val="434341"/>
              </a:solidFill>
              <a:effectLst/>
              <a:uLnTx/>
              <a:uFillTx/>
              <a:latin typeface="Arial Nova"/>
              <a:ea typeface="+mn-ea"/>
              <a:cs typeface="Arial" panose="020B0604020202020204" pitchFamily="34" charset="0"/>
            </a:endParaRPr>
          </a:p>
        </p:txBody>
      </p:sp>
      <p:sp>
        <p:nvSpPr>
          <p:cNvPr id="41" name="ZoneTexte 40">
            <a:extLst>
              <a:ext uri="{FF2B5EF4-FFF2-40B4-BE49-F238E27FC236}">
                <a16:creationId xmlns:a16="http://schemas.microsoft.com/office/drawing/2014/main" id="{55CCA2B8-61CF-0F23-DA80-8AB45C7F9E1B}"/>
              </a:ext>
            </a:extLst>
          </p:cNvPr>
          <p:cNvSpPr txBox="1"/>
          <p:nvPr/>
        </p:nvSpPr>
        <p:spPr>
          <a:xfrm>
            <a:off x="7414271" y="5239341"/>
            <a:ext cx="2472587" cy="400110"/>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eaLnBrk="1" fontAlgn="auto" latinLnBrk="0" hangingPunct="1">
              <a:spcBef>
                <a:spcPts val="0"/>
              </a:spcBef>
              <a:spcAft>
                <a:spcPts val="0"/>
              </a:spcAft>
              <a:buClr>
                <a:srgbClr val="3799E8"/>
              </a:buClr>
              <a:buSzTx/>
              <a:buFontTx/>
              <a:buNone/>
              <a:tabLst/>
              <a:defRPr/>
            </a:pPr>
            <a:r>
              <a:rPr lang="fr-FR" sz="1400" kern="0" dirty="0">
                <a:solidFill>
                  <a:srgbClr val="434341"/>
                </a:solidFill>
                <a:latin typeface="Arial Nova"/>
                <a:cs typeface="Arial" panose="020B0604020202020204" pitchFamily="34" charset="0"/>
              </a:rPr>
              <a:t>Noël-Brice LECARDONNEL</a:t>
            </a:r>
            <a:endParaRPr kumimoji="0" lang="fr-FR" sz="1400" b="0" i="0" u="none" strike="noStrike" kern="0" cap="none" spc="0" normalizeH="0" baseline="0" noProof="0" dirty="0">
              <a:ln>
                <a:noFill/>
              </a:ln>
              <a:solidFill>
                <a:srgbClr val="434341"/>
              </a:solidFill>
              <a:effectLst/>
              <a:uLnTx/>
              <a:uFillTx/>
              <a:latin typeface="Arial Nova"/>
              <a:ea typeface="+mn-ea"/>
              <a:cs typeface="Arial" panose="020B0604020202020204" pitchFamily="34" charset="0"/>
            </a:endParaRPr>
          </a:p>
          <a:p>
            <a:pPr marL="0" marR="0" lvl="0" indent="0" algn="l" defTabSz="914400" eaLnBrk="1" fontAlgn="auto" latinLnBrk="0" hangingPunct="1">
              <a:spcBef>
                <a:spcPts val="0"/>
              </a:spcBef>
              <a:spcAft>
                <a:spcPts val="0"/>
              </a:spcAft>
              <a:buClr>
                <a:srgbClr val="3799E8"/>
              </a:buClr>
              <a:buSzTx/>
              <a:buFontTx/>
              <a:buNone/>
              <a:tabLst/>
              <a:defRPr/>
            </a:pPr>
            <a:r>
              <a:rPr kumimoji="0" lang="fr-FR" sz="1200" b="0" i="1" u="none" strike="noStrike" kern="0" cap="none" spc="0" normalizeH="0" baseline="0" noProof="0" dirty="0">
                <a:ln>
                  <a:noFill/>
                </a:ln>
                <a:solidFill>
                  <a:srgbClr val="434341"/>
                </a:solidFill>
                <a:effectLst/>
                <a:uLnTx/>
                <a:uFillTx/>
                <a:latin typeface="Arial Nova"/>
                <a:ea typeface="+mn-ea"/>
                <a:cs typeface="Arial" panose="020B0604020202020204" pitchFamily="34" charset="0"/>
              </a:rPr>
              <a:t>Responsable</a:t>
            </a:r>
            <a:r>
              <a:rPr lang="fr-FR" sz="1200" i="1" kern="0" dirty="0">
                <a:solidFill>
                  <a:srgbClr val="434341"/>
                </a:solidFill>
                <a:latin typeface="Arial Nova"/>
                <a:cs typeface="Arial" panose="020B0604020202020204" pitchFamily="34" charset="0"/>
              </a:rPr>
              <a:t> Technique Télécom</a:t>
            </a:r>
            <a:endParaRPr kumimoji="0" lang="fr-FR" sz="1200" b="0" i="1" u="none" strike="noStrike" kern="0" cap="none" spc="0" normalizeH="0" baseline="0" noProof="0" dirty="0">
              <a:ln>
                <a:noFill/>
              </a:ln>
              <a:solidFill>
                <a:srgbClr val="434341"/>
              </a:solidFill>
              <a:effectLst/>
              <a:uLnTx/>
              <a:uFillTx/>
              <a:latin typeface="Arial Nova"/>
              <a:ea typeface="+mn-ea"/>
              <a:cs typeface="Arial" panose="020B0604020202020204" pitchFamily="34" charset="0"/>
            </a:endParaRPr>
          </a:p>
        </p:txBody>
      </p:sp>
      <p:sp>
        <p:nvSpPr>
          <p:cNvPr id="43" name="ZoneTexte 42">
            <a:extLst>
              <a:ext uri="{FF2B5EF4-FFF2-40B4-BE49-F238E27FC236}">
                <a16:creationId xmlns:a16="http://schemas.microsoft.com/office/drawing/2014/main" id="{CDEA476C-DD84-AFA5-41CD-CF5BBD8915E7}"/>
              </a:ext>
            </a:extLst>
          </p:cNvPr>
          <p:cNvSpPr txBox="1"/>
          <p:nvPr/>
        </p:nvSpPr>
        <p:spPr>
          <a:xfrm>
            <a:off x="6643443" y="4755603"/>
            <a:ext cx="1855489" cy="215444"/>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eaLnBrk="1" fontAlgn="auto" latinLnBrk="0" hangingPunct="1">
              <a:spcBef>
                <a:spcPts val="0"/>
              </a:spcBef>
              <a:spcAft>
                <a:spcPts val="0"/>
              </a:spcAft>
              <a:buClr>
                <a:srgbClr val="3799E8"/>
              </a:buClr>
              <a:buSzTx/>
              <a:buFontTx/>
              <a:buNone/>
              <a:tabLst/>
              <a:defRPr/>
            </a:pPr>
            <a:r>
              <a:rPr kumimoji="0" lang="fr-FR" sz="1400" b="1" i="0" u="none" strike="noStrike" kern="0" cap="none" spc="0" normalizeH="0" baseline="0" noProof="0" dirty="0">
                <a:ln>
                  <a:noFill/>
                </a:ln>
                <a:solidFill>
                  <a:srgbClr val="434341"/>
                </a:solidFill>
                <a:effectLst/>
                <a:uLnTx/>
                <a:uFillTx/>
                <a:latin typeface="Arial Nova"/>
                <a:ea typeface="+mn-ea"/>
                <a:cs typeface="Arial" panose="020B0604020202020204" pitchFamily="34" charset="0"/>
              </a:rPr>
              <a:t>Aquitaine</a:t>
            </a:r>
          </a:p>
        </p:txBody>
      </p:sp>
    </p:spTree>
    <p:extLst>
      <p:ext uri="{BB962C8B-B14F-4D97-AF65-F5344CB8AC3E}">
        <p14:creationId xmlns:p14="http://schemas.microsoft.com/office/powerpoint/2010/main" val="2981263383"/>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FB31241530B8D4DA653AE63563676BD" ma:contentTypeVersion="4" ma:contentTypeDescription="Crée un document." ma:contentTypeScope="" ma:versionID="c548c3f134c97461df89480f40c97ad2">
  <xsd:schema xmlns:xsd="http://www.w3.org/2001/XMLSchema" xmlns:xs="http://www.w3.org/2001/XMLSchema" xmlns:p="http://schemas.microsoft.com/office/2006/metadata/properties" xmlns:ns2="db024469-0098-4213-aa8c-433c4d4ea41a" targetNamespace="http://schemas.microsoft.com/office/2006/metadata/properties" ma:root="true" ma:fieldsID="e47791e934ce3b5056c46e723a6c0b2d" ns2:_="">
    <xsd:import namespace="db024469-0098-4213-aa8c-433c4d4ea41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b024469-0098-4213-aa8c-433c4d4ea4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4131967-2890-47D0-8E6D-FFC718A569E2}">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20371F85-ACF2-41DE-A0B7-673FA7E063A5}">
  <ds:schemaRefs>
    <ds:schemaRef ds:uri="http://schemas.microsoft.com/sharepoint/v3/contenttype/forms"/>
  </ds:schemaRefs>
</ds:datastoreItem>
</file>

<file path=customXml/itemProps3.xml><?xml version="1.0" encoding="utf-8"?>
<ds:datastoreItem xmlns:ds="http://schemas.openxmlformats.org/officeDocument/2006/customXml" ds:itemID="{ABA70AD7-0814-412E-94E8-1F50A58BF43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b024469-0098-4213-aa8c-433c4d4ea41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2746</TotalTime>
  <Words>931</Words>
  <Application>Microsoft Office PowerPoint</Application>
  <PresentationFormat>Personnalisé</PresentationFormat>
  <Paragraphs>125</Paragraphs>
  <Slides>11</Slides>
  <Notes>11</Notes>
  <HiddenSlides>0</HiddenSlides>
  <MMClips>0</MMClips>
  <ScaleCrop>false</ScaleCrop>
  <HeadingPairs>
    <vt:vector size="4" baseType="variant">
      <vt:variant>
        <vt:lpstr>Thème</vt:lpstr>
      </vt:variant>
      <vt:variant>
        <vt:i4>1</vt:i4>
      </vt:variant>
      <vt:variant>
        <vt:lpstr>Titres des diapositives</vt:lpstr>
      </vt:variant>
      <vt:variant>
        <vt:i4>11</vt:i4>
      </vt:variant>
    </vt:vector>
  </HeadingPairs>
  <TitlesOfParts>
    <vt:vector size="12" baseType="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Carla ROUSSEAU</dc:creator>
  <cp:lastModifiedBy>Carla ROUSSEAU</cp:lastModifiedBy>
  <cp:revision>3</cp:revision>
  <dcterms:created xsi:type="dcterms:W3CDTF">2025-03-18T13:14:15Z</dcterms:created>
  <dcterms:modified xsi:type="dcterms:W3CDTF">2025-04-02T09:38:57Z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0x0101006FB31241530B8D4DA653AE63563676BD</vt:lpwstr>
  </property>
</Properties>
</file>