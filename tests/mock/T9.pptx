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641" r:id="rId4"/>
  </p:sldMasterIdLst>
  <p:notesMasterIdLst>
    <p:notesMasterId r:id="rId6"/>
  </p:notesMasterIdLst>
  <p:handoutMasterIdLst>
    <p:handoutMasterId r:id="rId7"/>
  </p:handoutMasterIdLst>
  <p:sldIdLst>
    <p:sldId id="279" r:id="rId5"/>
  </p:sldIdLst>
  <p:sldSz cx="9906000" cy="6858000" type="A4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A0"/>
    <a:srgbClr val="EE7203"/>
    <a:srgbClr val="0184B3"/>
    <a:srgbClr val="232651"/>
    <a:srgbClr val="EEEEED"/>
    <a:srgbClr val="6E398E"/>
    <a:srgbClr val="136999"/>
    <a:srgbClr val="1F5F93"/>
    <a:srgbClr val="5F408F"/>
    <a:srgbClr val="504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D67E8-DEEC-4D9A-89CD-393F0B8DA771}" v="6" dt="2026-03-02T17:39:55.810"/>
    <p1510:client id="{A0D381A8-E85A-4AE3-BBB8-7E095746C347}" v="6" dt="2026-03-02T16:50:11.832"/>
    <p1510:client id="{C6E2428C-13B1-4FCA-B595-551603E38E12}" v="1" dt="2026-03-02T17:46:19.0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22" autoAdjust="0"/>
    <p:restoredTop sz="92009" autoAdjust="0"/>
  </p:normalViewPr>
  <p:slideViewPr>
    <p:cSldViewPr snapToGrid="0" snapToObjects="1">
      <p:cViewPr varScale="1">
        <p:scale>
          <a:sx n="82" d="100"/>
          <a:sy n="82" d="100"/>
        </p:scale>
        <p:origin x="1517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CCF17EA-0750-734A-AB11-C6BE1C8A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0DFD55-BF47-FF46-B218-E7875DE3F9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7F726-697A-44D7-82CE-E417D31DFDAB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1EE19C-D9E5-DB44-B446-8FDAA5BD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F731E4-1D5B-314A-B092-D1F67DB42B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ED4A2-F628-8E49-B2EA-02C47A6111C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66965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CB05-50CD-4A3A-A163-9590CC578EA9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9F9A8-5C53-684F-A7CC-57EADD1FE40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40585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35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9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6587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63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  <p:sldLayoutId id="2147484643" r:id="rId2"/>
  </p:sldLayoutIdLst>
  <p:hf hdr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2925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Clr>
          <a:schemeClr val="tx2"/>
        </a:buClr>
        <a:buFont typeface="Arial" panose="020B0604020202020204" pitchFamily="34" charset="0"/>
        <a:buChar char="•"/>
        <a:defRPr sz="211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788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62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46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805365" y="5679287"/>
            <a:ext cx="8295271" cy="862167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96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321993" y="3172333"/>
            <a:ext cx="4653050" cy="927774"/>
            <a:chOff x="1309238" y="2090435"/>
            <a:chExt cx="4435954" cy="1195813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88431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0435"/>
              <a:ext cx="4435954" cy="27289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321995" y="1958749"/>
            <a:ext cx="4653050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b="1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b="1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321994" y="2322587"/>
            <a:ext cx="2581339" cy="450508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1704" y="2280808"/>
            <a:ext cx="500640" cy="502754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0396" y="2541184"/>
            <a:ext cx="1890355" cy="824299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3911433" y="2064612"/>
            <a:ext cx="0" cy="19133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9237" y="5996969"/>
            <a:ext cx="5564667" cy="259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87" b="1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6825334" y="5961336"/>
            <a:ext cx="0" cy="3039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011" y="5996967"/>
            <a:ext cx="249172" cy="249172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328" y="5996967"/>
            <a:ext cx="249172" cy="249172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644" y="5996967"/>
            <a:ext cx="249172" cy="2491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LAYOUT" val="PAGE DE GARDE 1"/>
  <p:tag name="UPSLIDETOCALGOID" val="Standard"/>
  <p:tag name="UPSLIDEPRINTFACINGPAGESDESIGN" val="CONTENU"/>
  <p:tag name="TEMPLATESHORTNAMETAG" val="Finance"/>
  <p:tag name="TEMPLATEFULLNAMETAG" val="Finance"/>
  <p:tag name="UPSLIDE" val="KOE02942_Finance_02-09-2024"/>
  <p:tag name="UPSLIDEVERSION" val="6.8.47.2"/>
  <p:tag name="FOOTERSCRIPT" val="&lt;%Titre%&gt;  |  &lt;%Date%&gt;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Table des matières&lt;/SlideTitle&gt;&#10;  &lt;/TocSlidesOptions&gt;&#10;  &lt;SectionSlideOptions&gt;&#10;    &lt;ContainsOwnSubSection&gt;false&lt;/ContainsOwnSubSection&gt;&#10;    &lt;ContainsOwnSlide&gt;tru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true&lt;/ContainsOwnSlides&gt;&#10;    &lt;ContainsParentSection&gt;tru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CONTENU&lt;/DesignName&gt;&#10;      &lt;LayoutName&gt;TABLE DES MATIERES&lt;/LayoutName&gt;&#10;    &lt;/TocSlidesLayout&gt;&#10;    &lt;SectionLayout&gt;&#10;      &lt;DesignName&gt;CONTENU&lt;/DesignName&gt;&#10;      &lt;LayoutName&gt;SECTION&lt;/LayoutName&gt;&#10;    &lt;/SectionLayout&gt;&#10;    &lt;SubsectionLayout&gt;&#10;      &lt;DesignName&gt;CONTENU&lt;/DesignName&gt;&#10;      &lt;LayoutName&gt;SECTION&lt;/LayoutName&gt;&#10;    &lt;/SubsectionLayout&gt;&#10;    &lt;AppendixLayout&gt;&#10;      &lt;DesignName /&gt;&#10;      &lt;LayoutName /&gt;&#10;    &lt;/AppendixLayout&gt;&#10;    &lt;TitleSliLayout&gt;&#10;      &lt;DesignName&gt;CONTENU&lt;/DesignName&gt;&#10;      &lt;LayoutName&gt;PAGE DE GARDE&lt;/LayoutName&gt;&#10;    &lt;/TitleSliLayout&gt;&#10;  &lt;/UsedSlideLayouts&gt;&#10;  &lt;ActiveReminders&gt;&#10;    &lt;ReminderScriptList&gt;&#10;      &lt;ReminderScript&gt;&#10;        &lt;Key xsi:type=&quot;xsd:string&quot;&gt;Reminder09/02/2024 17:01:54350154534&lt;/Key&gt;&#10;        &lt;Value xsi:type=&quot;xsd:string&quot;&gt;&amp;lt;%SectionNum%&amp;gt;. &amp;lt;%SectionName%&amp;gt; | &amp;lt;%SubSectionNum%&amp;gt; &amp;lt;%DotIfSubSecNum%&amp;gt;  &amp;lt;%SubSectionName%&amp;gt;&lt;/Value&gt;&#10;      &lt;/ReminderScript&gt;&#10;    &lt;/ReminderScriptList&gt;&#10;    &lt;MigrationVersion&gt;6.8.47.2&lt;/MigrationVersion&gt;&#10;  &lt;/ActiveReminders&gt;&#10;  &lt;HardRefreshRequired&gt;true&lt;/HardRefreshRequired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fals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false&lt;/ForceDisplayTOCOnTwocolumns&gt;&#10;      &lt;DisplayTOCOnTwocolumns&gt;true&lt;/DisplayTOCOnTwocolumns&gt;&#10;      &lt;Scripts&gt;&#10;        &lt;BeforeSubSecTitle /&gt;&#10;        &lt;BeforeSlideIndex&gt;p.&lt;/BeforeSlideIndex&gt;&#10;        &lt;AfterSecNum&gt;.&lt;/AfterSecNum&gt;&#10;        &lt;BeforeSecNum /&gt;&#10;        &lt;ZeroBeforeSecNum&gt;false&lt;/ZeroBeforeSecNum&gt;&#10;        &lt;AfterSubSecNum&gt;.&lt;/AfterSubSecNum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&lt;/SpaceBeforeSections&gt;&#10;          &lt;SpaceBeforeSubSections&gt;4&lt;/SpaceBeforeSubSections&gt;&#10;          &lt;SpaceBeforeSlides&gt;0&lt;/SpaceBeforeSlides&gt;&#10;        &lt;/ManualSpacing&gt;&#10;        &lt;ManualSpacingSections&gt;&#10;          &lt;SpaceBeforeSections&gt;0&lt;/SpaceBeforeSections&gt;&#10;          &lt;SpaceBeforeSubSections&gt;2&lt;/SpaceBeforeSubSections&gt;&#10;          &lt;SpaceBeforeSlides&gt;1&lt;/SpaceBeforeSlides&gt;&#10;        &lt;/ManualSpacingSections&gt;&#10;        &lt;ManualSpacingSubSections&gt;&#10;          &lt;SpaceBeforeSections&gt;0&lt;/SpaceBeforeSections&gt;&#10;          &lt;SpaceBeforeSubSections&gt;0&lt;/SpaceBeforeSubSections&gt;&#10;          &lt;SpaceBeforeSlides&gt;2&lt;/SpaceBeforeSlides&gt;&#10;        &lt;/ManualSpacingSubSections&gt;&#10;        &lt;UseSpecificSpacingForSecDivider&gt;true&lt;/UseSpecificSpacingForSecDivider&gt;&#10;        &lt;UseSpecificSpacingForSubSecDivider&gt;true&lt;/UseSpecificSpacingForSubSecDivider&gt;&#10;      &lt;/ManVerticalSpacing&gt;&#10;    &lt;/CustomBaseAlgoOptions&gt;&#10;  &lt;/CustomAlgoOptions&gt;&#10;  &lt;UserPresentationOptions&gt;&#10;    &lt;SubSectionsHaveSlide xsi:nil=&quot;true&quot; /&gt;&#10;    &lt;SectionDividersContainOwnSubSections xsi:nil=&quot;true&quot; /&gt;&#10;    &lt;SectionDividersContainOwnSlideTitles&gt;false&lt;/SectionDividersContainOwnSlideTitles&gt;&#10;    &lt;SubSectionDividersContainOwnSlideTitles xsi:nil=&quot;true&quot; /&gt;&#10;    &lt;TOCSlidesContainSubsectionTitles xsi:nil=&quot;true&quot; /&gt;&#10;    &lt;TOCSlidesContainSlideTitles xsi:nil=&quot;true&quot; /&gt;&#10;    &lt;DisplayRemindersOnSlides&gt;true&lt;/DisplayRemindersOnSlides&gt;&#10;    &lt;SectionsHaveSlide&gt;true&lt;/SectionsHaveSlide&gt;&#10;    &lt;DoNotCountHiddenSlidesInPagination&gt;false&lt;/DoNotCountHiddenSlidesInPagination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FullArabic&lt;/NumType&gt;&#10;  &lt;/NumberingOptionForAppendix&gt;&#10;&lt;/TocContentOptions&gt;"/>
</p:tagLst>
</file>

<file path=ppt/theme/theme1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414B5A0CDB1A4F92F60DB93384A30A" ma:contentTypeVersion="16" ma:contentTypeDescription="Crée un document." ma:contentTypeScope="" ma:versionID="609214881e4f3f8740e3c070a8d720ea">
  <xsd:schema xmlns:xsd="http://www.w3.org/2001/XMLSchema" xmlns:xs="http://www.w3.org/2001/XMLSchema" xmlns:p="http://schemas.microsoft.com/office/2006/metadata/properties" xmlns:ns2="c57e4748-b4be-4712-b5f7-3821262dd9ef" xmlns:ns3="834a401e-6025-4840-ab01-94c3ee29c08d" targetNamespace="http://schemas.microsoft.com/office/2006/metadata/properties" ma:root="true" ma:fieldsID="2507b1b3effccabb5a92121b78c895e5" ns2:_="" ns3:_="">
    <xsd:import namespace="c57e4748-b4be-4712-b5f7-3821262dd9ef"/>
    <xsd:import namespace="834a401e-6025-4840-ab01-94c3ee29c0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7e4748-b4be-4712-b5f7-3821262dd9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c7f24229-f875-4422-9699-0c85aaf9fe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a401e-6025-4840-ab01-94c3ee29c08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1054e7a-b831-4ce0-ae97-3db8823617b9}" ma:internalName="TaxCatchAll" ma:showField="CatchAllData" ma:web="834a401e-6025-4840-ab01-94c3ee29c0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7e4748-b4be-4712-b5f7-3821262dd9ef">
      <Terms xmlns="http://schemas.microsoft.com/office/infopath/2007/PartnerControls"/>
    </lcf76f155ced4ddcb4097134ff3c332f>
    <TaxCatchAll xmlns="834a401e-6025-4840-ab01-94c3ee29c08d" xsi:nil="true"/>
    <SharedWithUsers xmlns="834a401e-6025-4840-ab01-94c3ee29c08d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AC27131-CD93-41DC-B29F-8F0D82F700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D994B2-4E79-425B-B29F-9D88D84E43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7e4748-b4be-4712-b5f7-3821262dd9ef"/>
    <ds:schemaRef ds:uri="834a401e-6025-4840-ab01-94c3ee29c0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A889CF-47FE-431B-A87A-A1640F9B5A5F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216e2b9e-0941-4f39-ad78-54f7f7dc5e95"/>
    <ds:schemaRef ds:uri="b056d838-330f-47e6-8fb0-765c3d4b8b26"/>
    <ds:schemaRef ds:uri="http://schemas.microsoft.com/office/2006/metadata/properties"/>
    <ds:schemaRef ds:uri="c57e4748-b4be-4712-b5f7-3821262dd9ef"/>
    <ds:schemaRef ds:uri="834a401e-6025-4840-ab01-94c3ee29c08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971</TotalTime>
  <Words>132</Words>
  <Application>Microsoft Office PowerPoint</Application>
  <PresentationFormat>Format A4 (210 x 297 mm)</PresentationFormat>
  <Paragraphs>12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PAGE VIERGE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</dc:creator>
  <cp:lastModifiedBy>Bruno GRANJON</cp:lastModifiedBy>
  <cp:revision>8</cp:revision>
  <dcterms:created xsi:type="dcterms:W3CDTF">2025-03-14T08:10:21Z</dcterms:created>
  <dcterms:modified xsi:type="dcterms:W3CDTF">2026-03-02T18:11:24Z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0x010100DD414B5A0CDB1A4F92F60DB93384A30A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