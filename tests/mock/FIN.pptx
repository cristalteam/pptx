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3"/>
  </p:notesMasterIdLst>
  <p:sldIdLst>
    <p:sldId id="279" r:id="rId2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