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4" r:id="rId2"/>
    <p:sldMasterId id="2147483669" r:id="rId3"/>
  </p:sldMasterIdLst>
  <p:sldIdLst>
    <p:sldId id="281" r:id="rId4"/>
    <p:sldId id="26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1CB17-5677-411F-958D-9F000751BAB6}" v="4" dt="2024-02-01T13:32:13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koesioconnexion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instagram.com/koesio_officiel/?hl=en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linkedin.com/company/koesio/mycompany/" TargetMode="External"/><Relationship Id="rId4" Type="http://schemas.openxmlformats.org/officeDocument/2006/relationships/hyperlink" Target="https://www.youtube.com/c/Koesio" TargetMode="External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741D01F-080E-9DEC-23A8-A2C6275375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37358" y="3025902"/>
            <a:ext cx="2117284" cy="80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00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BCA8D4-C9EB-4DFC-BF1E-63A2416E48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F14C13DD-A000-4B02-8C0A-B1C18765CB49}"/>
              </a:ext>
            </a:extLst>
          </p:cNvPr>
          <p:cNvGrpSpPr/>
          <p:nvPr userDrawn="1"/>
        </p:nvGrpSpPr>
        <p:grpSpPr>
          <a:xfrm>
            <a:off x="4759657" y="5320989"/>
            <a:ext cx="3086101" cy="584774"/>
            <a:chOff x="4470124" y="3041102"/>
            <a:chExt cx="4088281" cy="774673"/>
          </a:xfrm>
        </p:grpSpPr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583E0B67-0EE5-4E29-B167-4286F990C1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7172"/>
            <a:stretch/>
          </p:blipFill>
          <p:spPr>
            <a:xfrm>
              <a:off x="4470124" y="3041102"/>
              <a:ext cx="2349394" cy="649750"/>
            </a:xfrm>
            <a:prstGeom prst="rect">
              <a:avLst/>
            </a:prstGeom>
          </p:spPr>
        </p:pic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03A28ADC-FFE9-4EB0-9E9A-D5B7F9628DEE}"/>
                </a:ext>
              </a:extLst>
            </p:cNvPr>
            <p:cNvSpPr txBox="1"/>
            <p:nvPr userDrawn="1"/>
          </p:nvSpPr>
          <p:spPr>
            <a:xfrm>
              <a:off x="6757260" y="3041102"/>
              <a:ext cx="1801145" cy="774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 sz="3200" dirty="0">
                  <a:solidFill>
                    <a:schemeClr val="bg1"/>
                  </a:solidFill>
                  <a:latin typeface="+mj-lt"/>
                </a:rPr>
                <a:t>.com</a:t>
              </a:r>
            </a:p>
          </p:txBody>
        </p:sp>
      </p:grpSp>
      <p:pic>
        <p:nvPicPr>
          <p:cNvPr id="10" name="Image 9">
            <a:hlinkClick r:id="rId4"/>
            <a:extLst>
              <a:ext uri="{FF2B5EF4-FFF2-40B4-BE49-F238E27FC236}">
                <a16:creationId xmlns:a16="http://schemas.microsoft.com/office/drawing/2014/main" id="{E6D8F237-B05B-498E-9020-0A7842CDF0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53344" y="6019035"/>
            <a:ext cx="289529" cy="289529"/>
          </a:xfrm>
          <a:prstGeom prst="rect">
            <a:avLst/>
          </a:prstGeom>
        </p:spPr>
      </p:pic>
      <p:pic>
        <p:nvPicPr>
          <p:cNvPr id="11" name="Image 10">
            <a:hlinkClick r:id="rId6"/>
            <a:extLst>
              <a:ext uri="{FF2B5EF4-FFF2-40B4-BE49-F238E27FC236}">
                <a16:creationId xmlns:a16="http://schemas.microsoft.com/office/drawing/2014/main" id="{7FB84005-061C-4BF7-B153-61B7AF51F02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877390" y="6019035"/>
            <a:ext cx="289529" cy="289529"/>
          </a:xfrm>
          <a:prstGeom prst="rect">
            <a:avLst/>
          </a:prstGeom>
        </p:spPr>
      </p:pic>
      <p:pic>
        <p:nvPicPr>
          <p:cNvPr id="13" name="Image 12">
            <a:hlinkClick r:id="rId8"/>
            <a:extLst>
              <a:ext uri="{FF2B5EF4-FFF2-40B4-BE49-F238E27FC236}">
                <a16:creationId xmlns:a16="http://schemas.microsoft.com/office/drawing/2014/main" id="{BAA3743E-4D3D-4D7D-9CD5-892B381DE3E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302708" y="6019035"/>
            <a:ext cx="289529" cy="289529"/>
          </a:xfrm>
          <a:prstGeom prst="rect">
            <a:avLst/>
          </a:prstGeom>
        </p:spPr>
      </p:pic>
      <p:pic>
        <p:nvPicPr>
          <p:cNvPr id="15" name="Image 14">
            <a:hlinkClick r:id="rId10"/>
            <a:extLst>
              <a:ext uri="{FF2B5EF4-FFF2-40B4-BE49-F238E27FC236}">
                <a16:creationId xmlns:a16="http://schemas.microsoft.com/office/drawing/2014/main" id="{B35FDEA9-07A2-40F5-ABAB-8B4AAF7681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728026" y="6019035"/>
            <a:ext cx="289529" cy="28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5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31">
            <a:extLst>
              <a:ext uri="{FF2B5EF4-FFF2-40B4-BE49-F238E27FC236}">
                <a16:creationId xmlns:a16="http://schemas.microsoft.com/office/drawing/2014/main" id="{3A1B223F-E50B-15EB-307C-62D224B362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6049" y="2165876"/>
            <a:ext cx="5440050" cy="31100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4020A-659F-513F-DFCD-CFEB4BC2F07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635952" y="6478296"/>
            <a:ext cx="1048159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t>07/11/2024</a:t>
            </a:fld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26C5D8-21EB-AE75-2087-7BE39CC77F98}"/>
              </a:ext>
            </a:extLst>
          </p:cNvPr>
          <p:cNvSpPr/>
          <p:nvPr userDrawn="1"/>
        </p:nvSpPr>
        <p:spPr>
          <a:xfrm>
            <a:off x="5289284" y="5688771"/>
            <a:ext cx="1189648" cy="1169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42457C-18A2-FEC5-EF99-E49879735811}"/>
              </a:ext>
            </a:extLst>
          </p:cNvPr>
          <p:cNvSpPr/>
          <p:nvPr userDrawn="1"/>
        </p:nvSpPr>
        <p:spPr>
          <a:xfrm>
            <a:off x="9842810" y="1169068"/>
            <a:ext cx="2360115" cy="11690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67B491-5642-B295-35E5-78733944325E}"/>
              </a:ext>
            </a:extLst>
          </p:cNvPr>
          <p:cNvSpPr/>
          <p:nvPr userDrawn="1"/>
        </p:nvSpPr>
        <p:spPr>
          <a:xfrm>
            <a:off x="6476320" y="1169068"/>
            <a:ext cx="1195349" cy="1169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E47A0D-27C3-7AAA-69BD-C35EB6E41AF3}"/>
              </a:ext>
            </a:extLst>
          </p:cNvPr>
          <p:cNvSpPr/>
          <p:nvPr userDrawn="1"/>
        </p:nvSpPr>
        <p:spPr>
          <a:xfrm>
            <a:off x="8647462" y="0"/>
            <a:ext cx="1195348" cy="11484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2BA35-32B5-D466-26C8-7851DD313726}"/>
              </a:ext>
            </a:extLst>
          </p:cNvPr>
          <p:cNvSpPr/>
          <p:nvPr userDrawn="1"/>
        </p:nvSpPr>
        <p:spPr>
          <a:xfrm>
            <a:off x="226128" y="5667865"/>
            <a:ext cx="1195348" cy="1189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F5559-7956-477A-E890-5EE35D808F74}"/>
              </a:ext>
            </a:extLst>
          </p:cNvPr>
          <p:cNvSpPr/>
          <p:nvPr userDrawn="1"/>
        </p:nvSpPr>
        <p:spPr>
          <a:xfrm>
            <a:off x="6478933" y="5688771"/>
            <a:ext cx="1195348" cy="11689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E2D08-BD90-ADC1-8B9A-1EC81D8DE2C9}"/>
              </a:ext>
            </a:extLst>
          </p:cNvPr>
          <p:cNvSpPr/>
          <p:nvPr userDrawn="1"/>
        </p:nvSpPr>
        <p:spPr>
          <a:xfrm>
            <a:off x="5280971" y="1"/>
            <a:ext cx="1195349" cy="1169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FF35F65-B35C-A7C9-CC94-C48002CFD4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71669" y="2338135"/>
            <a:ext cx="4520331" cy="4520332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409837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69B97DB-C140-B9EB-B800-A620B5328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9946"/>
            <a:ext cx="1719261" cy="17337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E2D0B89-47C9-A5FB-B99B-D982963F3D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6271C56-F65D-0B92-67AF-26956F6F6B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5203ED4-3909-8C5C-EF73-C613952D44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75FAE46-E0BE-4AF3-32E7-AD08946665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F5C4A08-71AF-3215-BB90-AD0F8DE6F51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sp>
        <p:nvSpPr>
          <p:cNvPr id="16" name="Espace réservé du texte 31">
            <a:extLst>
              <a:ext uri="{FF2B5EF4-FFF2-40B4-BE49-F238E27FC236}">
                <a16:creationId xmlns:a16="http://schemas.microsoft.com/office/drawing/2014/main" id="{2C6638B5-14C8-B1E7-8A44-A18951B0C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1806" y="1859338"/>
            <a:ext cx="6455563" cy="292935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242288D-44D8-723E-798C-B09619AED8F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6" y="3424460"/>
            <a:ext cx="1719261" cy="1719261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D8B3FFB-ED4C-0C67-070A-6B560458D44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778338" y="6454193"/>
            <a:ext cx="1231451" cy="255732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07/11/2024</a:t>
            </a:fld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E59C4DD-DD58-DB57-1F14-9B0EAAB4CCE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920048" y="5162771"/>
            <a:ext cx="1719262" cy="17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1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7" y="1700207"/>
            <a:ext cx="10239982" cy="51577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6602" y="2291703"/>
            <a:ext cx="6847245" cy="3035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28D623E-EF34-3B34-20FA-80F003A016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1633"/>
            <a:ext cx="1719261" cy="17337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EC03A8-ECFA-2A3D-3F23-53F4D04EE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70CFFC5-943D-40FD-BDF8-3DCE642B5D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B872D38-540D-C24B-50C0-EB49639E9B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72C6927-9634-E75D-C929-A481B8F2D27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AC825FD-7A9A-CD13-4E72-73F48DA9BB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FE9A6D5-8CFA-C4E3-3F37-29A21D3A2C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753476" y="3418251"/>
            <a:ext cx="1719261" cy="1719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EC96915-BBD7-81A6-D4D8-87DB7177BD1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46602" y="6225872"/>
            <a:ext cx="1231451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07/11/2024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73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6" y="1978430"/>
            <a:ext cx="11959245" cy="487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055" y="3386081"/>
            <a:ext cx="8395854" cy="20642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8DC0CFA-4938-150C-953D-F281F66590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5146" y="0"/>
            <a:ext cx="1978430" cy="19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4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C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5" y="1"/>
            <a:ext cx="3986558" cy="421862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2888559"/>
            <a:ext cx="11959674" cy="4002778"/>
            <a:chOff x="1" y="2811450"/>
            <a:chExt cx="12192003" cy="408053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1"/>
              <a:ext cx="1354667" cy="138865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2"/>
              <a:ext cx="1354667" cy="13886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5418665" y="4167353"/>
              <a:ext cx="1354667" cy="13546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886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5" name="Espace réservé du texte 31">
            <a:extLst>
              <a:ext uri="{FF2B5EF4-FFF2-40B4-BE49-F238E27FC236}">
                <a16:creationId xmlns:a16="http://schemas.microsoft.com/office/drawing/2014/main" id="{360DC06F-875A-FD01-41CE-4B341614C5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75175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43571" y="1356536"/>
            <a:ext cx="3991716" cy="4171304"/>
          </a:xfrm>
          <a:prstGeom prst="rect">
            <a:avLst/>
          </a:prstGeom>
          <a:solidFill>
            <a:srgbClr val="2F52A0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2E2514C-3FD2-8A81-9C20-5475A2E8508E}"/>
              </a:ext>
            </a:extLst>
          </p:cNvPr>
          <p:cNvGrpSpPr/>
          <p:nvPr userDrawn="1"/>
        </p:nvGrpSpPr>
        <p:grpSpPr>
          <a:xfrm>
            <a:off x="229236" y="0"/>
            <a:ext cx="11963130" cy="6858000"/>
            <a:chOff x="240628" y="6740"/>
            <a:chExt cx="11951372" cy="68512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4062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5519609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10836255" y="2871444"/>
              <a:ext cx="1355745" cy="132885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10836255" y="6740"/>
              <a:ext cx="1355120" cy="1355203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31">
            <a:extLst>
              <a:ext uri="{FF2B5EF4-FFF2-40B4-BE49-F238E27FC236}">
                <a16:creationId xmlns:a16="http://schemas.microsoft.com/office/drawing/2014/main" id="{B36E0FF2-A6E9-7461-F4C6-B4995C0564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00553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9614" y="2644544"/>
            <a:ext cx="4021883" cy="4213456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8B30237-9AC1-13A9-363D-34322691C2EF}"/>
              </a:ext>
            </a:extLst>
          </p:cNvPr>
          <p:cNvGrpSpPr/>
          <p:nvPr userDrawn="1"/>
        </p:nvGrpSpPr>
        <p:grpSpPr>
          <a:xfrm>
            <a:off x="232331" y="-13157"/>
            <a:ext cx="11959670" cy="6883857"/>
            <a:chOff x="232323" y="-25862"/>
            <a:chExt cx="11959677" cy="688386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32323" y="4200296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8205441" y="1302991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9534294" y="1302991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9541494" y="2631842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0C659-FC80-A7A1-D887-ED8A62170BF6}"/>
                </a:ext>
              </a:extLst>
            </p:cNvPr>
            <p:cNvSpPr/>
            <p:nvPr userDrawn="1"/>
          </p:nvSpPr>
          <p:spPr>
            <a:xfrm>
              <a:off x="10863147" y="-25862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Espace réservé du texte 31">
            <a:extLst>
              <a:ext uri="{FF2B5EF4-FFF2-40B4-BE49-F238E27FC236}">
                <a16:creationId xmlns:a16="http://schemas.microsoft.com/office/drawing/2014/main" id="{0E4AA9CC-C630-D5B8-17D0-3C08EE59F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911376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66204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3" y="1558492"/>
            <a:ext cx="3986559" cy="3970653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1558493"/>
            <a:ext cx="11971526" cy="5299510"/>
            <a:chOff x="1" y="1455546"/>
            <a:chExt cx="12204085" cy="540245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2"/>
              <a:ext cx="1354667" cy="13546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3"/>
              <a:ext cx="1354667" cy="1354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10837336" y="1455546"/>
              <a:ext cx="1366750" cy="13546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546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37FD0DD6-75D8-1644-47CD-850CE19042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56458"/>
            <a:ext cx="5351651" cy="30669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11026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54FE68A6-3DE7-D728-8F79-6B4F74222E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pour une image  4">
            <a:extLst>
              <a:ext uri="{FF2B5EF4-FFF2-40B4-BE49-F238E27FC236}">
                <a16:creationId xmlns:a16="http://schemas.microsoft.com/office/drawing/2014/main" id="{337BA1CC-076B-4EB5-8068-E12E69F88C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C2EBA-02F9-7D2C-AA2D-A8D87CFFC3AA}"/>
              </a:ext>
            </a:extLst>
          </p:cNvPr>
          <p:cNvSpPr/>
          <p:nvPr userDrawn="1"/>
        </p:nvSpPr>
        <p:spPr>
          <a:xfrm>
            <a:off x="1561184" y="5529145"/>
            <a:ext cx="1328853" cy="13288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9AA16-CFD4-5160-A428-908E7728F52C}"/>
              </a:ext>
            </a:extLst>
          </p:cNvPr>
          <p:cNvSpPr/>
          <p:nvPr userDrawn="1"/>
        </p:nvSpPr>
        <p:spPr>
          <a:xfrm>
            <a:off x="232331" y="5529146"/>
            <a:ext cx="1328853" cy="1328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017C4-772A-99B4-DC68-B22CE6038F7B}"/>
              </a:ext>
            </a:extLst>
          </p:cNvPr>
          <p:cNvSpPr/>
          <p:nvPr userDrawn="1"/>
        </p:nvSpPr>
        <p:spPr>
          <a:xfrm>
            <a:off x="2890036" y="4200293"/>
            <a:ext cx="1328853" cy="1328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9974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pour une image  4">
            <a:extLst>
              <a:ext uri="{FF2B5EF4-FFF2-40B4-BE49-F238E27FC236}">
                <a16:creationId xmlns:a16="http://schemas.microsoft.com/office/drawing/2014/main" id="{27800121-4EDF-8DF9-A915-FF6153635A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568D0-7348-42A1-4257-C53C9BC89E1F}"/>
              </a:ext>
            </a:extLst>
          </p:cNvPr>
          <p:cNvSpPr/>
          <p:nvPr userDrawn="1"/>
        </p:nvSpPr>
        <p:spPr>
          <a:xfrm>
            <a:off x="1551087" y="5527841"/>
            <a:ext cx="1330160" cy="1330159"/>
          </a:xfrm>
          <a:prstGeom prst="rect">
            <a:avLst/>
          </a:prstGeom>
          <a:solidFill>
            <a:srgbClr val="2F5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37291-99D2-A063-A2A4-FE330D662E36}"/>
              </a:ext>
            </a:extLst>
          </p:cNvPr>
          <p:cNvSpPr/>
          <p:nvPr userDrawn="1"/>
        </p:nvSpPr>
        <p:spPr>
          <a:xfrm>
            <a:off x="229236" y="4197681"/>
            <a:ext cx="1330160" cy="13301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E6AD6-E9D3-F7FD-6493-5A29A25D2FA0}"/>
              </a:ext>
            </a:extLst>
          </p:cNvPr>
          <p:cNvSpPr/>
          <p:nvPr userDrawn="1"/>
        </p:nvSpPr>
        <p:spPr>
          <a:xfrm>
            <a:off x="2867169" y="4197681"/>
            <a:ext cx="1330160" cy="13301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8336ABEA-F061-23A5-6696-147D4693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175432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44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4DA570-BA2D-AE1E-A728-2A975BDF56A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FD5BBFA-785D-299E-D33E-ACC37E4A9C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04"/>
            <a:ext cx="3826364" cy="19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7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E2653195-FE6A-6B0C-3A7C-37F001DEC34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21398" y="5921159"/>
            <a:ext cx="2070342" cy="9339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65DB0D-C136-3820-FE40-0E1CDA4C084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48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356F30-D97F-A58B-7F74-511DCA2CA1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DE9782-4D0B-4C6D-B3CD-3DD9000CE490}" type="datetime1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434341"/>
                </a:solidFill>
                <a:effectLst/>
                <a:uLnTx/>
                <a:uFillTx/>
                <a:latin typeface="Arial Nova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07/11/2024</a:t>
            </a:fld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434341"/>
              </a:solidFill>
              <a:effectLst/>
              <a:uLnTx/>
              <a:uFillTx/>
              <a:latin typeface="Arial Nova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DFC8859-3B05-A11D-B734-4617705C2FEA}"/>
              </a:ext>
            </a:extLst>
          </p:cNvPr>
          <p:cNvSpPr/>
          <p:nvPr/>
        </p:nvSpPr>
        <p:spPr>
          <a:xfrm flipV="1">
            <a:off x="494019" y="3381315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27D0D62-A160-1591-D1FB-D0280BA5C4EB}"/>
              </a:ext>
            </a:extLst>
          </p:cNvPr>
          <p:cNvSpPr/>
          <p:nvPr/>
        </p:nvSpPr>
        <p:spPr>
          <a:xfrm flipV="1">
            <a:off x="523822" y="4271911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9F27B93-6A9A-2EA6-64F7-112CDAC13383}"/>
              </a:ext>
            </a:extLst>
          </p:cNvPr>
          <p:cNvSpPr/>
          <p:nvPr/>
        </p:nvSpPr>
        <p:spPr>
          <a:xfrm flipV="1">
            <a:off x="525365" y="2411808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B6EB466-EC21-9DCB-3630-F043B7DE29FF}"/>
              </a:ext>
            </a:extLst>
          </p:cNvPr>
          <p:cNvSpPr txBox="1"/>
          <p:nvPr/>
        </p:nvSpPr>
        <p:spPr>
          <a:xfrm>
            <a:off x="2322701" y="1712437"/>
            <a:ext cx="601219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AF74DBF-162D-2BCA-9971-F4955DE35774}"/>
              </a:ext>
            </a:extLst>
          </p:cNvPr>
          <p:cNvSpPr txBox="1"/>
          <p:nvPr/>
        </p:nvSpPr>
        <p:spPr>
          <a:xfrm>
            <a:off x="1372591" y="4181142"/>
            <a:ext cx="2838809" cy="461665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FD3A8F4-6F99-8B98-9BF8-475F31BB3DDC}"/>
              </a:ext>
            </a:extLst>
          </p:cNvPr>
          <p:cNvSpPr txBox="1"/>
          <p:nvPr/>
        </p:nvSpPr>
        <p:spPr>
          <a:xfrm>
            <a:off x="1372590" y="3868274"/>
            <a:ext cx="253439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D5AAB89-A1A6-B33F-F4ED-5DCDF1CF2F4F}"/>
              </a:ext>
            </a:extLst>
          </p:cNvPr>
          <p:cNvGrpSpPr/>
          <p:nvPr/>
        </p:nvGrpSpPr>
        <p:grpSpPr>
          <a:xfrm>
            <a:off x="1372590" y="2485813"/>
            <a:ext cx="6012191" cy="1145099"/>
            <a:chOff x="5995757" y="4036134"/>
            <a:chExt cx="6902811" cy="1526801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B9B6DBE-3FE9-4FA4-6DB3-7D663F17A275}"/>
                </a:ext>
              </a:extLst>
            </p:cNvPr>
            <p:cNvSpPr txBox="1"/>
            <p:nvPr/>
          </p:nvSpPr>
          <p:spPr>
            <a:xfrm>
              <a:off x="5995757" y="4036134"/>
              <a:ext cx="6902811" cy="492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56D04D4-1E34-15CA-862C-7602A7A8A52E}"/>
                </a:ext>
              </a:extLst>
            </p:cNvPr>
            <p:cNvSpPr txBox="1"/>
            <p:nvPr/>
          </p:nvSpPr>
          <p:spPr>
            <a:xfrm>
              <a:off x="5995758" y="4454937"/>
              <a:ext cx="4603909" cy="1107998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B4EF55A-891A-0779-7ED1-5B01FBA0066C}"/>
              </a:ext>
            </a:extLst>
          </p:cNvPr>
          <p:cNvSpPr txBox="1"/>
          <p:nvPr/>
        </p:nvSpPr>
        <p:spPr>
          <a:xfrm>
            <a:off x="3861939" y="5618833"/>
            <a:ext cx="293371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28C2B64-DA6C-730E-E852-53E6567B9D7A}"/>
              </a:ext>
            </a:extLst>
          </p:cNvPr>
          <p:cNvSpPr txBox="1"/>
          <p:nvPr/>
        </p:nvSpPr>
        <p:spPr>
          <a:xfrm>
            <a:off x="3857979" y="5318752"/>
            <a:ext cx="31143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</p:spTree>
    <p:extLst>
      <p:ext uri="{BB962C8B-B14F-4D97-AF65-F5344CB8AC3E}">
        <p14:creationId xmlns:p14="http://schemas.microsoft.com/office/powerpoint/2010/main" val="37498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4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116AC627-3BBA-1ADC-130F-6802410B99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0" r="8340"/>
          <a:stretch>
            <a:fillRect/>
          </a:stretch>
        </p:blipFill>
        <p:spPr/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440321-3FF7-5FEB-E1ED-5940F62FD8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Présentation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2912120427"/>
      </p:ext>
    </p:extLst>
  </p:cSld>
  <p:clrMapOvr>
    <a:masterClrMapping/>
  </p:clrMapOvr>
</p:sld>
</file>

<file path=ppt/theme/theme1.xml><?xml version="1.0" encoding="utf-8"?>
<a:theme xmlns:a="http://schemas.openxmlformats.org/drawingml/2006/main" name="FIN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2.xml><?xml version="1.0" encoding="utf-8"?>
<a:theme xmlns:a="http://schemas.openxmlformats.org/drawingml/2006/main" name="PAGES DE GARD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3.xml><?xml version="1.0" encoding="utf-8"?>
<a:theme xmlns:a="http://schemas.openxmlformats.org/drawingml/2006/main" name="GRANDS TITRES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</Words>
  <Application>Microsoft Office PowerPoint</Application>
  <PresentationFormat>Grand écran</PresentationFormat>
  <Paragraphs>13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Nova</vt:lpstr>
      <vt:lpstr>FIN</vt:lpstr>
      <vt:lpstr>PAGES DE GARDE</vt:lpstr>
      <vt:lpstr>GRANDS TITRES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Carla Rousseau</dc:creator>
  <cp:lastModifiedBy>Jeanne BRILLEAUD</cp:lastModifiedBy>
  <cp:revision>3</cp:revision>
  <dcterms:created xsi:type="dcterms:W3CDTF">2024-02-01T13:27:01Z</dcterms:created>
  <dcterms:modified xsi:type="dcterms:W3CDTF">2024-11-07T09:47:25Z</dcterms:modified>
</cp:coreProperties>
</file>